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2F31"/>
    <a:srgbClr val="3172F3"/>
    <a:srgbClr val="379CF7"/>
    <a:srgbClr val="0074FD"/>
    <a:srgbClr val="2760C9"/>
    <a:srgbClr val="FBF8F2"/>
    <a:srgbClr val="FBF8F3"/>
    <a:srgbClr val="F5F2F7"/>
    <a:srgbClr val="F2F0EA"/>
    <a:srgbClr val="FEF2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5"/>
    <p:restoredTop sz="94658"/>
  </p:normalViewPr>
  <p:slideViewPr>
    <p:cSldViewPr snapToGrid="0">
      <p:cViewPr>
        <p:scale>
          <a:sx n="96" d="100"/>
          <a:sy n="96" d="100"/>
        </p:scale>
        <p:origin x="200" y="688"/>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302F31"/>
                </a:solidFill>
                <a:latin typeface="MiSans VF Light" pitchFamily="2" charset="-122"/>
                <a:ea typeface="MiSans VF Light" pitchFamily="2" charset="-122"/>
                <a:cs typeface="MiSans VF Light" pitchFamily="2" charset="-122"/>
              </a:defRPr>
            </a:pPr>
            <a:r>
              <a:rPr lang="zh-CN" sz="1200" b="0" i="0" strike="noStrike" dirty="0">
                <a:solidFill>
                  <a:srgbClr val="302F3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3172F3"/>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3172F3"/>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B03-BA4D-A928-D163B687FAAB}"/>
                </c:ext>
              </c:extLst>
            </c:dLbl>
            <c:dLbl>
              <c:idx val="1"/>
              <c:layout>
                <c:manualLayout>
                  <c:x val="9.2632300000000001E-2"/>
                </c:manualLayout>
              </c:layout>
              <c:numFmt formatCode="0%" sourceLinked="0"/>
              <c:spPr/>
              <c:txPr>
                <a:bodyPr vert="horz" wrap="square" anchor="ctr" anchorCtr="1"/>
                <a:lstStyle/>
                <a:p>
                  <a:pPr>
                    <a:defRPr sz="1197" b="1" i="0" strike="noStrike">
                      <a:solidFill>
                        <a:srgbClr val="3172F3"/>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B03-BA4D-A928-D163B687FAAB}"/>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3172F3"/>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03-BA4D-A928-D163B687FAAB}"/>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3172F3"/>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B03-BA4D-A928-D163B687FAAB}"/>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3172F3"/>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B03-BA4D-A928-D163B687FAAB}"/>
                </c:ext>
              </c:extLst>
            </c:dLbl>
            <c:numFmt formatCode="0%" sourceLinked="0"/>
            <c:spPr>
              <a:noFill/>
              <a:ln>
                <a:noFill/>
              </a:ln>
              <a:effectLst/>
            </c:spPr>
            <c:txPr>
              <a:bodyPr vert="horz" wrap="square" anchor="ctr" anchorCtr="1"/>
              <a:lstStyle/>
              <a:p>
                <a:pPr>
                  <a:defRPr sz="1197" b="0" i="0" strike="noStrike">
                    <a:solidFill>
                      <a:srgbClr val="3172F3"/>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4B03-BA4D-A928-D163B687FAAB}"/>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302F3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302F31">
                  <a:alpha val="50000"/>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bg1"/>
                </a:solidFill>
                <a:latin typeface="MiSans VF Light" pitchFamily="2" charset="-122"/>
                <a:ea typeface="MiSans VF Light" pitchFamily="2" charset="-122"/>
                <a:cs typeface="MiSans VF Light" pitchFamily="2" charset="-122"/>
              </a:defRPr>
            </a:pPr>
            <a:r>
              <a:rPr lang="zh-CN" sz="1200" b="0" i="0" strike="noStrike" dirty="0">
                <a:solidFill>
                  <a:schemeClr val="bg1"/>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FFFFFF"/>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AB0-FF43-8EE5-87A2416E6F6D}"/>
                </c:ext>
              </c:extLst>
            </c:dLbl>
            <c:dLbl>
              <c:idx val="1"/>
              <c:layout>
                <c:manualLayout>
                  <c:x val="9.2632300000000001E-2"/>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AB0-FF43-8EE5-87A2416E6F6D}"/>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AB0-FF43-8EE5-87A2416E6F6D}"/>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chemeClr val="bg1"/>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AB0-FF43-8EE5-87A2416E6F6D}"/>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chemeClr val="bg1"/>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AB0-FF43-8EE5-87A2416E6F6D}"/>
                </c:ext>
              </c:extLst>
            </c:dLbl>
            <c:numFmt formatCode="0%" sourceLinked="0"/>
            <c:spPr>
              <a:noFill/>
              <a:ln>
                <a:noFill/>
              </a:ln>
              <a:effectLst/>
            </c:spPr>
            <c:txPr>
              <a:bodyPr vert="horz" wrap="square" anchor="ctr" anchorCtr="1"/>
              <a:lstStyle/>
              <a:p>
                <a:pPr>
                  <a:defRPr sz="1197" b="0" i="0" strike="noStrike">
                    <a:solidFill>
                      <a:schemeClr val="bg1"/>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7AB0-FF43-8EE5-87A2416E6F6D}"/>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bg1"/>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BF8F2"/>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81"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0074FD"/>
                </a:solidFill>
                <a:latin typeface="MiSans VF Bold" pitchFamily="2" charset="-122"/>
                <a:ea typeface="MiSans VF Bold" pitchFamily="2" charset="-122"/>
                <a:cs typeface="MiSans VF Bold" pitchFamily="2" charset="-122"/>
                <a:sym typeface="ChillYunmoGothicBold"/>
              </a:rPr>
              <a:t>品牌重塑</a:t>
            </a:r>
            <a:endParaRPr lang="en-US" altLang="zh-CN" sz="6200" b="1" dirty="0">
              <a:solidFill>
                <a:srgbClr val="0074FD"/>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0074FD"/>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074FD"/>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0074FD"/>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0074FD"/>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0074FD"/>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074FD"/>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0074FD"/>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074FD"/>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0074FD"/>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302F31"/>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302F31"/>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074FD"/>
                  </a:solidFill>
                  <a:latin typeface="MiSans VF Light" pitchFamily="2" charset="-122"/>
                  <a:ea typeface="MiSans VF Light" pitchFamily="2" charset="-122"/>
                  <a:cs typeface="MiSans VF Light" pitchFamily="2" charset="-122"/>
                  <a:sym typeface="SimHei"/>
                </a:rPr>
                <a:t>001</a:t>
              </a:r>
              <a:endParaRPr lang="zh-CN" altLang="en-US" sz="1600" dirty="0">
                <a:solidFill>
                  <a:srgbClr val="0074FD"/>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302F31"/>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302F31"/>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074FD"/>
                  </a:solidFill>
                  <a:latin typeface="MiSans VF Light" pitchFamily="2" charset="-122"/>
                  <a:ea typeface="MiSans VF Light" pitchFamily="2" charset="-122"/>
                  <a:cs typeface="MiSans VF Light" pitchFamily="2" charset="-122"/>
                  <a:sym typeface="SimHei"/>
                </a:rPr>
                <a:t>002</a:t>
              </a:r>
              <a:endParaRPr lang="zh-CN" altLang="en-US" sz="1600" dirty="0">
                <a:solidFill>
                  <a:srgbClr val="0074FD"/>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302F31"/>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074FD"/>
                  </a:solidFill>
                  <a:latin typeface="MiSans VF Light" pitchFamily="2" charset="-122"/>
                  <a:ea typeface="MiSans VF Light" pitchFamily="2" charset="-122"/>
                  <a:cs typeface="MiSans VF Light" pitchFamily="2" charset="-122"/>
                  <a:sym typeface="SimHei"/>
                </a:rPr>
                <a:t>003</a:t>
              </a:r>
              <a:endParaRPr lang="zh-CN" altLang="en-US" sz="1600" dirty="0">
                <a:solidFill>
                  <a:srgbClr val="0074FD"/>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302F31"/>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302F31"/>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074FD"/>
                  </a:solidFill>
                  <a:latin typeface="MiSans VF Light" pitchFamily="2" charset="-122"/>
                  <a:ea typeface="MiSans VF Light" pitchFamily="2" charset="-122"/>
                  <a:cs typeface="MiSans VF Light" pitchFamily="2" charset="-122"/>
                  <a:sym typeface="SimHei"/>
                </a:rPr>
                <a:t>004</a:t>
              </a:r>
              <a:endParaRPr lang="zh-CN" altLang="en-US" sz="1600" dirty="0">
                <a:solidFill>
                  <a:srgbClr val="0074FD"/>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0074FD"/>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0074FD"/>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302F31"/>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302F31"/>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0074FD"/>
                  </a:solidFill>
                  <a:latin typeface="MiSans VF Light" pitchFamily="2" charset="-122"/>
                  <a:ea typeface="MiSans VF Light" pitchFamily="2" charset="-122"/>
                  <a:cs typeface="MiSans VF Light" pitchFamily="2" charset="-122"/>
                  <a:sym typeface="SimHei"/>
                </a:rPr>
                <a:t>000</a:t>
              </a:r>
              <a:endParaRPr lang="zh-CN" altLang="en-US" sz="1600" dirty="0">
                <a:solidFill>
                  <a:srgbClr val="0074FD"/>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530598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0074FD"/>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302F31"/>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302F31"/>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302F3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302F31"/>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302F3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302F31"/>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302F3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302F31"/>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302F31"/>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0074FD"/>
                </a:solidFill>
                <a:latin typeface="MiSans VF Thin" pitchFamily="2" charset="-122"/>
                <a:ea typeface="MiSans VF Thin" pitchFamily="2" charset="-122"/>
                <a:cs typeface="MiSans VF Thin" pitchFamily="2" charset="-122"/>
                <a:sym typeface="SimHei"/>
              </a:rPr>
              <a:t>01</a:t>
            </a:r>
            <a:endParaRPr lang="zh-CN" altLang="en-US" sz="4000" dirty="0">
              <a:solidFill>
                <a:srgbClr val="0074FD"/>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0074FD"/>
                </a:solidFill>
                <a:latin typeface="MiSans VF Thin" pitchFamily="2" charset="-122"/>
                <a:ea typeface="MiSans VF Thin" pitchFamily="2" charset="-122"/>
                <a:cs typeface="MiSans VF Thin" pitchFamily="2" charset="-122"/>
                <a:sym typeface="SimHei"/>
              </a:rPr>
              <a:t>02</a:t>
            </a:r>
            <a:endParaRPr lang="zh-CN" altLang="en-US" sz="4000" dirty="0">
              <a:solidFill>
                <a:srgbClr val="0074FD"/>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0074FD"/>
                </a:solidFill>
                <a:latin typeface="MiSans VF Thin" pitchFamily="2" charset="-122"/>
                <a:ea typeface="MiSans VF Thin" pitchFamily="2" charset="-122"/>
                <a:cs typeface="MiSans VF Thin" pitchFamily="2" charset="-122"/>
                <a:sym typeface="SimHei"/>
              </a:rPr>
              <a:t>03</a:t>
            </a:r>
            <a:endParaRPr lang="zh-CN" altLang="en-US" sz="4000" dirty="0">
              <a:solidFill>
                <a:srgbClr val="0074FD"/>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0074FD"/>
                </a:solidFill>
                <a:latin typeface="MiSans VF Thin" pitchFamily="2" charset="-122"/>
                <a:ea typeface="MiSans VF Thin" pitchFamily="2" charset="-122"/>
                <a:cs typeface="MiSans VF Thin" pitchFamily="2" charset="-122"/>
                <a:sym typeface="SimHei"/>
              </a:rPr>
              <a:t>04</a:t>
            </a:r>
            <a:endParaRPr lang="zh-CN" altLang="en-US" sz="4000" dirty="0">
              <a:solidFill>
                <a:srgbClr val="0074FD"/>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074FD"/>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诊断</a:t>
            </a:r>
            <a:r>
              <a:rPr lang="en-US" altLang="zh-CN" sz="4000" b="1" dirty="0">
                <a:solidFill>
                  <a:srgbClr val="302F31"/>
                </a:solidFill>
                <a:latin typeface="MiSans VF Bold" pitchFamily="2" charset="-122"/>
                <a:ea typeface="MiSans VF Bold" pitchFamily="2" charset="-122"/>
                <a:cs typeface="MiSans VF Bold" pitchFamily="2" charset="-122"/>
                <a:sym typeface="SimHei"/>
              </a:rPr>
              <a:t>:</a:t>
            </a:r>
            <a:r>
              <a:rPr lang="zh-CN" altLang="en-US" sz="4000" b="1" dirty="0">
                <a:solidFill>
                  <a:srgbClr val="302F31"/>
                </a:solidFill>
                <a:latin typeface="MiSans VF Bold" pitchFamily="2" charset="-122"/>
                <a:ea typeface="MiSans VF Bold" pitchFamily="2" charset="-122"/>
                <a:cs typeface="MiSans VF Bold" pitchFamily="2" charset="-122"/>
                <a:sym typeface="SimHei"/>
              </a:rPr>
              <a:t> </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0" y="1"/>
            <a:ext cx="4348478" cy="2091765"/>
          </a:xfrm>
          <a:prstGeom prst="rect">
            <a:avLst/>
          </a:prstGeom>
          <a:solidFill>
            <a:srgbClr val="0074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BF8F3">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BF8F3">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都在</a:t>
            </a:r>
            <a:r>
              <a:rPr lang="zh-CN" altLang="en-US" sz="4000" b="1" dirty="0">
                <a:solidFill>
                  <a:srgbClr val="0074FD"/>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0074FD"/>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FBF8F3"/>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FBF8F3"/>
              </a:solidFill>
              <a:latin typeface="Didot" panose="02000503000000020003" pitchFamily="2" charset="-79"/>
              <a:ea typeface="MiSans VF Bold" pitchFamily="2" charset="-122"/>
              <a:cs typeface="Didot" panose="02000503000000020003" pitchFamily="2" charset="-79"/>
              <a:sym typeface="SimHei"/>
            </a:endParaRPr>
          </a:p>
        </p:txBody>
      </p:sp>
      <p:pic>
        <p:nvPicPr>
          <p:cNvPr id="10" name="图片 9" descr="This may contain: an abstract background with blue, green and white circles">
            <a:extLst>
              <a:ext uri="{FF2B5EF4-FFF2-40B4-BE49-F238E27FC236}">
                <a16:creationId xmlns:a16="http://schemas.microsoft.com/office/drawing/2014/main" id="{D718EFEC-E6B6-8455-A900-7B8162EB6BA2}"/>
              </a:ext>
            </a:extLst>
          </p:cNvPr>
          <p:cNvPicPr>
            <a:picLocks noChangeAspect="1"/>
          </p:cNvPicPr>
          <p:nvPr/>
        </p:nvPicPr>
        <p:blipFill>
          <a:blip r:embed="rId2"/>
          <a:srcRect l="3694" r="12864"/>
          <a:stretch>
            <a:fillRect/>
          </a:stretch>
        </p:blipFill>
        <p:spPr>
          <a:xfrm rot="5400000">
            <a:off x="7198534" y="1419674"/>
            <a:ext cx="3779451" cy="5661795"/>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0074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302F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302F31"/>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0074FD"/>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302F31"/>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302F31"/>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302F31"/>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2760C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302F31"/>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302F31"/>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2760C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2760C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0074FD"/>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0074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8" y="1206344"/>
            <a:ext cx="768845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0906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302F31"/>
              </a:solidFill>
            </a:endParaRPr>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379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chemeClr val="bg1"/>
                </a:solidFill>
                <a:latin typeface="MiSans VF Bold" pitchFamily="2" charset="-122"/>
                <a:ea typeface="MiSans VF Bold" pitchFamily="2" charset="-122"/>
                <a:cs typeface="MiSans VF Bold" pitchFamily="2" charset="-122"/>
                <a:sym typeface="SimHei"/>
              </a:rPr>
              <a:t>Main</a:t>
            </a:r>
            <a:r>
              <a:rPr lang="zh-CN" altLang="en-US" b="1" dirty="0">
                <a:solidFill>
                  <a:schemeClr val="bg1"/>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#3172F4</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solidFill>
                <a:latin typeface="MiSans VF Bold" pitchFamily="2" charset="-122"/>
                <a:ea typeface="MiSans VF Bold" pitchFamily="2" charset="-122"/>
                <a:cs typeface="MiSans VF Bold" pitchFamily="2" charset="-122"/>
                <a:sym typeface="SimHei"/>
              </a:rPr>
              <a:t>#559AF0</a:t>
            </a:r>
            <a:endParaRPr lang="zh-CN" altLang="en-US" sz="1200" b="1" dirty="0">
              <a:solidFill>
                <a:schemeClr val="bg1"/>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#FFFFFF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#060407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748964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379CF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2760C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302F31"/>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302F31"/>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302F31"/>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302F31"/>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9" y="1206344"/>
            <a:ext cx="803441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0074FD"/>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302F31"/>
                </a:solidFill>
                <a:latin typeface="MiSans VF Bold" pitchFamily="2" charset="-122"/>
                <a:ea typeface="MiSans VF Bold" pitchFamily="2" charset="-122"/>
                <a:cs typeface="MiSans VF Bold" pitchFamily="2" charset="-122"/>
                <a:sym typeface="SimHei"/>
              </a:rPr>
              <a:t>BRAND</a:t>
            </a:r>
            <a:r>
              <a:rPr lang="zh-CN" altLang="en-US" b="1" dirty="0">
                <a:solidFill>
                  <a:srgbClr val="302F31"/>
                </a:solidFill>
                <a:latin typeface="MiSans VF Bold" pitchFamily="2" charset="-122"/>
                <a:ea typeface="MiSans VF Bold" pitchFamily="2" charset="-122"/>
                <a:cs typeface="MiSans VF Bold" pitchFamily="2" charset="-122"/>
                <a:sym typeface="SimHei"/>
              </a:rPr>
              <a:t> </a:t>
            </a:r>
            <a:r>
              <a:rPr lang="en-US" altLang="zh-CN" b="1" dirty="0">
                <a:solidFill>
                  <a:srgbClr val="302F31"/>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302F31"/>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8" y="1206344"/>
            <a:ext cx="6949889"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85445F94-75DA-9614-807E-85663CDFEC36}"/>
              </a:ext>
            </a:extLst>
          </p:cNvPr>
          <p:cNvGraphicFramePr/>
          <p:nvPr>
            <p:extLst>
              <p:ext uri="{D42A27DB-BD31-4B8C-83A1-F6EECF244321}">
                <p14:modId xmlns:p14="http://schemas.microsoft.com/office/powerpoint/2010/main" val="3956987728"/>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74FD"/>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EF2E8"/>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FEF2E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92409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FEF2E8"/>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FEF2E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87F1C8B5-8B88-FB33-A5D8-C155CD85648B}"/>
              </a:ext>
            </a:extLst>
          </p:cNvPr>
          <p:cNvGraphicFramePr/>
          <p:nvPr>
            <p:extLst>
              <p:ext uri="{D42A27DB-BD31-4B8C-83A1-F6EECF244321}">
                <p14:modId xmlns:p14="http://schemas.microsoft.com/office/powerpoint/2010/main" val="3793166845"/>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5" name="矩形 4">
            <a:extLst>
              <a:ext uri="{FF2B5EF4-FFF2-40B4-BE49-F238E27FC236}">
                <a16:creationId xmlns:a16="http://schemas.microsoft.com/office/drawing/2014/main" id="{86EBE56D-6C1D-51A6-FE85-BCB4D0AB7B19}"/>
              </a:ext>
            </a:extLst>
          </p:cNvPr>
          <p:cNvSpPr/>
          <p:nvPr/>
        </p:nvSpPr>
        <p:spPr>
          <a:xfrm>
            <a:off x="5317152" y="859393"/>
            <a:ext cx="3937973" cy="5436277"/>
          </a:xfrm>
          <a:prstGeom prst="rect">
            <a:avLst/>
          </a:prstGeom>
          <a:pattFill prst="ltDnDiag">
            <a:fgClr>
              <a:srgbClr val="379CF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FD70E124-3E7E-81BF-A0F7-636A10B7F18F}"/>
              </a:ext>
            </a:extLst>
          </p:cNvPr>
          <p:cNvSpPr/>
          <p:nvPr/>
        </p:nvSpPr>
        <p:spPr>
          <a:xfrm>
            <a:off x="9277720" y="3245578"/>
            <a:ext cx="2455561" cy="3050091"/>
          </a:xfrm>
          <a:prstGeom prst="rect">
            <a:avLst/>
          </a:prstGeom>
          <a:pattFill prst="pct50">
            <a:fgClr>
              <a:srgbClr val="379CF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5D6956B1-B59F-9D2C-EBAB-BCB1A1B72386}"/>
              </a:ext>
            </a:extLst>
          </p:cNvPr>
          <p:cNvSpPr/>
          <p:nvPr/>
        </p:nvSpPr>
        <p:spPr>
          <a:xfrm>
            <a:off x="9277720" y="860529"/>
            <a:ext cx="2455561" cy="2358734"/>
          </a:xfrm>
          <a:prstGeom prst="rect">
            <a:avLst/>
          </a:prstGeom>
          <a:pattFill prst="pct70">
            <a:fgClr>
              <a:srgbClr val="0A84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0" name="矩形 9">
            <a:extLst>
              <a:ext uri="{FF2B5EF4-FFF2-40B4-BE49-F238E27FC236}">
                <a16:creationId xmlns:a16="http://schemas.microsoft.com/office/drawing/2014/main" id="{C03335C0-D9A6-C4CE-BFDC-80747A989476}"/>
              </a:ext>
            </a:extLst>
          </p:cNvPr>
          <p:cNvSpPr/>
          <p:nvPr/>
        </p:nvSpPr>
        <p:spPr>
          <a:xfrm>
            <a:off x="524795" y="1069129"/>
            <a:ext cx="1962681" cy="4719741"/>
          </a:xfrm>
          <a:prstGeom prst="rect">
            <a:avLst/>
          </a:prstGeom>
          <a:solidFill>
            <a:srgbClr val="0074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5" name="矩形 4">
            <a:extLst>
              <a:ext uri="{FF2B5EF4-FFF2-40B4-BE49-F238E27FC236}">
                <a16:creationId xmlns:a16="http://schemas.microsoft.com/office/drawing/2014/main" id="{41FD3A61-5390-5ED4-22DD-81DED4DF84D4}"/>
              </a:ext>
            </a:extLst>
          </p:cNvPr>
          <p:cNvSpPr/>
          <p:nvPr/>
        </p:nvSpPr>
        <p:spPr>
          <a:xfrm>
            <a:off x="2510071" y="1069129"/>
            <a:ext cx="6739946" cy="4719739"/>
          </a:xfrm>
          <a:prstGeom prst="rect">
            <a:avLst/>
          </a:prstGeom>
          <a:pattFill prst="ltDnDiag">
            <a:fgClr>
              <a:srgbClr val="379CF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矩形 5">
            <a:extLst>
              <a:ext uri="{FF2B5EF4-FFF2-40B4-BE49-F238E27FC236}">
                <a16:creationId xmlns:a16="http://schemas.microsoft.com/office/drawing/2014/main" id="{A49B9D0A-315C-3B57-D252-A42659D47ED8}"/>
              </a:ext>
            </a:extLst>
          </p:cNvPr>
          <p:cNvSpPr/>
          <p:nvPr/>
        </p:nvSpPr>
        <p:spPr>
          <a:xfrm>
            <a:off x="9272611" y="3455315"/>
            <a:ext cx="2455561" cy="2332420"/>
          </a:xfrm>
          <a:prstGeom prst="rect">
            <a:avLst/>
          </a:prstGeom>
          <a:pattFill prst="pct50">
            <a:fgClr>
              <a:srgbClr val="379CF7"/>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A594BE22-D7F6-5C4F-B41A-E780E02C72A0}"/>
              </a:ext>
            </a:extLst>
          </p:cNvPr>
          <p:cNvSpPr/>
          <p:nvPr/>
        </p:nvSpPr>
        <p:spPr>
          <a:xfrm>
            <a:off x="9272611" y="1070265"/>
            <a:ext cx="2455561" cy="2358734"/>
          </a:xfrm>
          <a:prstGeom prst="rect">
            <a:avLst/>
          </a:prstGeom>
          <a:pattFill prst="pct70">
            <a:fgClr>
              <a:srgbClr val="0A84FF"/>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2760C9"/>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9" y="1206344"/>
            <a:ext cx="867221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这是</a:t>
            </a:r>
            <a:r>
              <a:rPr lang="zh-CN" altLang="en-US" sz="4000" b="1" dirty="0">
                <a:solidFill>
                  <a:srgbClr val="0074FD"/>
                </a:solidFill>
                <a:latin typeface="MiSans VF Bold" pitchFamily="2" charset="-122"/>
                <a:ea typeface="MiSans VF Bold" pitchFamily="2" charset="-122"/>
                <a:cs typeface="MiSans VF Bold" pitchFamily="2" charset="-122"/>
                <a:sym typeface="SimHei"/>
              </a:rPr>
              <a:t>左图右文</a:t>
            </a:r>
            <a:endParaRPr lang="en-US" altLang="zh-CN" sz="4000" b="1" dirty="0">
              <a:solidFill>
                <a:srgbClr val="0074FD"/>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302F3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302F3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0074FD">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0074FD">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9" y="1206344"/>
            <a:ext cx="82216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这是</a:t>
            </a:r>
            <a:r>
              <a:rPr lang="zh-CN" altLang="en-US" sz="4000" b="1" dirty="0">
                <a:solidFill>
                  <a:srgbClr val="0074FD"/>
                </a:solidFill>
                <a:latin typeface="MiSans VF Bold" pitchFamily="2" charset="-122"/>
                <a:ea typeface="MiSans VF Bold" pitchFamily="2" charset="-122"/>
                <a:cs typeface="MiSans VF Bold" pitchFamily="2" charset="-122"/>
                <a:sym typeface="SimHei"/>
              </a:rPr>
              <a:t>多列</a:t>
            </a:r>
            <a:r>
              <a:rPr lang="zh-CN" altLang="en-US" sz="4000" b="1" dirty="0">
                <a:solidFill>
                  <a:srgbClr val="302F31"/>
                </a:solidFill>
                <a:latin typeface="MiSans VF Bold" pitchFamily="2" charset="-122"/>
                <a:ea typeface="MiSans VF Bold" pitchFamily="2" charset="-122"/>
                <a:cs typeface="MiSans VF Bold" pitchFamily="2" charset="-122"/>
                <a:sym typeface="SimHei"/>
              </a:rPr>
              <a:t>文案</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02F31"/>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02F31"/>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302F31"/>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8" y="1206344"/>
            <a:ext cx="880473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这是双行文案</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302F31">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02F31"/>
                </a:solidFill>
                <a:latin typeface="MiSans VF Bold" pitchFamily="2" charset="-122"/>
                <a:ea typeface="MiSans VF Bold" pitchFamily="2" charset="-122"/>
                <a:cs typeface="MiSans VF Bold" pitchFamily="2" charset="-122"/>
                <a:sym typeface="SimHei"/>
              </a:rPr>
              <a:t>01</a:t>
            </a:r>
            <a:r>
              <a:rPr lang="zh-CN" altLang="en-US" sz="2000" b="1" dirty="0">
                <a:solidFill>
                  <a:srgbClr val="302F31"/>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302F31"/>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302F31"/>
                </a:solidFill>
                <a:latin typeface="MiSans VF Bold" pitchFamily="2" charset="-122"/>
                <a:ea typeface="MiSans VF Bold" pitchFamily="2" charset="-122"/>
                <a:cs typeface="MiSans VF Bold" pitchFamily="2" charset="-122"/>
                <a:sym typeface="SimHei"/>
              </a:rPr>
              <a:t>02</a:t>
            </a:r>
            <a:r>
              <a:rPr lang="zh-CN" altLang="en-US" sz="2000" b="1" dirty="0">
                <a:solidFill>
                  <a:srgbClr val="302F31"/>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302F31"/>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8057407"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这是三列文案</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074FD"/>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302F3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302F31"/>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074FD"/>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302F3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302F31"/>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074FD"/>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302F31"/>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302F31"/>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302F31">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302F31">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302F31">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302F31">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0074FD"/>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0074FD"/>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302F31"/>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302F31"/>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379C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379CF7"/>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2760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302F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90609"/>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302F3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302F31"/>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302F3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chemeClr val="bg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chemeClr val="bg1">
                    <a:alpha val="80000"/>
                  </a:scheme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EF2E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EF2E8"/>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EF2E8"/>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EF2E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EF2E8"/>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EF2E8"/>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379CF7">
                  <a:alpha val="2000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0074FD"/>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0074FD"/>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302F31"/>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0074FD"/>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0074FD"/>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0074FD"/>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0074FD"/>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0074FD"/>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0074FD"/>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0074FD"/>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0074FD"/>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89</TotalTime>
  <Words>2024</Words>
  <Application>Microsoft Macintosh PowerPoint</Application>
  <PresentationFormat>宽屏</PresentationFormat>
  <Paragraphs>272</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7</cp:revision>
  <dcterms:created xsi:type="dcterms:W3CDTF">2026-06-02T14:06:00Z</dcterms:created>
  <dcterms:modified xsi:type="dcterms:W3CDTF">2026-06-08T10:50:41Z</dcterms:modified>
</cp:coreProperties>
</file>