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5"/>
  </p:notesMasterIdLst>
  <p:sldIdLst>
    <p:sldId id="256" r:id="rId3"/>
    <p:sldId id="266" r:id="rId4"/>
    <p:sldId id="267" r:id="rId5"/>
    <p:sldId id="276" r:id="rId6"/>
    <p:sldId id="275" r:id="rId7"/>
    <p:sldId id="277" r:id="rId8"/>
    <p:sldId id="293" r:id="rId9"/>
    <p:sldId id="279" r:id="rId10"/>
    <p:sldId id="294" r:id="rId11"/>
    <p:sldId id="281" r:id="rId12"/>
    <p:sldId id="282" r:id="rId13"/>
    <p:sldId id="284" r:id="rId14"/>
    <p:sldId id="283" r:id="rId15"/>
    <p:sldId id="285" r:id="rId16"/>
    <p:sldId id="280" r:id="rId17"/>
    <p:sldId id="286" r:id="rId18"/>
    <p:sldId id="289" r:id="rId19"/>
    <p:sldId id="296" r:id="rId20"/>
    <p:sldId id="290" r:id="rId21"/>
    <p:sldId id="291" r:id="rId22"/>
    <p:sldId id="292" r:id="rId23"/>
    <p:sldId id="29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B8C7"/>
    <a:srgbClr val="1D4266"/>
    <a:srgbClr val="12293E"/>
    <a:srgbClr val="0E1F2F"/>
    <a:srgbClr val="0D1F2F"/>
    <a:srgbClr val="192331"/>
    <a:srgbClr val="131A24"/>
    <a:srgbClr val="379CF7"/>
    <a:srgbClr val="0074FD"/>
    <a:srgbClr val="302F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95"/>
    <p:restoredTop sz="94658"/>
  </p:normalViewPr>
  <p:slideViewPr>
    <p:cSldViewPr snapToGrid="0">
      <p:cViewPr varScale="1">
        <p:scale>
          <a:sx n="120" d="100"/>
          <a:sy n="120" d="100"/>
        </p:scale>
        <p:origin x="496" y="184"/>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bg1"/>
                </a:solidFill>
                <a:latin typeface="MiSans VF Light" pitchFamily="2" charset="-122"/>
                <a:ea typeface="MiSans VF Light" pitchFamily="2" charset="-122"/>
                <a:cs typeface="MiSans VF Light" pitchFamily="2" charset="-122"/>
              </a:defRPr>
            </a:pPr>
            <a:r>
              <a:rPr lang="zh-CN" sz="1200" b="0" i="0" strike="noStrike" dirty="0">
                <a:solidFill>
                  <a:schemeClr val="bg1"/>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21B8C7"/>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21B8C7"/>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698-EC41-8DDD-1B59E919F83B}"/>
                </c:ext>
              </c:extLst>
            </c:dLbl>
            <c:dLbl>
              <c:idx val="1"/>
              <c:layout>
                <c:manualLayout>
                  <c:x val="9.2632300000000001E-2"/>
                </c:manualLayout>
              </c:layout>
              <c:numFmt formatCode="0%" sourceLinked="0"/>
              <c:spPr/>
              <c:txPr>
                <a:bodyPr vert="horz" wrap="square" anchor="ctr" anchorCtr="1"/>
                <a:lstStyle/>
                <a:p>
                  <a:pPr>
                    <a:defRPr sz="1197" b="1" i="0" strike="noStrike">
                      <a:solidFill>
                        <a:srgbClr val="21B8C7"/>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698-EC41-8DDD-1B59E919F83B}"/>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21B8C7"/>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698-EC41-8DDD-1B59E919F83B}"/>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21B8C7"/>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698-EC41-8DDD-1B59E919F83B}"/>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21B8C7"/>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698-EC41-8DDD-1B59E919F83B}"/>
                </c:ext>
              </c:extLst>
            </c:dLbl>
            <c:numFmt formatCode="0%" sourceLinked="0"/>
            <c:spPr>
              <a:noFill/>
              <a:ln>
                <a:noFill/>
              </a:ln>
              <a:effectLst/>
            </c:spPr>
            <c:txPr>
              <a:bodyPr vert="horz" wrap="square" anchor="ctr" anchorCtr="1"/>
              <a:lstStyle/>
              <a:p>
                <a:pPr>
                  <a:defRPr sz="1197" b="0" i="0" strike="noStrike">
                    <a:solidFill>
                      <a:srgbClr val="21B8C7"/>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C698-EC41-8DDD-1B59E919F83B}"/>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bg1"/>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chemeClr val="bg1">
                  <a:alpha val="50196"/>
                </a:scheme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rgbClr val="12293E"/>
                </a:solidFill>
                <a:latin typeface="MiSans VF Light" pitchFamily="2" charset="-122"/>
                <a:ea typeface="MiSans VF Light" pitchFamily="2" charset="-122"/>
                <a:cs typeface="MiSans VF Light" pitchFamily="2" charset="-122"/>
              </a:defRPr>
            </a:pPr>
            <a:r>
              <a:rPr lang="zh-CN" sz="1200" b="0" i="0" strike="noStrike" dirty="0">
                <a:solidFill>
                  <a:srgbClr val="12293E"/>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12293E"/>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12293E"/>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017-0540-9773-1D1B9D673556}"/>
                </c:ext>
              </c:extLst>
            </c:dLbl>
            <c:dLbl>
              <c:idx val="1"/>
              <c:layout>
                <c:manualLayout>
                  <c:x val="9.2632300000000001E-2"/>
                </c:manualLayout>
              </c:layout>
              <c:numFmt formatCode="0%" sourceLinked="0"/>
              <c:spPr/>
              <c:txPr>
                <a:bodyPr vert="horz" wrap="square" anchor="ctr" anchorCtr="1"/>
                <a:lstStyle/>
                <a:p>
                  <a:pPr>
                    <a:defRPr sz="1197" b="1" i="0" strike="noStrike">
                      <a:solidFill>
                        <a:srgbClr val="12293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017-0540-9773-1D1B9D673556}"/>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12293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017-0540-9773-1D1B9D673556}"/>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12293E"/>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017-0540-9773-1D1B9D673556}"/>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12293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017-0540-9773-1D1B9D673556}"/>
                </c:ext>
              </c:extLst>
            </c:dLbl>
            <c:numFmt formatCode="0%" sourceLinked="0"/>
            <c:spPr>
              <a:noFill/>
              <a:ln>
                <a:noFill/>
              </a:ln>
              <a:effectLst/>
            </c:spPr>
            <c:txPr>
              <a:bodyPr vert="horz" wrap="square" anchor="ctr" anchorCtr="1"/>
              <a:lstStyle/>
              <a:p>
                <a:pPr>
                  <a:defRPr sz="1197" b="0" i="0" strike="noStrike">
                    <a:solidFill>
                      <a:srgbClr val="12293E"/>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C017-0540-9773-1D1B9D673556}"/>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1D4266"/>
            </a:solidFill>
            <a:round/>
          </a:ln>
          <a:effectLst/>
        </c:spPr>
        <c:txPr>
          <a:bodyPr/>
          <a:lstStyle/>
          <a:p>
            <a:pPr>
              <a:defRPr sz="1197" b="0" i="0" strike="noStrike">
                <a:solidFill>
                  <a:srgbClr val="12293E"/>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rgbClr val="1D4266">
                  <a:alpha val="50196"/>
                </a:srgb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3720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8FB6-6195-6179-89BA-F9E8CB0091D3}"/>
            </a:ext>
          </a:extLst>
        </p:cNvPr>
        <p:cNvGrpSpPr/>
        <p:nvPr/>
      </p:nvGrpSpPr>
      <p:grpSpPr>
        <a:xfrm>
          <a:off x="0" y="0"/>
          <a:ext cx="0" cy="0"/>
          <a:chOff x="0" y="0"/>
          <a:chExt cx="0" cy="0"/>
        </a:xfrm>
      </p:grpSpPr>
      <p:sp>
        <p:nvSpPr>
          <p:cNvPr id="16" name="Header Placeholder 1">
            <a:extLst>
              <a:ext uri="{FF2B5EF4-FFF2-40B4-BE49-F238E27FC236}">
                <a16:creationId xmlns:a16="http://schemas.microsoft.com/office/drawing/2014/main" id="{203E0076-4591-FA01-0E9E-41F12149CB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a:extLst>
              <a:ext uri="{FF2B5EF4-FFF2-40B4-BE49-F238E27FC236}">
                <a16:creationId xmlns:a16="http://schemas.microsoft.com/office/drawing/2014/main" id="{7AB087EC-E062-F304-75CF-3015B839A9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a:extLst>
              <a:ext uri="{FF2B5EF4-FFF2-40B4-BE49-F238E27FC236}">
                <a16:creationId xmlns:a16="http://schemas.microsoft.com/office/drawing/2014/main" id="{80B85547-949B-2447-F320-BF5853287B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a:extLst>
              <a:ext uri="{FF2B5EF4-FFF2-40B4-BE49-F238E27FC236}">
                <a16:creationId xmlns:a16="http://schemas.microsoft.com/office/drawing/2014/main" id="{769C7579-2B7B-E763-BE75-D92F3206D8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a:extLst>
              <a:ext uri="{FF2B5EF4-FFF2-40B4-BE49-F238E27FC236}">
                <a16:creationId xmlns:a16="http://schemas.microsoft.com/office/drawing/2014/main" id="{0490D9AE-7ABB-57A5-43CA-26C3B69BE3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a:extLst>
              <a:ext uri="{FF2B5EF4-FFF2-40B4-BE49-F238E27FC236}">
                <a16:creationId xmlns:a16="http://schemas.microsoft.com/office/drawing/2014/main" id="{699A35F3-3CE2-A291-2C0E-1CB07B1CAB5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extLst>
      <p:ext uri="{BB962C8B-B14F-4D97-AF65-F5344CB8AC3E}">
        <p14:creationId xmlns:p14="http://schemas.microsoft.com/office/powerpoint/2010/main" val="376945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9BA8B5"/>
              </a:buClr>
              <a:buSzPts val="1800"/>
              <a:buNone/>
              <a:defRPr sz="1800">
                <a:solidFill>
                  <a:srgbClr val="9BA8B5"/>
                </a:solidFill>
              </a:defRPr>
            </a:lvl1pPr>
            <a:lvl2pPr marL="914400" lvl="1" indent="-228600" algn="l">
              <a:lnSpc>
                <a:spcPct val="90000"/>
              </a:lnSpc>
              <a:spcBef>
                <a:spcPts val="400"/>
              </a:spcBef>
              <a:spcAft>
                <a:spcPts val="0"/>
              </a:spcAft>
              <a:buClr>
                <a:srgbClr val="9BA8B5"/>
              </a:buClr>
              <a:buSzPts val="1500"/>
              <a:buNone/>
              <a:defRPr sz="1500">
                <a:solidFill>
                  <a:srgbClr val="9BA8B5"/>
                </a:solidFill>
              </a:defRPr>
            </a:lvl2pPr>
            <a:lvl3pPr marL="1371600" lvl="2" indent="-228600" algn="l">
              <a:lnSpc>
                <a:spcPct val="90000"/>
              </a:lnSpc>
              <a:spcBef>
                <a:spcPts val="400"/>
              </a:spcBef>
              <a:spcAft>
                <a:spcPts val="0"/>
              </a:spcAft>
              <a:buClr>
                <a:srgbClr val="9BA8B5"/>
              </a:buClr>
              <a:buSzPts val="1400"/>
              <a:buNone/>
              <a:defRPr sz="1400">
                <a:solidFill>
                  <a:srgbClr val="9BA8B5"/>
                </a:solidFill>
              </a:defRPr>
            </a:lvl3pPr>
            <a:lvl4pPr marL="1828800" lvl="3" indent="-228600" algn="l">
              <a:lnSpc>
                <a:spcPct val="90000"/>
              </a:lnSpc>
              <a:spcBef>
                <a:spcPts val="400"/>
              </a:spcBef>
              <a:spcAft>
                <a:spcPts val="0"/>
              </a:spcAft>
              <a:buClr>
                <a:srgbClr val="9BA8B5"/>
              </a:buClr>
              <a:buSzPts val="1200"/>
              <a:buNone/>
              <a:defRPr sz="1200">
                <a:solidFill>
                  <a:srgbClr val="9BA8B5"/>
                </a:solidFill>
              </a:defRPr>
            </a:lvl4pPr>
            <a:lvl5pPr marL="2286000" lvl="4" indent="-228600" algn="l">
              <a:lnSpc>
                <a:spcPct val="90000"/>
              </a:lnSpc>
              <a:spcBef>
                <a:spcPts val="400"/>
              </a:spcBef>
              <a:spcAft>
                <a:spcPts val="0"/>
              </a:spcAft>
              <a:buClr>
                <a:srgbClr val="9BA8B5"/>
              </a:buClr>
              <a:buSzPts val="1200"/>
              <a:buNone/>
              <a:defRPr sz="1200">
                <a:solidFill>
                  <a:srgbClr val="9BA8B5"/>
                </a:solidFill>
              </a:defRPr>
            </a:lvl5pPr>
            <a:lvl6pPr marL="2743200" lvl="5" indent="-228600" algn="l">
              <a:lnSpc>
                <a:spcPct val="90000"/>
              </a:lnSpc>
              <a:spcBef>
                <a:spcPts val="400"/>
              </a:spcBef>
              <a:spcAft>
                <a:spcPts val="0"/>
              </a:spcAft>
              <a:buClr>
                <a:srgbClr val="9BA8B5"/>
              </a:buClr>
              <a:buSzPts val="1200"/>
              <a:buNone/>
              <a:defRPr sz="1200">
                <a:solidFill>
                  <a:srgbClr val="9BA8B5"/>
                </a:solidFill>
              </a:defRPr>
            </a:lvl6pPr>
            <a:lvl7pPr marL="3200400" lvl="6" indent="-228600" algn="l">
              <a:lnSpc>
                <a:spcPct val="90000"/>
              </a:lnSpc>
              <a:spcBef>
                <a:spcPts val="400"/>
              </a:spcBef>
              <a:spcAft>
                <a:spcPts val="0"/>
              </a:spcAft>
              <a:buClr>
                <a:srgbClr val="9BA8B5"/>
              </a:buClr>
              <a:buSzPts val="1200"/>
              <a:buNone/>
              <a:defRPr sz="1200">
                <a:solidFill>
                  <a:srgbClr val="9BA8B5"/>
                </a:solidFill>
              </a:defRPr>
            </a:lvl7pPr>
            <a:lvl8pPr marL="3657600" lvl="7" indent="-228600" algn="l">
              <a:lnSpc>
                <a:spcPct val="90000"/>
              </a:lnSpc>
              <a:spcBef>
                <a:spcPts val="400"/>
              </a:spcBef>
              <a:spcAft>
                <a:spcPts val="0"/>
              </a:spcAft>
              <a:buClr>
                <a:srgbClr val="9BA8B5"/>
              </a:buClr>
              <a:buSzPts val="1200"/>
              <a:buNone/>
              <a:defRPr sz="1200">
                <a:solidFill>
                  <a:srgbClr val="9BA8B5"/>
                </a:solidFill>
              </a:defRPr>
            </a:lvl8pPr>
            <a:lvl9pPr marL="4114800" lvl="8" indent="-228600" algn="l">
              <a:lnSpc>
                <a:spcPct val="90000"/>
              </a:lnSpc>
              <a:spcBef>
                <a:spcPts val="400"/>
              </a:spcBef>
              <a:spcAft>
                <a:spcPts val="0"/>
              </a:spcAft>
              <a:buClr>
                <a:srgbClr val="9BA8B5"/>
              </a:buClr>
              <a:buSzPts val="1200"/>
              <a:buNone/>
              <a:defRPr sz="1200">
                <a:solidFill>
                  <a:srgbClr val="9BA8B5"/>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0F14"/>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9BA8B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9BA8B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9BA8B5"/>
                </a:solidFill>
                <a:latin typeface="Arial"/>
                <a:ea typeface="Arial"/>
                <a:cs typeface="Arial"/>
                <a:sym typeface="Arial"/>
              </a:defRPr>
            </a:lvl1pPr>
            <a:lvl2pPr marL="0" marR="0" lvl="1" indent="0" algn="r" rtl="0">
              <a:spcBef>
                <a:spcPts val="0"/>
              </a:spcBef>
              <a:buNone/>
              <a:defRPr sz="900" b="0" i="0" u="none" strike="noStrike" cap="none">
                <a:solidFill>
                  <a:srgbClr val="9BA8B5"/>
                </a:solidFill>
                <a:latin typeface="Arial"/>
                <a:ea typeface="Arial"/>
                <a:cs typeface="Arial"/>
                <a:sym typeface="Arial"/>
              </a:defRPr>
            </a:lvl2pPr>
            <a:lvl3pPr marL="0" marR="0" lvl="2" indent="0" algn="r" rtl="0">
              <a:spcBef>
                <a:spcPts val="0"/>
              </a:spcBef>
              <a:buNone/>
              <a:defRPr sz="900" b="0" i="0" u="none" strike="noStrike" cap="none">
                <a:solidFill>
                  <a:srgbClr val="9BA8B5"/>
                </a:solidFill>
                <a:latin typeface="Arial"/>
                <a:ea typeface="Arial"/>
                <a:cs typeface="Arial"/>
                <a:sym typeface="Arial"/>
              </a:defRPr>
            </a:lvl3pPr>
            <a:lvl4pPr marL="0" marR="0" lvl="3" indent="0" algn="r" rtl="0">
              <a:spcBef>
                <a:spcPts val="0"/>
              </a:spcBef>
              <a:buNone/>
              <a:defRPr sz="900" b="0" i="0" u="none" strike="noStrike" cap="none">
                <a:solidFill>
                  <a:srgbClr val="9BA8B5"/>
                </a:solidFill>
                <a:latin typeface="Arial"/>
                <a:ea typeface="Arial"/>
                <a:cs typeface="Arial"/>
                <a:sym typeface="Arial"/>
              </a:defRPr>
            </a:lvl4pPr>
            <a:lvl5pPr marL="0" marR="0" lvl="4" indent="0" algn="r" rtl="0">
              <a:spcBef>
                <a:spcPts val="0"/>
              </a:spcBef>
              <a:buNone/>
              <a:defRPr sz="900" b="0" i="0" u="none" strike="noStrike" cap="none">
                <a:solidFill>
                  <a:srgbClr val="9BA8B5"/>
                </a:solidFill>
                <a:latin typeface="Arial"/>
                <a:ea typeface="Arial"/>
                <a:cs typeface="Arial"/>
                <a:sym typeface="Arial"/>
              </a:defRPr>
            </a:lvl5pPr>
            <a:lvl6pPr marL="0" marR="0" lvl="5" indent="0" algn="r" rtl="0">
              <a:spcBef>
                <a:spcPts val="0"/>
              </a:spcBef>
              <a:buNone/>
              <a:defRPr sz="900" b="0" i="0" u="none" strike="noStrike" cap="none">
                <a:solidFill>
                  <a:srgbClr val="9BA8B5"/>
                </a:solidFill>
                <a:latin typeface="Arial"/>
                <a:ea typeface="Arial"/>
                <a:cs typeface="Arial"/>
                <a:sym typeface="Arial"/>
              </a:defRPr>
            </a:lvl6pPr>
            <a:lvl7pPr marL="0" marR="0" lvl="6" indent="0" algn="r" rtl="0">
              <a:spcBef>
                <a:spcPts val="0"/>
              </a:spcBef>
              <a:buNone/>
              <a:defRPr sz="900" b="0" i="0" u="none" strike="noStrike" cap="none">
                <a:solidFill>
                  <a:srgbClr val="9BA8B5"/>
                </a:solidFill>
                <a:latin typeface="Arial"/>
                <a:ea typeface="Arial"/>
                <a:cs typeface="Arial"/>
                <a:sym typeface="Arial"/>
              </a:defRPr>
            </a:lvl7pPr>
            <a:lvl8pPr marL="0" marR="0" lvl="7" indent="0" algn="r" rtl="0">
              <a:spcBef>
                <a:spcPts val="0"/>
              </a:spcBef>
              <a:buNone/>
              <a:defRPr sz="900" b="0" i="0" u="none" strike="noStrike" cap="none">
                <a:solidFill>
                  <a:srgbClr val="9BA8B5"/>
                </a:solidFill>
                <a:latin typeface="Arial"/>
                <a:ea typeface="Arial"/>
                <a:cs typeface="Arial"/>
                <a:sym typeface="Arial"/>
              </a:defRPr>
            </a:lvl8pPr>
            <a:lvl9pPr marL="0" marR="0" lvl="8" indent="0" algn="r" rtl="0">
              <a:spcBef>
                <a:spcPts val="0"/>
              </a:spcBef>
              <a:buNone/>
              <a:defRPr sz="900" b="0" i="0" u="none" strike="noStrike" cap="none">
                <a:solidFill>
                  <a:srgbClr val="9BA8B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1pPr>
      <a:lvl2pPr marR="0" lvl="1"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2pPr>
      <a:lvl3pPr marR="0" lvl="2"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3pPr>
      <a:lvl4pPr marR="0" lvl="3"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4pPr>
      <a:lvl5pPr marR="0" lvl="4"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5pPr>
      <a:lvl6pPr marR="0" lvl="5"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6pPr>
      <a:lvl7pPr marR="0" lvl="6"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7pPr>
      <a:lvl8pPr marR="0" lvl="7"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8pPr>
      <a:lvl9pPr marR="0" lvl="8"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1pPr>
      <a:lvl2pPr marR="0" lvl="1"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2pPr>
      <a:lvl3pPr marR="0" lvl="2"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3pPr>
      <a:lvl4pPr marR="0" lvl="3"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4pPr>
      <a:lvl5pPr marR="0" lvl="4"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5pPr>
      <a:lvl6pPr marR="0" lvl="5"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6pPr>
      <a:lvl7pPr marR="0" lvl="6"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7pPr>
      <a:lvl8pPr marR="0" lvl="7"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8pPr>
      <a:lvl9pPr marR="0" lvl="8"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1pPr>
      <a:lvl2pPr marR="0" lvl="1"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2pPr>
      <a:lvl3pPr marR="0" lvl="2"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3pPr>
      <a:lvl4pPr marR="0" lvl="3"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4pPr>
      <a:lvl5pPr marR="0" lvl="4"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5pPr>
      <a:lvl6pPr marR="0" lvl="5"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6pPr>
      <a:lvl7pPr marR="0" lvl="6"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7pPr>
      <a:lvl8pPr marR="0" lvl="7"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8pPr>
      <a:lvl9pPr marR="0" lvl="8" algn="l" rtl="0" eaLnBrk="1" hangingPunct="1">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0B0F14"/>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1pPr>
      <a:lvl2pPr marR="0" lvl="1"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2pPr>
      <a:lvl3pPr marR="0" lvl="2"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3pPr>
      <a:lvl4pPr marR="0" lvl="3"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4pPr>
      <a:lvl5pPr marR="0" lvl="4"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5pPr>
      <a:lvl6pPr marR="0" lvl="5"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6pPr>
      <a:lvl7pPr marR="0" lvl="6"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7pPr>
      <a:lvl8pPr marR="0" lvl="7"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8pPr>
      <a:lvl9pPr marR="0" lvl="8"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1pPr>
      <a:lvl2pPr marR="0" lvl="1"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2pPr>
      <a:lvl3pPr marR="0" lvl="2"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3pPr>
      <a:lvl4pPr marR="0" lvl="3"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4pPr>
      <a:lvl5pPr marR="0" lvl="4"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5pPr>
      <a:lvl6pPr marR="0" lvl="5"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6pPr>
      <a:lvl7pPr marR="0" lvl="6"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7pPr>
      <a:lvl8pPr marR="0" lvl="7"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8pPr>
      <a:lvl9pPr marR="0" lvl="8"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1pPr>
      <a:lvl2pPr marR="0" lvl="1"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2pPr>
      <a:lvl3pPr marR="0" lvl="2"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3pPr>
      <a:lvl4pPr marR="0" lvl="3"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4pPr>
      <a:lvl5pPr marR="0" lvl="4"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5pPr>
      <a:lvl6pPr marR="0" lvl="5"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6pPr>
      <a:lvl7pPr marR="0" lvl="6"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7pPr>
      <a:lvl8pPr marR="0" lvl="7"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8pPr>
      <a:lvl9pPr marR="0" lvl="8" algn="l" rtl="0">
        <a:lnSpc>
          <a:spcPct val="100000"/>
        </a:lnSpc>
        <a:spcBef>
          <a:spcPts val="0"/>
        </a:spcBef>
        <a:spcAft>
          <a:spcPts val="0"/>
        </a:spcAft>
        <a:buClr>
          <a:srgbClr val="F4F7FA"/>
        </a:buClr>
        <a:buFont typeface="Arial"/>
        <a:defRPr sz="1400" b="0" i="0" u="none" strike="noStrike" cap="none">
          <a:solidFill>
            <a:srgbClr val="F4F7FA"/>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a:extLst>
              <a:ext uri="{FF2B5EF4-FFF2-40B4-BE49-F238E27FC236}">
                <a16:creationId xmlns:a16="http://schemas.microsoft.com/office/drawing/2014/main" id="{B4868360-5BE0-B706-217D-A484EA95B785}"/>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E6A4CF5F-BCAA-3F83-8003-4A2B5C17A881}"/>
                </a:ext>
              </a:extLst>
            </p:cNvPr>
            <p:cNvCxnSpPr>
              <a:cxnSpLocks/>
            </p:cNvCxnSpPr>
            <p:nvPr/>
          </p:nvCxnSpPr>
          <p:spPr>
            <a:xfrm>
              <a:off x="11945342"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F83B50BC-9B7C-7EC1-D931-725CC3F5D2C4}"/>
                </a:ext>
              </a:extLst>
            </p:cNvPr>
            <p:cNvCxnSpPr>
              <a:cxnSpLocks/>
            </p:cNvCxnSpPr>
            <p:nvPr/>
          </p:nvCxnSpPr>
          <p:spPr>
            <a:xfrm>
              <a:off x="243628"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34E4D301-CF27-6E77-4A82-BA0663386B3B}"/>
                </a:ext>
              </a:extLst>
            </p:cNvPr>
            <p:cNvCxnSpPr>
              <a:cxnSpLocks/>
            </p:cNvCxnSpPr>
            <p:nvPr/>
          </p:nvCxnSpPr>
          <p:spPr>
            <a:xfrm>
              <a:off x="524797" y="385358"/>
              <a:ext cx="0" cy="60829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F4C24A69-4A60-D951-255A-C50ED2F0AF2F}"/>
                </a:ext>
              </a:extLst>
            </p:cNvPr>
            <p:cNvCxnSpPr>
              <a:cxnSpLocks/>
            </p:cNvCxnSpPr>
            <p:nvPr/>
          </p:nvCxnSpPr>
          <p:spPr>
            <a:xfrm flipH="1">
              <a:off x="-213761" y="6442064"/>
              <a:ext cx="12642129" cy="26232"/>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7F23C9E-0A23-BE51-9C7B-4766D84889D6}"/>
                </a:ext>
              </a:extLst>
            </p:cNvPr>
            <p:cNvCxnSpPr>
              <a:cxnSpLocks/>
            </p:cNvCxnSpPr>
            <p:nvPr/>
          </p:nvCxnSpPr>
          <p:spPr>
            <a:xfrm flipH="1">
              <a:off x="-239398" y="359072"/>
              <a:ext cx="12667766" cy="26286"/>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C1B4DD0B-12C4-B6A0-9943-44B56612091F}"/>
                </a:ext>
              </a:extLst>
            </p:cNvPr>
            <p:cNvCxnSpPr>
              <a:cxnSpLocks/>
            </p:cNvCxnSpPr>
            <p:nvPr/>
          </p:nvCxnSpPr>
          <p:spPr>
            <a:xfrm>
              <a:off x="6074941"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D9F1B0E6-721B-522D-8C9D-7B58CDD0FE99}"/>
                </a:ext>
              </a:extLst>
            </p:cNvPr>
            <p:cNvCxnSpPr>
              <a:cxnSpLocks/>
            </p:cNvCxnSpPr>
            <p:nvPr/>
          </p:nvCxnSpPr>
          <p:spPr>
            <a:xfrm>
              <a:off x="11733284" y="359233"/>
              <a:ext cx="0" cy="60829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F3C9A988-2C5B-293E-009C-4C22CE4DA319}"/>
                </a:ext>
              </a:extLst>
            </p:cNvPr>
            <p:cNvCxnSpPr>
              <a:cxnSpLocks/>
            </p:cNvCxnSpPr>
            <p:nvPr/>
          </p:nvCxnSpPr>
          <p:spPr>
            <a:xfrm flipH="1">
              <a:off x="-239398" y="3426122"/>
              <a:ext cx="12667766" cy="26286"/>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p:cNvSpPr/>
          <p:nvPr/>
        </p:nvSpPr>
        <p:spPr>
          <a:xfrm>
            <a:off x="524799" y="3694454"/>
            <a:ext cx="11208475" cy="2705036"/>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21B8C7"/>
                </a:solidFill>
                <a:latin typeface="MiSans VF Bold" pitchFamily="2" charset="-122"/>
                <a:ea typeface="MiSans VF Bold" pitchFamily="2" charset="-122"/>
                <a:cs typeface="MiSans VF Bold" pitchFamily="2" charset="-122"/>
                <a:sym typeface="ChillYunmoGothicBold"/>
              </a:rPr>
              <a:t>品牌重塑</a:t>
            </a:r>
            <a:endParaRPr lang="en-US" altLang="zh-CN" sz="6200" b="1" dirty="0">
              <a:solidFill>
                <a:srgbClr val="21B8C7"/>
              </a:solidFill>
              <a:latin typeface="MiSans VF Bold" pitchFamily="2" charset="-122"/>
              <a:ea typeface="MiSans VF Bold" pitchFamily="2" charset="-122"/>
              <a:cs typeface="MiSans VF Bold" pitchFamily="2" charset="-122"/>
            </a:endParaRPr>
          </a:p>
          <a:p>
            <a:pPr>
              <a:lnSpc>
                <a:spcPts val="7000"/>
              </a:lnSpc>
              <a:defRPr/>
            </a:pPr>
            <a:r>
              <a:rPr lang="en-US" altLang="zh-CN" sz="6200" b="1" dirty="0">
                <a:solidFill>
                  <a:srgbClr val="21B8C7"/>
                </a:solidFill>
                <a:latin typeface="MiSans VF Bold" pitchFamily="2" charset="-122"/>
                <a:ea typeface="MiSans VF Bold" pitchFamily="2" charset="-122"/>
                <a:cs typeface="MiSans VF Bold" pitchFamily="2" charset="-122"/>
                <a:sym typeface="ChillYunmoGothicBold"/>
              </a:rPr>
              <a:t>REBRANDING</a:t>
            </a:r>
          </a:p>
          <a:p>
            <a:pPr>
              <a:lnSpc>
                <a:spcPts val="7000"/>
              </a:lnSpc>
              <a:defRPr/>
            </a:pPr>
            <a:r>
              <a:rPr lang="en-US" altLang="zh-CN" sz="6200" b="1" i="1" dirty="0">
                <a:solidFill>
                  <a:srgbClr val="F4F7FA"/>
                </a:solidFill>
                <a:latin typeface="Didot" panose="02000503000000020003" pitchFamily="2" charset="-79"/>
                <a:ea typeface="MiSans VF Bold" pitchFamily="2" charset="-122"/>
                <a:cs typeface="Didot" panose="02000503000000020003" pitchFamily="2" charset="-79"/>
                <a:sym typeface="ChillYunmoGothicBold"/>
              </a:rPr>
              <a:t>PROJECT</a:t>
            </a: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1B8C7"/>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21B8C7"/>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21B8C7"/>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21B8C7"/>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82278280-D815-9EFB-15CD-104DBD4B3A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1B8C7"/>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21B8C7"/>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1B8C7"/>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21B8C7"/>
                </a:solidFill>
                <a:latin typeface="MiSans VF Demibold" pitchFamily="2" charset="-122"/>
                <a:ea typeface="MiSans VF Demibold" pitchFamily="2" charset="-122"/>
                <a:cs typeface="MiSans VF Demibold"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CB4BB6DB-9838-20C6-27C3-3D251855BBD2}"/>
              </a:ext>
            </a:extLst>
          </p:cNvPr>
          <p:cNvGrpSpPr/>
          <p:nvPr/>
        </p:nvGrpSpPr>
        <p:grpSpPr>
          <a:xfrm>
            <a:off x="6296904" y="2458343"/>
            <a:ext cx="5437675" cy="585457"/>
            <a:chOff x="6296904" y="2086306"/>
            <a:chExt cx="5437675" cy="585457"/>
          </a:xfrm>
        </p:grpSpPr>
        <p:sp>
          <p:nvSpPr>
            <p:cNvPr id="9" name="AutoShape 4">
              <a:extLst>
                <a:ext uri="{FF2B5EF4-FFF2-40B4-BE49-F238E27FC236}">
                  <a16:creationId xmlns:a16="http://schemas.microsoft.com/office/drawing/2014/main" id="{F0949F24-5985-E338-F0C3-6F0ECAC9D52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4F7FA"/>
                  </a:solidFill>
                  <a:latin typeface="MiSans VF Light" pitchFamily="2" charset="-122"/>
                  <a:ea typeface="MiSans VF Light" pitchFamily="2" charset="-122"/>
                  <a:cs typeface="MiSans VF Light" pitchFamily="2" charset="-122"/>
                  <a:sym typeface="ChillYunmoGothicBold"/>
                </a:rPr>
                <a:t>诊断：看见真实的品牌处境</a:t>
              </a:r>
              <a:endParaRPr lang="zh-CN" altLang="en-US" sz="1600" dirty="0">
                <a:solidFill>
                  <a:srgbClr val="F4F7FA"/>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8DF223B4-07E0-CEA1-B839-957F95B1F669}"/>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21B8C7"/>
                  </a:solidFill>
                  <a:latin typeface="MiSans VF Light" pitchFamily="2" charset="-122"/>
                  <a:ea typeface="MiSans VF Light" pitchFamily="2" charset="-122"/>
                  <a:cs typeface="MiSans VF Light" pitchFamily="2" charset="-122"/>
                  <a:sym typeface="SimHei"/>
                </a:rPr>
                <a:t>001</a:t>
              </a:r>
              <a:endParaRPr lang="zh-CN" altLang="en-US" sz="1600" dirty="0">
                <a:solidFill>
                  <a:srgbClr val="21B8C7"/>
                </a:solidFill>
                <a:latin typeface="MiSans VF Light" pitchFamily="2" charset="-122"/>
                <a:ea typeface="MiSans VF Light" pitchFamily="2" charset="-122"/>
                <a:cs typeface="MiSans VF Light" pitchFamily="2" charset="-122"/>
                <a:sym typeface="SimHei"/>
              </a:endParaRPr>
            </a:p>
          </p:txBody>
        </p:sp>
        <p:cxnSp>
          <p:nvCxnSpPr>
            <p:cNvPr id="17" name="直线连接符 16">
              <a:extLst>
                <a:ext uri="{FF2B5EF4-FFF2-40B4-BE49-F238E27FC236}">
                  <a16:creationId xmlns:a16="http://schemas.microsoft.com/office/drawing/2014/main" id="{759C4A03-D3AD-6D05-1EC9-F3E8379EA744}"/>
                </a:ext>
              </a:extLst>
            </p:cNvPr>
            <p:cNvCxnSpPr/>
            <p:nvPr/>
          </p:nvCxnSpPr>
          <p:spPr>
            <a:xfrm>
              <a:off x="6296904" y="2671763"/>
              <a:ext cx="5437675" cy="0"/>
            </a:xfrm>
            <a:prstGeom prst="line">
              <a:avLst/>
            </a:prstGeom>
            <a:ln>
              <a:solidFill>
                <a:srgbClr val="F4F7FA">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2130F0B5-3E73-D18A-1521-03180D0145E8}"/>
              </a:ext>
            </a:extLst>
          </p:cNvPr>
          <p:cNvGrpSpPr/>
          <p:nvPr/>
        </p:nvGrpSpPr>
        <p:grpSpPr>
          <a:xfrm>
            <a:off x="6296904" y="3345341"/>
            <a:ext cx="5437675" cy="585457"/>
            <a:chOff x="6296904" y="2086306"/>
            <a:chExt cx="5437675" cy="585457"/>
          </a:xfrm>
        </p:grpSpPr>
        <p:sp>
          <p:nvSpPr>
            <p:cNvPr id="20" name="AutoShape 4">
              <a:extLst>
                <a:ext uri="{FF2B5EF4-FFF2-40B4-BE49-F238E27FC236}">
                  <a16:creationId xmlns:a16="http://schemas.microsoft.com/office/drawing/2014/main" id="{808D2D52-C3E2-73A5-D402-64D0C0104B6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4F7FA"/>
                  </a:solidFill>
                  <a:latin typeface="MiSans VF Light" pitchFamily="2" charset="-122"/>
                  <a:ea typeface="MiSans VF Light" pitchFamily="2" charset="-122"/>
                  <a:cs typeface="MiSans VF Light" pitchFamily="2" charset="-122"/>
                  <a:sym typeface="ChillYunmoGothicBold"/>
                </a:rPr>
                <a:t>战略：重新定义我们是谁</a:t>
              </a:r>
              <a:endParaRPr lang="zh-CN" altLang="en-US" sz="1600" dirty="0">
                <a:solidFill>
                  <a:srgbClr val="F4F7FA"/>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2A1C39EB-9118-9003-93DC-480EA33B409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21B8C7"/>
                  </a:solidFill>
                  <a:latin typeface="MiSans VF Light" pitchFamily="2" charset="-122"/>
                  <a:ea typeface="MiSans VF Light" pitchFamily="2" charset="-122"/>
                  <a:cs typeface="MiSans VF Light" pitchFamily="2" charset="-122"/>
                  <a:sym typeface="SimHei"/>
                </a:rPr>
                <a:t>002</a:t>
              </a:r>
              <a:endParaRPr lang="zh-CN" altLang="en-US" sz="1600" dirty="0">
                <a:solidFill>
                  <a:srgbClr val="21B8C7"/>
                </a:solidFill>
                <a:latin typeface="MiSans VF Light" pitchFamily="2" charset="-122"/>
                <a:ea typeface="MiSans VF Light" pitchFamily="2" charset="-122"/>
                <a:cs typeface="MiSans VF Light" pitchFamily="2" charset="-122"/>
                <a:sym typeface="SimHei"/>
              </a:endParaRPr>
            </a:p>
          </p:txBody>
        </p:sp>
        <p:cxnSp>
          <p:nvCxnSpPr>
            <p:cNvPr id="23" name="直线连接符 22">
              <a:extLst>
                <a:ext uri="{FF2B5EF4-FFF2-40B4-BE49-F238E27FC236}">
                  <a16:creationId xmlns:a16="http://schemas.microsoft.com/office/drawing/2014/main" id="{0F791CA2-B4DA-F22B-EF68-8854C4C441D9}"/>
                </a:ext>
              </a:extLst>
            </p:cNvPr>
            <p:cNvCxnSpPr/>
            <p:nvPr/>
          </p:nvCxnSpPr>
          <p:spPr>
            <a:xfrm>
              <a:off x="6296904" y="2671763"/>
              <a:ext cx="5437675" cy="0"/>
            </a:xfrm>
            <a:prstGeom prst="line">
              <a:avLst/>
            </a:prstGeom>
            <a:ln>
              <a:solidFill>
                <a:srgbClr val="F4F7FA">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2051B058-8058-3146-96BE-F61A0BFDAC6A}"/>
              </a:ext>
            </a:extLst>
          </p:cNvPr>
          <p:cNvGrpSpPr/>
          <p:nvPr/>
        </p:nvGrpSpPr>
        <p:grpSpPr>
          <a:xfrm>
            <a:off x="6296904" y="4232339"/>
            <a:ext cx="5437675" cy="585457"/>
            <a:chOff x="6296904" y="2086306"/>
            <a:chExt cx="5437675" cy="585457"/>
          </a:xfrm>
        </p:grpSpPr>
        <p:sp>
          <p:nvSpPr>
            <p:cNvPr id="29" name="AutoShape 4">
              <a:extLst>
                <a:ext uri="{FF2B5EF4-FFF2-40B4-BE49-F238E27FC236}">
                  <a16:creationId xmlns:a16="http://schemas.microsoft.com/office/drawing/2014/main" id="{76A3AC50-E763-6E4D-A6AD-4A411AE35E8B}"/>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4F7FA"/>
                  </a:solidFill>
                  <a:latin typeface="MiSans VF Light" pitchFamily="2" charset="-122"/>
                  <a:ea typeface="MiSans VF Light" pitchFamily="2" charset="-122"/>
                  <a:cs typeface="MiSans VF Light" pitchFamily="2" charset="-122"/>
                  <a:sym typeface="SimHei"/>
                </a:rPr>
                <a:t>表达：建立新的视觉语言系统</a:t>
              </a:r>
            </a:p>
          </p:txBody>
        </p:sp>
        <p:sp>
          <p:nvSpPr>
            <p:cNvPr id="30" name="AutoShape 4">
              <a:extLst>
                <a:ext uri="{FF2B5EF4-FFF2-40B4-BE49-F238E27FC236}">
                  <a16:creationId xmlns:a16="http://schemas.microsoft.com/office/drawing/2014/main" id="{CED8087A-FD78-B78B-FFBF-D9CECEF9B26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21B8C7"/>
                  </a:solidFill>
                  <a:latin typeface="MiSans VF Light" pitchFamily="2" charset="-122"/>
                  <a:ea typeface="MiSans VF Light" pitchFamily="2" charset="-122"/>
                  <a:cs typeface="MiSans VF Light" pitchFamily="2" charset="-122"/>
                  <a:sym typeface="SimHei"/>
                </a:rPr>
                <a:t>003</a:t>
              </a:r>
              <a:endParaRPr lang="zh-CN" altLang="en-US" sz="1600" dirty="0">
                <a:solidFill>
                  <a:srgbClr val="21B8C7"/>
                </a:solidFill>
                <a:latin typeface="MiSans VF Light" pitchFamily="2" charset="-122"/>
                <a:ea typeface="MiSans VF Light" pitchFamily="2" charset="-122"/>
                <a:cs typeface="MiSans VF Light" pitchFamily="2" charset="-122"/>
                <a:sym typeface="SimHei"/>
              </a:endParaRPr>
            </a:p>
          </p:txBody>
        </p:sp>
        <p:cxnSp>
          <p:nvCxnSpPr>
            <p:cNvPr id="32" name="直线连接符 31">
              <a:extLst>
                <a:ext uri="{FF2B5EF4-FFF2-40B4-BE49-F238E27FC236}">
                  <a16:creationId xmlns:a16="http://schemas.microsoft.com/office/drawing/2014/main" id="{02F0D38B-DCBE-2BAD-0B1F-BDBE88B09B40}"/>
                </a:ext>
              </a:extLst>
            </p:cNvPr>
            <p:cNvCxnSpPr/>
            <p:nvPr/>
          </p:nvCxnSpPr>
          <p:spPr>
            <a:xfrm>
              <a:off x="6296904" y="2671763"/>
              <a:ext cx="5437675" cy="0"/>
            </a:xfrm>
            <a:prstGeom prst="line">
              <a:avLst/>
            </a:prstGeom>
            <a:ln>
              <a:solidFill>
                <a:srgbClr val="F4F7FA">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7EBFA1EC-73D8-5AC9-F9B5-E5EE4CA76101}"/>
              </a:ext>
            </a:extLst>
          </p:cNvPr>
          <p:cNvGrpSpPr/>
          <p:nvPr/>
        </p:nvGrpSpPr>
        <p:grpSpPr>
          <a:xfrm>
            <a:off x="6296904" y="5119339"/>
            <a:ext cx="5437675" cy="585457"/>
            <a:chOff x="6296904" y="2086306"/>
            <a:chExt cx="5437675" cy="585457"/>
          </a:xfrm>
        </p:grpSpPr>
        <p:sp>
          <p:nvSpPr>
            <p:cNvPr id="38" name="AutoShape 4">
              <a:extLst>
                <a:ext uri="{FF2B5EF4-FFF2-40B4-BE49-F238E27FC236}">
                  <a16:creationId xmlns:a16="http://schemas.microsoft.com/office/drawing/2014/main" id="{9BCDDA64-556B-3A40-E60C-C84C51248CD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4F7FA"/>
                  </a:solidFill>
                  <a:latin typeface="MiSans VF Light" pitchFamily="2" charset="-122"/>
                  <a:ea typeface="MiSans VF Light" pitchFamily="2" charset="-122"/>
                  <a:cs typeface="MiSans VF Light" pitchFamily="2" charset="-122"/>
                  <a:sym typeface="ChillYunmoGothicBold"/>
                </a:rPr>
                <a:t>落地：让新品牌真正发生</a:t>
              </a:r>
              <a:endParaRPr lang="zh-CN" altLang="en-US" sz="1600" dirty="0">
                <a:solidFill>
                  <a:srgbClr val="F4F7FA"/>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193E80F7-18B6-D21A-3BE1-C774719DE225}"/>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21B8C7"/>
                  </a:solidFill>
                  <a:latin typeface="MiSans VF Light" pitchFamily="2" charset="-122"/>
                  <a:ea typeface="MiSans VF Light" pitchFamily="2" charset="-122"/>
                  <a:cs typeface="MiSans VF Light" pitchFamily="2" charset="-122"/>
                  <a:sym typeface="SimHei"/>
                </a:rPr>
                <a:t>004</a:t>
              </a:r>
              <a:endParaRPr lang="zh-CN" altLang="en-US" sz="1600" dirty="0">
                <a:solidFill>
                  <a:srgbClr val="21B8C7"/>
                </a:solidFill>
                <a:latin typeface="MiSans VF Light" pitchFamily="2" charset="-122"/>
                <a:ea typeface="MiSans VF Light" pitchFamily="2" charset="-122"/>
                <a:cs typeface="MiSans VF Light" pitchFamily="2" charset="-122"/>
                <a:sym typeface="SimHei"/>
              </a:endParaRPr>
            </a:p>
          </p:txBody>
        </p:sp>
        <p:cxnSp>
          <p:nvCxnSpPr>
            <p:cNvPr id="41" name="直线连接符 40">
              <a:extLst>
                <a:ext uri="{FF2B5EF4-FFF2-40B4-BE49-F238E27FC236}">
                  <a16:creationId xmlns:a16="http://schemas.microsoft.com/office/drawing/2014/main" id="{002079F8-2DCD-9A60-85DD-72F2903D16CE}"/>
                </a:ext>
              </a:extLst>
            </p:cNvPr>
            <p:cNvCxnSpPr/>
            <p:nvPr/>
          </p:nvCxnSpPr>
          <p:spPr>
            <a:xfrm>
              <a:off x="6296904" y="2671763"/>
              <a:ext cx="5437675" cy="0"/>
            </a:xfrm>
            <a:prstGeom prst="line">
              <a:avLst/>
            </a:prstGeom>
            <a:ln>
              <a:solidFill>
                <a:srgbClr val="F4F7FA">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3779FDC-2C21-78DA-D5DA-6E5FA2AC631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D519639-E371-3D6E-B73E-2F14B73EC3BA}"/>
              </a:ext>
            </a:extLst>
          </p:cNvPr>
          <p:cNvSpPr/>
          <p:nvPr/>
        </p:nvSpPr>
        <p:spPr>
          <a:xfrm>
            <a:off x="524800" y="3013007"/>
            <a:ext cx="5115514"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rgbClr val="21B8C7"/>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rgbClr val="21B8C7"/>
              </a:solidFill>
              <a:latin typeface="MiSans VF Bold" pitchFamily="2" charset="-122"/>
              <a:ea typeface="MiSans VF Bold" pitchFamily="2" charset="-122"/>
              <a:cs typeface="MiSans VF Bold" pitchFamily="2" charset="-122"/>
              <a:sym typeface="ChillYunmoGothicBold"/>
            </a:endParaRPr>
          </a:p>
          <a:p>
            <a:pPr>
              <a:defRPr/>
            </a:pPr>
            <a:r>
              <a:rPr lang="en-US" altLang="zh-CN" sz="4000" b="1" i="1" dirty="0">
                <a:solidFill>
                  <a:srgbClr val="21B8C7"/>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88CBE3E2-9009-87CF-D217-4DA239458CEA}"/>
              </a:ext>
            </a:extLst>
          </p:cNvPr>
          <p:cNvGrpSpPr/>
          <p:nvPr/>
        </p:nvGrpSpPr>
        <p:grpSpPr>
          <a:xfrm>
            <a:off x="6296904" y="1571345"/>
            <a:ext cx="5437675" cy="585457"/>
            <a:chOff x="6296904" y="2086306"/>
            <a:chExt cx="5437675" cy="585457"/>
          </a:xfrm>
        </p:grpSpPr>
        <p:sp>
          <p:nvSpPr>
            <p:cNvPr id="47" name="AutoShape 4">
              <a:extLst>
                <a:ext uri="{FF2B5EF4-FFF2-40B4-BE49-F238E27FC236}">
                  <a16:creationId xmlns:a16="http://schemas.microsoft.com/office/drawing/2014/main" id="{26F34F07-9C06-78A8-62FD-F8663EA9FF1C}"/>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4F7FA"/>
                  </a:solidFill>
                  <a:latin typeface="MiSans VF Light" pitchFamily="2" charset="-122"/>
                  <a:ea typeface="MiSans VF Light" pitchFamily="2" charset="-122"/>
                  <a:cs typeface="MiSans VF Light" pitchFamily="2" charset="-122"/>
                  <a:sym typeface="ChillYunmoGothicBold"/>
                </a:rPr>
                <a:t>前言</a:t>
              </a:r>
              <a:endParaRPr lang="zh-CN" altLang="en-US" sz="1600" dirty="0">
                <a:solidFill>
                  <a:srgbClr val="F4F7FA"/>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37EF19A5-8C91-5873-66BF-C44AAFAF0A0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21B8C7"/>
                  </a:solidFill>
                  <a:latin typeface="MiSans VF Light" pitchFamily="2" charset="-122"/>
                  <a:ea typeface="MiSans VF Light" pitchFamily="2" charset="-122"/>
                  <a:cs typeface="MiSans VF Light" pitchFamily="2" charset="-122"/>
                  <a:sym typeface="SimHei"/>
                </a:rPr>
                <a:t>000</a:t>
              </a:r>
              <a:endParaRPr lang="zh-CN" altLang="en-US" sz="1600" dirty="0">
                <a:solidFill>
                  <a:srgbClr val="21B8C7"/>
                </a:solidFill>
                <a:latin typeface="MiSans VF Light" pitchFamily="2" charset="-122"/>
                <a:ea typeface="MiSans VF Light" pitchFamily="2" charset="-122"/>
                <a:cs typeface="MiSans VF Light" pitchFamily="2" charset="-122"/>
                <a:sym typeface="SimHei"/>
              </a:endParaRPr>
            </a:p>
          </p:txBody>
        </p:sp>
        <p:cxnSp>
          <p:nvCxnSpPr>
            <p:cNvPr id="49" name="直线连接符 48">
              <a:extLst>
                <a:ext uri="{FF2B5EF4-FFF2-40B4-BE49-F238E27FC236}">
                  <a16:creationId xmlns:a16="http://schemas.microsoft.com/office/drawing/2014/main" id="{38879052-DDAB-A714-D9B3-DCF86D90C265}"/>
                </a:ext>
              </a:extLst>
            </p:cNvPr>
            <p:cNvCxnSpPr/>
            <p:nvPr/>
          </p:nvCxnSpPr>
          <p:spPr>
            <a:xfrm>
              <a:off x="6296904" y="2671763"/>
              <a:ext cx="5437675" cy="0"/>
            </a:xfrm>
            <a:prstGeom prst="line">
              <a:avLst/>
            </a:prstGeom>
            <a:ln>
              <a:solidFill>
                <a:srgbClr val="F4F7FA">
                  <a:alpha val="10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7061516-4200-3DD3-F912-2C87716BA96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B8E8F0A-9027-00C1-3EAE-F4B5BC38195A}"/>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68BE1EC-B52B-5019-77BA-5FDE538F7B1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7B4FA2A-17B9-5457-9006-BBB44F7AC6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PREFACE</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1237E90-722F-F0D5-4F99-EE3919EC632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10" name="AutoShape 5">
            <a:extLst>
              <a:ext uri="{FF2B5EF4-FFF2-40B4-BE49-F238E27FC236}">
                <a16:creationId xmlns:a16="http://schemas.microsoft.com/office/drawing/2014/main" id="{C4075C9B-E2A2-A414-0E97-E496D4FD7653}"/>
              </a:ext>
            </a:extLst>
          </p:cNvPr>
          <p:cNvSpPr/>
          <p:nvPr/>
        </p:nvSpPr>
        <p:spPr>
          <a:xfrm>
            <a:off x="524798" y="1206344"/>
            <a:ext cx="530598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从流量品牌到</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21B8C7"/>
                </a:solidFill>
                <a:latin typeface="MiSans VF Bold" pitchFamily="2" charset="-122"/>
                <a:ea typeface="MiSans VF Bold" pitchFamily="2" charset="-122"/>
                <a:cs typeface="MiSans VF Bold" pitchFamily="2" charset="-122"/>
                <a:sym typeface="SimHei"/>
              </a:rPr>
              <a:t>心智品牌</a:t>
            </a:r>
            <a:r>
              <a:rPr lang="zh-CN" altLang="en-US" sz="4000" b="1" dirty="0">
                <a:solidFill>
                  <a:srgbClr val="F4F7FA"/>
                </a:solidFill>
                <a:latin typeface="MiSans VF Bold" pitchFamily="2" charset="-122"/>
                <a:ea typeface="MiSans VF Bold" pitchFamily="2" charset="-122"/>
                <a:cs typeface="MiSans VF Bold" pitchFamily="2" charset="-122"/>
                <a:sym typeface="SimHei"/>
              </a:rPr>
              <a:t>的升级</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8" y="4569886"/>
            <a:ext cx="2354734" cy="1193179"/>
          </a:xfrm>
          <a:prstGeom prst="rect">
            <a:avLst/>
          </a:prstGeom>
          <a:noFill/>
        </p:spPr>
        <p:txBody>
          <a:bodyPr wrap="square" tIns="72000" bIns="180000">
            <a:spAutoFit/>
          </a:bodyPr>
          <a:lstStyle/>
          <a:p>
            <a:pPr>
              <a:lnSpc>
                <a:spcPct val="125000"/>
              </a:lnSpc>
              <a:defRPr/>
            </a:pPr>
            <a:r>
              <a:rPr lang="zh-CN" altLang="en-US" sz="1600" b="1" dirty="0">
                <a:solidFill>
                  <a:srgbClr val="F4F7FA"/>
                </a:solidFill>
                <a:latin typeface="MiSans VF Bold" pitchFamily="2" charset="-122"/>
                <a:ea typeface="MiSans VF Bold" pitchFamily="2" charset="-122"/>
                <a:cs typeface="MiSans VF Bold" pitchFamily="2" charset="-122"/>
                <a:sym typeface="SimHei"/>
              </a:rPr>
              <a:t>品牌现状</a:t>
            </a:r>
            <a:endParaRPr lang="en-US" altLang="zh-CN" sz="1600" b="1" dirty="0">
              <a:solidFill>
                <a:srgbClr val="F4F7F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雾屿 </a:t>
            </a:r>
            <a:r>
              <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rPr>
              <a:t>WUYU</a:t>
            </a: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 创立于</a:t>
            </a:r>
            <a:r>
              <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rPr>
              <a:t>2020</a:t>
            </a: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年，早期依靠眼影盘、唇泥、腮红等高性价比单品快速出圈。</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3476049"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F4F7FA"/>
                </a:solidFill>
                <a:latin typeface="MiSans VF Bold" pitchFamily="2" charset="-122"/>
                <a:ea typeface="MiSans VF Bold" pitchFamily="2" charset="-122"/>
                <a:cs typeface="MiSans VF Bold" pitchFamily="2" charset="-122"/>
                <a:sym typeface="SimHei"/>
              </a:rPr>
              <a:t>市场困境</a:t>
            </a:r>
            <a:endParaRPr lang="en-US" altLang="zh-CN" sz="1600" b="1" dirty="0">
              <a:solidFill>
                <a:srgbClr val="F4F7F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随着国产彩妆竞争加剧，品牌面临“产品好卖，但品牌记不住”的问题，难以破圈转型。</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6427300"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F4F7FA"/>
                </a:solidFill>
                <a:latin typeface="MiSans VF Bold" pitchFamily="2" charset="-122"/>
                <a:ea typeface="MiSans VF Bold" pitchFamily="2" charset="-122"/>
                <a:cs typeface="MiSans VF Bold" pitchFamily="2" charset="-122"/>
                <a:sym typeface="SimHei"/>
              </a:rPr>
              <a:t>重塑目标</a:t>
            </a:r>
            <a:endParaRPr lang="en-US" altLang="zh-CN" sz="1600" b="1" dirty="0">
              <a:solidFill>
                <a:srgbClr val="F4F7F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本次重塑目标只是更新</a:t>
            </a:r>
            <a:r>
              <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rPr>
              <a:t>Logo</a:t>
            </a: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，而是重新建立品牌定位、视觉语言、产品叙事与用户关系。</a:t>
            </a:r>
          </a:p>
        </p:txBody>
      </p:sp>
      <p:sp>
        <p:nvSpPr>
          <p:cNvPr id="29" name="文本框 28">
            <a:extLst>
              <a:ext uri="{FF2B5EF4-FFF2-40B4-BE49-F238E27FC236}">
                <a16:creationId xmlns:a16="http://schemas.microsoft.com/office/drawing/2014/main" id="{879997CF-987A-7D29-A81D-C1F16F2C12BA}"/>
              </a:ext>
            </a:extLst>
          </p:cNvPr>
          <p:cNvSpPr txBox="1"/>
          <p:nvPr/>
        </p:nvSpPr>
        <p:spPr>
          <a:xfrm>
            <a:off x="9378550" y="4569886"/>
            <a:ext cx="2354734" cy="1377845"/>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F4F7FA"/>
                </a:solidFill>
                <a:latin typeface="MiSans VF Bold" pitchFamily="2" charset="-122"/>
                <a:ea typeface="MiSans VF Bold" pitchFamily="2" charset="-122"/>
                <a:cs typeface="MiSans VF Bold" pitchFamily="2" charset="-122"/>
                <a:sym typeface="SimHei"/>
              </a:rPr>
              <a:t>核心命题</a:t>
            </a:r>
            <a:endParaRPr lang="en-US" altLang="zh-CN" sz="1600" b="1" dirty="0">
              <a:solidFill>
                <a:srgbClr val="F4F7F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如何让「雾屿」从一个“会出爆品的彩妆牌子”，升级为一个“有审美、有态度、有长期吸引力的品牌”。</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8" y="3699295"/>
            <a:ext cx="2354734" cy="870014"/>
          </a:xfrm>
          <a:prstGeom prst="rect">
            <a:avLst/>
          </a:prstGeom>
          <a:noFill/>
        </p:spPr>
        <p:txBody>
          <a:bodyPr wrap="square" tIns="72000" bIns="180000">
            <a:spAutoFit/>
          </a:bodyPr>
          <a:lstStyle/>
          <a:p>
            <a:pPr>
              <a:defRPr/>
            </a:pPr>
            <a:r>
              <a:rPr lang="en-US" altLang="zh-CN" sz="4000" dirty="0">
                <a:solidFill>
                  <a:srgbClr val="21B8C7"/>
                </a:solidFill>
                <a:latin typeface="MiSans VF Thin" pitchFamily="2" charset="-122"/>
                <a:ea typeface="MiSans VF Thin" pitchFamily="2" charset="-122"/>
                <a:cs typeface="MiSans VF Thin" pitchFamily="2" charset="-122"/>
                <a:sym typeface="SimHei"/>
              </a:rPr>
              <a:t>01</a:t>
            </a:r>
            <a:endParaRPr lang="zh-CN" altLang="en-US" sz="4000" dirty="0">
              <a:solidFill>
                <a:srgbClr val="21B8C7"/>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3480269" y="3699295"/>
            <a:ext cx="2354734" cy="870014"/>
          </a:xfrm>
          <a:prstGeom prst="rect">
            <a:avLst/>
          </a:prstGeom>
          <a:noFill/>
        </p:spPr>
        <p:txBody>
          <a:bodyPr wrap="square" tIns="72000" bIns="180000">
            <a:spAutoFit/>
          </a:bodyPr>
          <a:lstStyle/>
          <a:p>
            <a:pPr>
              <a:defRPr/>
            </a:pPr>
            <a:r>
              <a:rPr lang="en-US" altLang="zh-CN" sz="4000" dirty="0">
                <a:solidFill>
                  <a:srgbClr val="21B8C7"/>
                </a:solidFill>
                <a:latin typeface="MiSans VF Thin" pitchFamily="2" charset="-122"/>
                <a:ea typeface="MiSans VF Thin" pitchFamily="2" charset="-122"/>
                <a:cs typeface="MiSans VF Thin" pitchFamily="2" charset="-122"/>
                <a:sym typeface="SimHei"/>
              </a:rPr>
              <a:t>02</a:t>
            </a:r>
            <a:endParaRPr lang="zh-CN" altLang="en-US" sz="4000" dirty="0">
              <a:solidFill>
                <a:srgbClr val="21B8C7"/>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6435740" y="3699295"/>
            <a:ext cx="2354734" cy="870014"/>
          </a:xfrm>
          <a:prstGeom prst="rect">
            <a:avLst/>
          </a:prstGeom>
          <a:noFill/>
        </p:spPr>
        <p:txBody>
          <a:bodyPr wrap="square" tIns="72000" bIns="180000">
            <a:spAutoFit/>
          </a:bodyPr>
          <a:lstStyle/>
          <a:p>
            <a:pPr>
              <a:defRPr/>
            </a:pPr>
            <a:r>
              <a:rPr lang="en-US" altLang="zh-CN" sz="4000" dirty="0">
                <a:solidFill>
                  <a:srgbClr val="21B8C7"/>
                </a:solidFill>
                <a:latin typeface="MiSans VF Thin" pitchFamily="2" charset="-122"/>
                <a:ea typeface="MiSans VF Thin" pitchFamily="2" charset="-122"/>
                <a:cs typeface="MiSans VF Thin" pitchFamily="2" charset="-122"/>
                <a:sym typeface="SimHei"/>
              </a:rPr>
              <a:t>03</a:t>
            </a:r>
            <a:endParaRPr lang="zh-CN" altLang="en-US" sz="4000" dirty="0">
              <a:solidFill>
                <a:srgbClr val="21B8C7"/>
              </a:solidFill>
              <a:latin typeface="MiSans VF Thin" pitchFamily="2" charset="-122"/>
              <a:ea typeface="MiSans VF Thin" pitchFamily="2" charset="-122"/>
              <a:cs typeface="MiSans VF Thin" pitchFamily="2" charset="-122"/>
              <a:sym typeface="SimHei"/>
            </a:endParaRPr>
          </a:p>
        </p:txBody>
      </p:sp>
      <p:sp>
        <p:nvSpPr>
          <p:cNvPr id="39" name="文本框 38">
            <a:extLst>
              <a:ext uri="{FF2B5EF4-FFF2-40B4-BE49-F238E27FC236}">
                <a16:creationId xmlns:a16="http://schemas.microsoft.com/office/drawing/2014/main" id="{3CCC81F8-5B9A-E2EF-91C2-DC6F04228C9C}"/>
              </a:ext>
            </a:extLst>
          </p:cNvPr>
          <p:cNvSpPr txBox="1"/>
          <p:nvPr/>
        </p:nvSpPr>
        <p:spPr>
          <a:xfrm>
            <a:off x="9374883" y="3699295"/>
            <a:ext cx="2354734" cy="870014"/>
          </a:xfrm>
          <a:prstGeom prst="rect">
            <a:avLst/>
          </a:prstGeom>
          <a:noFill/>
        </p:spPr>
        <p:txBody>
          <a:bodyPr wrap="square" tIns="72000" bIns="180000">
            <a:spAutoFit/>
          </a:bodyPr>
          <a:lstStyle/>
          <a:p>
            <a:pPr>
              <a:defRPr/>
            </a:pPr>
            <a:r>
              <a:rPr lang="en-US" altLang="zh-CN" sz="4000" dirty="0">
                <a:solidFill>
                  <a:srgbClr val="21B8C7"/>
                </a:solidFill>
                <a:latin typeface="MiSans VF Thin" pitchFamily="2" charset="-122"/>
                <a:ea typeface="MiSans VF Thin" pitchFamily="2" charset="-122"/>
                <a:cs typeface="MiSans VF Thin" pitchFamily="2" charset="-122"/>
                <a:sym typeface="SimHei"/>
              </a:rPr>
              <a:t>04</a:t>
            </a:r>
            <a:endParaRPr lang="zh-CN" altLang="en-US" sz="4000" dirty="0">
              <a:solidFill>
                <a:srgbClr val="21B8C7"/>
              </a:solidFill>
              <a:latin typeface="MiSans VF Thin" pitchFamily="2" charset="-122"/>
              <a:ea typeface="MiSans VF Thin" pitchFamily="2" charset="-122"/>
              <a:cs typeface="MiSans VF Thin" pitchFamily="2" charset="-122"/>
              <a:sym typeface="SimHei"/>
            </a:endParaRPr>
          </a:p>
        </p:txBody>
      </p:sp>
      <p:sp>
        <p:nvSpPr>
          <p:cNvPr id="40" name="文本框 39">
            <a:extLst>
              <a:ext uri="{FF2B5EF4-FFF2-40B4-BE49-F238E27FC236}">
                <a16:creationId xmlns:a16="http://schemas.microsoft.com/office/drawing/2014/main" id="{8C9FE8CC-146F-9BA4-5773-64402FFB93A4}"/>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21B8C7"/>
                </a:solidFill>
                <a:latin typeface="Didot" panose="02000503000000020003" pitchFamily="2" charset="-79"/>
                <a:ea typeface="MiSans VF Bold" pitchFamily="2" charset="-122"/>
                <a:cs typeface="Didot" panose="02000503000000020003" pitchFamily="2" charset="-79"/>
                <a:sym typeface="SimHei"/>
              </a:rPr>
              <a:t>UPGRADE</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58820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67A09-1B65-03F8-DFA5-D952927858BF}"/>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0E28A0A2-E3AD-EC7B-265C-A3BE49E0A246}"/>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39AFF12-0A58-74B2-1A7A-128EC904BC25}"/>
                </a:ext>
              </a:extLst>
            </p:cNvPr>
            <p:cNvCxnSpPr>
              <a:cxnSpLocks/>
            </p:cNvCxnSpPr>
            <p:nvPr/>
          </p:nvCxnSpPr>
          <p:spPr>
            <a:xfrm>
              <a:off x="11945342"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C9E36137-8EE8-19CB-D180-267B1D653EE0}"/>
                </a:ext>
              </a:extLst>
            </p:cNvPr>
            <p:cNvCxnSpPr>
              <a:cxnSpLocks/>
            </p:cNvCxnSpPr>
            <p:nvPr/>
          </p:nvCxnSpPr>
          <p:spPr>
            <a:xfrm>
              <a:off x="243628"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DBBAA384-E987-D13A-057E-E4FC8C9993A8}"/>
                </a:ext>
              </a:extLst>
            </p:cNvPr>
            <p:cNvCxnSpPr>
              <a:cxnSpLocks/>
            </p:cNvCxnSpPr>
            <p:nvPr/>
          </p:nvCxnSpPr>
          <p:spPr>
            <a:xfrm>
              <a:off x="524797" y="385358"/>
              <a:ext cx="0" cy="60829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A2E89A7F-34B7-7C9A-0949-C5188AF012DD}"/>
                </a:ext>
              </a:extLst>
            </p:cNvPr>
            <p:cNvCxnSpPr>
              <a:cxnSpLocks/>
            </p:cNvCxnSpPr>
            <p:nvPr/>
          </p:nvCxnSpPr>
          <p:spPr>
            <a:xfrm flipH="1">
              <a:off x="-213761" y="6442064"/>
              <a:ext cx="12642129" cy="26232"/>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310D08C-D845-9086-FC35-1D0925C659B9}"/>
                </a:ext>
              </a:extLst>
            </p:cNvPr>
            <p:cNvCxnSpPr>
              <a:cxnSpLocks/>
            </p:cNvCxnSpPr>
            <p:nvPr/>
          </p:nvCxnSpPr>
          <p:spPr>
            <a:xfrm flipH="1">
              <a:off x="-239398" y="359072"/>
              <a:ext cx="12667766" cy="26286"/>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31504B1D-2966-D185-839D-0606FCB315AE}"/>
                </a:ext>
              </a:extLst>
            </p:cNvPr>
            <p:cNvCxnSpPr>
              <a:cxnSpLocks/>
            </p:cNvCxnSpPr>
            <p:nvPr/>
          </p:nvCxnSpPr>
          <p:spPr>
            <a:xfrm>
              <a:off x="6074941"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1797857-1480-3F87-1268-E5D702FAABCF}"/>
                </a:ext>
              </a:extLst>
            </p:cNvPr>
            <p:cNvCxnSpPr>
              <a:cxnSpLocks/>
            </p:cNvCxnSpPr>
            <p:nvPr/>
          </p:nvCxnSpPr>
          <p:spPr>
            <a:xfrm>
              <a:off x="11733284" y="359233"/>
              <a:ext cx="0" cy="60829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0A451943-7CC8-0542-FD5D-36DB3E7C51C8}"/>
                </a:ext>
              </a:extLst>
            </p:cNvPr>
            <p:cNvCxnSpPr>
              <a:cxnSpLocks/>
            </p:cNvCxnSpPr>
            <p:nvPr/>
          </p:nvCxnSpPr>
          <p:spPr>
            <a:xfrm flipH="1">
              <a:off x="-239398" y="3426122"/>
              <a:ext cx="12667766" cy="26286"/>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91A796B-1CBA-04CD-858A-023EAF8BD6F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8B10F02-B936-AC5E-580A-E78F352A6F6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E6B22B51-1FBE-97A9-73DE-8389EEF5053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75109739-41F1-D4D0-12E2-3A5EB0BD2E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1B2AFE2-59BC-609C-9CFE-34C0E6451E7A}"/>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1B8C7"/>
                </a:solidFill>
                <a:latin typeface="Didot" panose="02000503000000020003" pitchFamily="2" charset="-79"/>
                <a:ea typeface="MiSans VF Bold" pitchFamily="2" charset="-122"/>
                <a:cs typeface="Didot" panose="02000503000000020003" pitchFamily="2" charset="-79"/>
                <a:sym typeface="ChillYunmoGothicBold"/>
              </a:rPr>
              <a:t>001</a:t>
            </a:r>
          </a:p>
          <a:p>
            <a:pPr>
              <a:defRPr/>
            </a:pPr>
            <a:r>
              <a:rPr lang="en-US" altLang="zh-CN" sz="4000" b="1" i="1" dirty="0">
                <a:solidFill>
                  <a:srgbClr val="21B8C7"/>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4D217ACB-36FC-F32C-4D3C-6CCCCA60DA24}"/>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21820">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148C2953-C16A-1029-ECC3-FC77F7D4064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诊断</a:t>
            </a:r>
            <a:r>
              <a:rPr lang="en-US" altLang="zh-CN" sz="4000" b="1" dirty="0">
                <a:solidFill>
                  <a:srgbClr val="F4F7FA"/>
                </a:solidFill>
                <a:latin typeface="MiSans VF Bold" pitchFamily="2" charset="-122"/>
                <a:ea typeface="MiSans VF Bold" pitchFamily="2" charset="-122"/>
                <a:cs typeface="MiSans VF Bold" pitchFamily="2" charset="-122"/>
                <a:sym typeface="SimHei"/>
              </a:rPr>
              <a:t>:</a:t>
            </a:r>
            <a:r>
              <a:rPr lang="zh-CN" altLang="en-US" sz="4000" b="1" dirty="0">
                <a:solidFill>
                  <a:srgbClr val="F4F7FA"/>
                </a:solidFill>
                <a:latin typeface="MiSans VF Bold" pitchFamily="2" charset="-122"/>
                <a:ea typeface="MiSans VF Bold" pitchFamily="2" charset="-122"/>
                <a:cs typeface="MiSans VF Bold" pitchFamily="2" charset="-122"/>
                <a:sym typeface="SimHei"/>
              </a:rPr>
              <a:t> </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看见真实的品牌处境</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385684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F5E2F8DF-278D-0985-AED6-7DE2D0B52057}"/>
              </a:ext>
            </a:extLst>
          </p:cNvPr>
          <p:cNvSpPr/>
          <p:nvPr/>
        </p:nvSpPr>
        <p:spPr>
          <a:xfrm>
            <a:off x="7843520" y="1"/>
            <a:ext cx="4348478" cy="2091765"/>
          </a:xfrm>
          <a:prstGeom prst="rect">
            <a:avLst/>
          </a:prstGeom>
          <a:solidFill>
            <a:srgbClr val="21B8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E3262688-7525-8180-1C2B-656E91ED8C6A}"/>
              </a:ext>
            </a:extLst>
          </p:cNvPr>
          <p:cNvSpPr/>
          <p:nvPr/>
        </p:nvSpPr>
        <p:spPr>
          <a:xfrm>
            <a:off x="6257363" y="2091766"/>
            <a:ext cx="5934637" cy="4766234"/>
          </a:xfrm>
          <a:prstGeom prst="rect">
            <a:avLst/>
          </a:prstGeom>
          <a:solidFill>
            <a:srgbClr val="1229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6A8CAECE-A818-BFA1-4BDB-09842B587AB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49CC99D-B015-CF71-099E-B5A742DF5EF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0C02DDB-44C8-4243-1FAD-40D15F144B20}"/>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2402903B-91AB-6808-7A79-72041E80049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0B0F14">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0B0F14">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DE27CCE9-3DF6-228B-E126-786EE07D4B6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9" y="1206344"/>
            <a:ext cx="44954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从市场到用户</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都在</a:t>
            </a:r>
            <a:r>
              <a:rPr lang="zh-CN" altLang="en-US" sz="4000" b="1" dirty="0">
                <a:solidFill>
                  <a:srgbClr val="21B8C7"/>
                </a:solidFill>
                <a:latin typeface="MiSans VF Bold" pitchFamily="2" charset="-122"/>
                <a:ea typeface="MiSans VF Bold" pitchFamily="2" charset="-122"/>
                <a:cs typeface="MiSans VF Bold" pitchFamily="2" charset="-122"/>
                <a:sym typeface="SimHei"/>
              </a:rPr>
              <a:t>发生变化</a:t>
            </a:r>
            <a:endParaRPr lang="en-US" altLang="zh-CN" sz="4000" b="1" dirty="0">
              <a:solidFill>
                <a:srgbClr val="21B8C7"/>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524797" y="4237318"/>
            <a:ext cx="3077045" cy="1600438"/>
          </a:xfrm>
          <a:prstGeom prst="rect">
            <a:avLst/>
          </a:prstGeom>
          <a:noFill/>
        </p:spPr>
        <p:txBody>
          <a:bodyPr wrap="square" lIns="0" tIns="0" rIns="0" bIns="0">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国产彩妆从价格竞争、联名营销，进入审美竞争与品牌资产竞争阶段。</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26" name="文本框 25">
            <a:extLst>
              <a:ext uri="{FF2B5EF4-FFF2-40B4-BE49-F238E27FC236}">
                <a16:creationId xmlns:a16="http://schemas.microsoft.com/office/drawing/2014/main" id="{E880D043-9CC6-2424-3BC3-FD305067A781}"/>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0B0F14"/>
                </a:solidFill>
                <a:latin typeface="Didot" panose="02000503000000020003" pitchFamily="2" charset="-79"/>
                <a:ea typeface="MiSans VF Bold" pitchFamily="2" charset="-122"/>
                <a:cs typeface="Didot" panose="02000503000000020003" pitchFamily="2" charset="-79"/>
                <a:sym typeface="SimHei"/>
              </a:rPr>
              <a:t>CHANGE</a:t>
            </a:r>
            <a:endParaRPr lang="en-US" altLang="zh-CN" sz="1400" b="1" i="1" u="none" strike="noStrike" dirty="0">
              <a:solidFill>
                <a:srgbClr val="0B0F14"/>
              </a:solidFill>
              <a:latin typeface="Didot" panose="02000503000000020003" pitchFamily="2" charset="-79"/>
              <a:ea typeface="MiSans VF Bold" pitchFamily="2" charset="-122"/>
              <a:cs typeface="Didot" panose="02000503000000020003" pitchFamily="2" charset="-79"/>
              <a:sym typeface="SimHei"/>
            </a:endParaRPr>
          </a:p>
        </p:txBody>
      </p:sp>
      <p:pic>
        <p:nvPicPr>
          <p:cNvPr id="10" name="图片 9">
            <a:extLst>
              <a:ext uri="{FF2B5EF4-FFF2-40B4-BE49-F238E27FC236}">
                <a16:creationId xmlns:a16="http://schemas.microsoft.com/office/drawing/2014/main" id="{41E0328E-1035-4B1A-5F89-B994D88550AA}"/>
              </a:ext>
            </a:extLst>
          </p:cNvPr>
          <p:cNvPicPr>
            <a:picLocks noChangeAspect="1"/>
          </p:cNvPicPr>
          <p:nvPr/>
        </p:nvPicPr>
        <p:blipFill>
          <a:blip r:embed="rId2"/>
          <a:srcRect t="1196" b="14084"/>
          <a:stretch>
            <a:fillRect/>
          </a:stretch>
        </p:blipFill>
        <p:spPr>
          <a:xfrm rot="16200000">
            <a:off x="7329642" y="1008855"/>
            <a:ext cx="3779449" cy="5945269"/>
          </a:xfrm>
          <a:prstGeom prst="rect">
            <a:avLst/>
          </a:prstGeom>
        </p:spPr>
      </p:pic>
    </p:spTree>
    <p:extLst>
      <p:ext uri="{BB962C8B-B14F-4D97-AF65-F5344CB8AC3E}">
        <p14:creationId xmlns:p14="http://schemas.microsoft.com/office/powerpoint/2010/main" val="4104660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3DF8D8A-E319-1B31-E81B-EDE5967C83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7E88966-50BA-7581-02D9-B9BF5754D14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1CB1B52-7E8E-2147-D901-37766426A2C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741994B-28F4-C2EF-16FA-6600E26EB27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4686FEEB-4C3D-2391-A642-0A5A0CDB9A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87ADA023-8933-601D-27C0-7FA9E4B62BFF}"/>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核心问题与机会</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sp>
        <p:nvSpPr>
          <p:cNvPr id="13" name="矩形 12">
            <a:extLst>
              <a:ext uri="{FF2B5EF4-FFF2-40B4-BE49-F238E27FC236}">
                <a16:creationId xmlns:a16="http://schemas.microsoft.com/office/drawing/2014/main" id="{BC0DC4D3-A439-821C-39F8-7B04CC498C79}"/>
              </a:ext>
            </a:extLst>
          </p:cNvPr>
          <p:cNvSpPr/>
          <p:nvPr/>
        </p:nvSpPr>
        <p:spPr>
          <a:xfrm>
            <a:off x="4364518" y="2302349"/>
            <a:ext cx="3529043" cy="1921967"/>
          </a:xfrm>
          <a:prstGeom prst="rect">
            <a:avLst/>
          </a:prstGeom>
          <a:solidFill>
            <a:srgbClr val="21B8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E9DC804E-F5C9-E6A6-98CB-C4931525A552}"/>
              </a:ext>
            </a:extLst>
          </p:cNvPr>
          <p:cNvSpPr/>
          <p:nvPr/>
        </p:nvSpPr>
        <p:spPr>
          <a:xfrm>
            <a:off x="8204241" y="2302349"/>
            <a:ext cx="3529043" cy="1921967"/>
          </a:xfrm>
          <a:prstGeom prst="rect">
            <a:avLst/>
          </a:prstGeom>
          <a:solidFill>
            <a:srgbClr val="0E1F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C8AC2FA6-83AC-2BC6-6F1D-15BE88BFFABC}"/>
              </a:ext>
            </a:extLst>
          </p:cNvPr>
          <p:cNvSpPr txBox="1"/>
          <p:nvPr/>
        </p:nvSpPr>
        <p:spPr>
          <a:xfrm>
            <a:off x="524796" y="4520102"/>
            <a:ext cx="3319001" cy="89255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F4F7FA"/>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sz="1200" dirty="0">
              <a:solidFill>
                <a:srgbClr val="F4F7FA"/>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sz="1200" dirty="0">
                <a:solidFill>
                  <a:srgbClr val="F4F7FA"/>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17" name="文本框 16">
            <a:extLst>
              <a:ext uri="{FF2B5EF4-FFF2-40B4-BE49-F238E27FC236}">
                <a16:creationId xmlns:a16="http://schemas.microsoft.com/office/drawing/2014/main" id="{9E854F89-0346-8338-CB34-70BA34D0CE1B}"/>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21B8C7"/>
                </a:solidFill>
                <a:latin typeface="Didot" panose="02000503000000020003" pitchFamily="2" charset="-79"/>
                <a:ea typeface="MiSans VF Bold" pitchFamily="2" charset="-122"/>
                <a:cs typeface="Didot" panose="02000503000000020003" pitchFamily="2" charset="-79"/>
                <a:sym typeface="SimHei"/>
              </a:rPr>
              <a:t>CORE ISSUES</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302349"/>
            <a:ext cx="3529043" cy="1921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文本框 20">
            <a:extLst>
              <a:ext uri="{FF2B5EF4-FFF2-40B4-BE49-F238E27FC236}">
                <a16:creationId xmlns:a16="http://schemas.microsoft.com/office/drawing/2014/main" id="{0BF70AAF-1877-9EF6-FD99-78814BBD4AA2}"/>
              </a:ext>
            </a:extLst>
          </p:cNvPr>
          <p:cNvSpPr txBox="1"/>
          <p:nvPr/>
        </p:nvSpPr>
        <p:spPr>
          <a:xfrm>
            <a:off x="734837" y="3077508"/>
            <a:ext cx="3108960" cy="400110"/>
          </a:xfrm>
          <a:prstGeom prst="rect">
            <a:avLst/>
          </a:prstGeom>
          <a:noFill/>
        </p:spPr>
        <p:txBody>
          <a:bodyPr wrap="square">
            <a:spAutoFit/>
          </a:bodyPr>
          <a:lstStyle/>
          <a:p>
            <a:pPr algn="ctr">
              <a:defRPr/>
            </a:pPr>
            <a:r>
              <a:rPr lang="zh-CN" altLang="en-US" sz="2000" dirty="0">
                <a:solidFill>
                  <a:srgbClr val="0D1F2F"/>
                </a:solidFill>
                <a:latin typeface="Didot" panose="02000503000000020003" pitchFamily="2" charset="-79"/>
                <a:ea typeface="MiSans VF Bold" pitchFamily="2" charset="-122"/>
                <a:cs typeface="Didot" panose="02000503000000020003" pitchFamily="2" charset="-79"/>
                <a:sym typeface="SimHei"/>
              </a:rPr>
              <a:t>“ 记忆点与一致性 ”</a:t>
            </a:r>
            <a:endParaRPr lang="en-US" altLang="zh-CN" sz="2000" u="none" strike="noStrike" dirty="0">
              <a:solidFill>
                <a:srgbClr val="0D1F2F"/>
              </a:solidFill>
              <a:latin typeface="Didot" panose="02000503000000020003" pitchFamily="2" charset="-79"/>
              <a:ea typeface="MiSans VF Bold" pitchFamily="2" charset="-122"/>
              <a:cs typeface="Didot" panose="02000503000000020003" pitchFamily="2" charset="-79"/>
              <a:sym typeface="SimHei"/>
            </a:endParaRPr>
          </a:p>
        </p:txBody>
      </p:sp>
      <p:sp>
        <p:nvSpPr>
          <p:cNvPr id="22" name="文本框 21">
            <a:extLst>
              <a:ext uri="{FF2B5EF4-FFF2-40B4-BE49-F238E27FC236}">
                <a16:creationId xmlns:a16="http://schemas.microsoft.com/office/drawing/2014/main" id="{8A0F14F7-ABBC-7841-C9C1-DD263A3F5C9F}"/>
              </a:ext>
            </a:extLst>
          </p:cNvPr>
          <p:cNvSpPr txBox="1"/>
          <p:nvPr/>
        </p:nvSpPr>
        <p:spPr>
          <a:xfrm>
            <a:off x="4650429" y="3077508"/>
            <a:ext cx="3030531"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审美与情绪价值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3" name="文本框 22">
            <a:extLst>
              <a:ext uri="{FF2B5EF4-FFF2-40B4-BE49-F238E27FC236}">
                <a16:creationId xmlns:a16="http://schemas.microsoft.com/office/drawing/2014/main" id="{A6F804E5-B83D-1C63-554A-D1EA2E5FCCAD}"/>
              </a:ext>
            </a:extLst>
          </p:cNvPr>
          <p:cNvSpPr txBox="1"/>
          <p:nvPr/>
        </p:nvSpPr>
        <p:spPr>
          <a:xfrm>
            <a:off x="8512233" y="3077508"/>
            <a:ext cx="2944930"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机会点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文本框 27">
            <a:extLst>
              <a:ext uri="{FF2B5EF4-FFF2-40B4-BE49-F238E27FC236}">
                <a16:creationId xmlns:a16="http://schemas.microsoft.com/office/drawing/2014/main" id="{18208EA4-124B-596C-2EAB-03DEB4100B19}"/>
              </a:ext>
            </a:extLst>
          </p:cNvPr>
          <p:cNvSpPr txBox="1"/>
          <p:nvPr/>
        </p:nvSpPr>
        <p:spPr>
          <a:xfrm>
            <a:off x="4364518" y="4520102"/>
            <a:ext cx="3286508" cy="707886"/>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F4F7FA"/>
                </a:solidFill>
                <a:latin typeface="MiSans VF Light" pitchFamily="2" charset="-122"/>
                <a:ea typeface="MiSans VF Light" pitchFamily="2" charset="-122"/>
                <a:cs typeface="MiSans VF Light" pitchFamily="2" charset="-122"/>
                <a:sym typeface="SimHei"/>
              </a:rPr>
              <a:t>产品卖点偏功能描述，缺少更高级的情绪和审美叙事；</a:t>
            </a:r>
          </a:p>
          <a:p>
            <a:pPr marL="171450" indent="-171450">
              <a:spcBef>
                <a:spcPts val="1200"/>
              </a:spcBef>
              <a:buFont typeface="Arial" panose="020B0604020202020204" pitchFamily="34" charset="0"/>
              <a:buChar char="•"/>
              <a:defRPr/>
            </a:pPr>
            <a:r>
              <a:rPr lang="zh-CN" altLang="en-US" sz="1200" dirty="0">
                <a:solidFill>
                  <a:srgbClr val="F4F7FA"/>
                </a:solidFill>
                <a:latin typeface="MiSans VF Light" pitchFamily="2" charset="-122"/>
                <a:ea typeface="MiSans VF Light" pitchFamily="2" charset="-122"/>
                <a:cs typeface="MiSans VF Light" pitchFamily="2" charset="-122"/>
                <a:sym typeface="SimHei"/>
              </a:rPr>
              <a:t>用户关系停留在购买层面，缺少长期陪伴感。</a:t>
            </a:r>
          </a:p>
        </p:txBody>
      </p:sp>
      <p:sp>
        <p:nvSpPr>
          <p:cNvPr id="29" name="文本框 28">
            <a:extLst>
              <a:ext uri="{FF2B5EF4-FFF2-40B4-BE49-F238E27FC236}">
                <a16:creationId xmlns:a16="http://schemas.microsoft.com/office/drawing/2014/main" id="{794DD7EC-702C-A512-BCB1-5FE9023BDD6A}"/>
              </a:ext>
            </a:extLst>
          </p:cNvPr>
          <p:cNvSpPr txBox="1"/>
          <p:nvPr/>
        </p:nvSpPr>
        <p:spPr>
          <a:xfrm>
            <a:off x="8204241" y="4520102"/>
            <a:ext cx="3254014" cy="36933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F4F7FA"/>
                </a:solidFill>
                <a:latin typeface="MiSans VF Light" pitchFamily="2" charset="-122"/>
                <a:ea typeface="MiSans VF Light" pitchFamily="2" charset="-122"/>
                <a:cs typeface="MiSans VF Light" pitchFamily="2" charset="-122"/>
                <a:sym typeface="SimHei"/>
              </a:rPr>
              <a:t>以“东方雾感美学”为核心，建立柔和、含蓄、日常但有辨识度的品牌风格。</a:t>
            </a:r>
          </a:p>
        </p:txBody>
      </p:sp>
    </p:spTree>
    <p:extLst>
      <p:ext uri="{BB962C8B-B14F-4D97-AF65-F5344CB8AC3E}">
        <p14:creationId xmlns:p14="http://schemas.microsoft.com/office/powerpoint/2010/main" val="1645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7960-1076-196D-85D7-AAAB4214D403}"/>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7723CA57-ECC4-D187-4B96-034E9D82C7B5}"/>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9E95F72-1D2A-FB23-4C0B-4649DAC7A0CE}"/>
                </a:ext>
              </a:extLst>
            </p:cNvPr>
            <p:cNvCxnSpPr>
              <a:cxnSpLocks/>
            </p:cNvCxnSpPr>
            <p:nvPr/>
          </p:nvCxnSpPr>
          <p:spPr>
            <a:xfrm>
              <a:off x="11945342"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1D14FBE4-9C6D-4D8A-6EC9-891A3BE1C976}"/>
                </a:ext>
              </a:extLst>
            </p:cNvPr>
            <p:cNvCxnSpPr>
              <a:cxnSpLocks/>
            </p:cNvCxnSpPr>
            <p:nvPr/>
          </p:nvCxnSpPr>
          <p:spPr>
            <a:xfrm>
              <a:off x="243628"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38EEA1E7-C802-E83F-8AF7-9B6B00AFBD15}"/>
                </a:ext>
              </a:extLst>
            </p:cNvPr>
            <p:cNvCxnSpPr>
              <a:cxnSpLocks/>
            </p:cNvCxnSpPr>
            <p:nvPr/>
          </p:nvCxnSpPr>
          <p:spPr>
            <a:xfrm>
              <a:off x="524797" y="385358"/>
              <a:ext cx="0" cy="60829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28D26822-7B47-5B9C-8D99-DA7FFA076B28}"/>
                </a:ext>
              </a:extLst>
            </p:cNvPr>
            <p:cNvCxnSpPr>
              <a:cxnSpLocks/>
            </p:cNvCxnSpPr>
            <p:nvPr/>
          </p:nvCxnSpPr>
          <p:spPr>
            <a:xfrm flipH="1">
              <a:off x="-213761" y="6442064"/>
              <a:ext cx="12642129" cy="26232"/>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4994DDC5-E81B-A658-B450-06530A51FC80}"/>
                </a:ext>
              </a:extLst>
            </p:cNvPr>
            <p:cNvCxnSpPr>
              <a:cxnSpLocks/>
            </p:cNvCxnSpPr>
            <p:nvPr/>
          </p:nvCxnSpPr>
          <p:spPr>
            <a:xfrm flipH="1">
              <a:off x="-239398" y="359072"/>
              <a:ext cx="12667766" cy="26286"/>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4F002D31-80EA-E8FD-E58F-1094B56FFCB6}"/>
                </a:ext>
              </a:extLst>
            </p:cNvPr>
            <p:cNvCxnSpPr>
              <a:cxnSpLocks/>
            </p:cNvCxnSpPr>
            <p:nvPr/>
          </p:nvCxnSpPr>
          <p:spPr>
            <a:xfrm>
              <a:off x="6074941"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274EBF9E-49D5-5BF6-19D9-5401E202A221}"/>
                </a:ext>
              </a:extLst>
            </p:cNvPr>
            <p:cNvCxnSpPr>
              <a:cxnSpLocks/>
            </p:cNvCxnSpPr>
            <p:nvPr/>
          </p:nvCxnSpPr>
          <p:spPr>
            <a:xfrm>
              <a:off x="11733284" y="359233"/>
              <a:ext cx="0" cy="60829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BF18ADA7-CE4F-C541-C9FD-75444EAC6953}"/>
                </a:ext>
              </a:extLst>
            </p:cNvPr>
            <p:cNvCxnSpPr>
              <a:cxnSpLocks/>
            </p:cNvCxnSpPr>
            <p:nvPr/>
          </p:nvCxnSpPr>
          <p:spPr>
            <a:xfrm flipH="1">
              <a:off x="-239398" y="3426122"/>
              <a:ext cx="12667766" cy="26286"/>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1BB74FE-6152-A713-3CE6-58BB00F8A0A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2A9C22D-418D-15B9-C139-19B6F543BAA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21820">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21820">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0267E5F-6A39-4E9C-C395-3B130B794E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21820">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21820">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45539B99-4FEF-B70C-7C4C-AF790E99E5F8}"/>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2182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A5BF864-FA00-C6E3-2204-4AF4A58F022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1B8C7"/>
                </a:solidFill>
                <a:latin typeface="Didot" panose="02000503000000020003" pitchFamily="2" charset="-79"/>
                <a:ea typeface="MiSans VF Bold" pitchFamily="2" charset="-122"/>
                <a:cs typeface="Didot" panose="02000503000000020003" pitchFamily="2" charset="-79"/>
                <a:sym typeface="ChillYunmoGothicBold"/>
              </a:rPr>
              <a:t>002</a:t>
            </a:r>
          </a:p>
          <a:p>
            <a:pPr>
              <a:defRPr/>
            </a:pPr>
            <a:r>
              <a:rPr lang="en-US" altLang="zh-CN" sz="4000" b="1" i="1" dirty="0">
                <a:solidFill>
                  <a:srgbClr val="21B8C7"/>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2973A0C8-EB86-A2D9-F32C-41E8E7A0875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21820">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50503D22-C4B8-E6A5-4DAA-9015A560B2B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战略：</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重新定义我们是谁</a:t>
            </a:r>
          </a:p>
        </p:txBody>
      </p:sp>
    </p:spTree>
    <p:extLst>
      <p:ext uri="{BB962C8B-B14F-4D97-AF65-F5344CB8AC3E}">
        <p14:creationId xmlns:p14="http://schemas.microsoft.com/office/powerpoint/2010/main" val="199691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AC6FDF-E8F2-2C50-CFD5-A9E92A891DE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32C352-CB58-9269-91D5-FF12D47E0F9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3B04F1DF-1ABD-DF2B-33F8-A8CA3C8F126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D641233-D71F-5A17-2604-1D9587D88B6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B1B5DA2-304D-5777-882F-5473F98F509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E89CED06-68D7-42C2-94E3-78AB3BA2CBF2}"/>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品牌战略</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sp>
        <p:nvSpPr>
          <p:cNvPr id="15" name="文本框 14">
            <a:extLst>
              <a:ext uri="{FF2B5EF4-FFF2-40B4-BE49-F238E27FC236}">
                <a16:creationId xmlns:a16="http://schemas.microsoft.com/office/drawing/2014/main" id="{FC096C41-32D4-6372-4BDA-66DF1C2886E3}"/>
              </a:ext>
            </a:extLst>
          </p:cNvPr>
          <p:cNvSpPr txBox="1"/>
          <p:nvPr/>
        </p:nvSpPr>
        <p:spPr>
          <a:xfrm>
            <a:off x="52479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F4F7FA"/>
                </a:solidFill>
                <a:latin typeface="Didot" panose="02000503000000020003" pitchFamily="2" charset="-79"/>
                <a:ea typeface="MiSans VF Bold" pitchFamily="2" charset="-122"/>
                <a:cs typeface="Didot" panose="02000503000000020003" pitchFamily="2" charset="-79"/>
                <a:sym typeface="SimHei"/>
              </a:rPr>
              <a:t>全新定位</a:t>
            </a:r>
            <a:endParaRPr lang="en-US" altLang="zh-CN" sz="16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东方情绪美学彩妆品牌</a:t>
            </a:r>
          </a:p>
        </p:txBody>
      </p:sp>
      <p:sp>
        <p:nvSpPr>
          <p:cNvPr id="17" name="文本框 16">
            <a:extLst>
              <a:ext uri="{FF2B5EF4-FFF2-40B4-BE49-F238E27FC236}">
                <a16:creationId xmlns:a16="http://schemas.microsoft.com/office/drawing/2014/main" id="{FC5C973B-0ECD-9FA3-5034-2E7AFF868A79}"/>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21B8C7"/>
                </a:solidFill>
                <a:latin typeface="Didot" panose="02000503000000020003" pitchFamily="2" charset="-79"/>
                <a:ea typeface="MiSans VF Bold" pitchFamily="2" charset="-122"/>
                <a:cs typeface="Didot" panose="02000503000000020003" pitchFamily="2" charset="-79"/>
                <a:sym typeface="SimHei"/>
              </a:rPr>
              <a:t>BRAND STRATEGY</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2125DF3E-B8DB-3650-7A6B-29E1D1EACC2A}"/>
              </a:ext>
            </a:extLst>
          </p:cNvPr>
          <p:cNvSpPr/>
          <p:nvPr/>
        </p:nvSpPr>
        <p:spPr>
          <a:xfrm>
            <a:off x="547200" y="2302349"/>
            <a:ext cx="3480320" cy="1921967"/>
          </a:xfrm>
          <a:prstGeom prst="rect">
            <a:avLst/>
          </a:prstGeom>
          <a:pattFill prst="ltDnDiag">
            <a:fgClr>
              <a:srgbClr val="0A7F8B"/>
            </a:fgClr>
            <a:bgClr>
              <a:srgbClr val="19233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FB8037DE-D548-66D6-6B81-0FF8A64DC8EB}"/>
              </a:ext>
            </a:extLst>
          </p:cNvPr>
          <p:cNvSpPr txBox="1"/>
          <p:nvPr/>
        </p:nvSpPr>
        <p:spPr>
          <a:xfrm>
            <a:off x="436527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F4F7FA"/>
                </a:solidFill>
                <a:latin typeface="Didot" panose="02000503000000020003" pitchFamily="2" charset="-79"/>
                <a:ea typeface="MiSans VF Bold" pitchFamily="2" charset="-122"/>
                <a:cs typeface="Didot" panose="02000503000000020003" pitchFamily="2" charset="-79"/>
                <a:sym typeface="SimHei"/>
              </a:rPr>
              <a:t>品牌主张</a:t>
            </a:r>
            <a:endParaRPr lang="en-US" altLang="zh-CN" sz="16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让妆容像情绪一样自然发生</a:t>
            </a:r>
          </a:p>
        </p:txBody>
      </p:sp>
      <p:sp>
        <p:nvSpPr>
          <p:cNvPr id="24" name="文本框 23">
            <a:extLst>
              <a:ext uri="{FF2B5EF4-FFF2-40B4-BE49-F238E27FC236}">
                <a16:creationId xmlns:a16="http://schemas.microsoft.com/office/drawing/2014/main" id="{626D7CEA-5FE8-CB01-3797-66684CE20ACE}"/>
              </a:ext>
            </a:extLst>
          </p:cNvPr>
          <p:cNvSpPr txBox="1"/>
          <p:nvPr/>
        </p:nvSpPr>
        <p:spPr>
          <a:xfrm>
            <a:off x="820575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F4F7FA"/>
                </a:solidFill>
                <a:latin typeface="Didot" panose="02000503000000020003" pitchFamily="2" charset="-79"/>
                <a:ea typeface="MiSans VF Bold" pitchFamily="2" charset="-122"/>
                <a:cs typeface="Didot" panose="02000503000000020003" pitchFamily="2" charset="-79"/>
                <a:sym typeface="SimHei"/>
              </a:rPr>
              <a:t>品牌关键词</a:t>
            </a:r>
            <a:endParaRPr lang="en-US" altLang="zh-CN" sz="16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雾感、松弛、东方、轻表达、日常诗意</a:t>
            </a:r>
          </a:p>
        </p:txBody>
      </p:sp>
      <p:sp>
        <p:nvSpPr>
          <p:cNvPr id="42" name="矩形 41">
            <a:extLst>
              <a:ext uri="{FF2B5EF4-FFF2-40B4-BE49-F238E27FC236}">
                <a16:creationId xmlns:a16="http://schemas.microsoft.com/office/drawing/2014/main" id="{DECACA0E-E232-1F71-2AAD-C079B8C6CD44}"/>
              </a:ext>
            </a:extLst>
          </p:cNvPr>
          <p:cNvSpPr/>
          <p:nvPr/>
        </p:nvSpPr>
        <p:spPr>
          <a:xfrm>
            <a:off x="4376478" y="2302349"/>
            <a:ext cx="3480320" cy="1921967"/>
          </a:xfrm>
          <a:prstGeom prst="rect">
            <a:avLst/>
          </a:prstGeom>
          <a:pattFill prst="ltVert">
            <a:fgClr>
              <a:srgbClr val="0A7F8B"/>
            </a:fgClr>
            <a:bgClr>
              <a:srgbClr val="19233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矩形 42">
            <a:extLst>
              <a:ext uri="{FF2B5EF4-FFF2-40B4-BE49-F238E27FC236}">
                <a16:creationId xmlns:a16="http://schemas.microsoft.com/office/drawing/2014/main" id="{1201A825-E727-89CB-3E7E-E5FDA8E3178F}"/>
              </a:ext>
            </a:extLst>
          </p:cNvPr>
          <p:cNvSpPr/>
          <p:nvPr/>
        </p:nvSpPr>
        <p:spPr>
          <a:xfrm>
            <a:off x="8205756" y="2302349"/>
            <a:ext cx="3480320" cy="1921967"/>
          </a:xfrm>
          <a:prstGeom prst="rect">
            <a:avLst/>
          </a:prstGeom>
          <a:pattFill prst="ltHorz">
            <a:fgClr>
              <a:srgbClr val="0A7F8B"/>
            </a:fgClr>
            <a:bgClr>
              <a:srgbClr val="19233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66021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B936-A1A2-FFF6-C43A-4DBA92548BF6}"/>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F0BA8EBA-DA00-EE1D-8D60-7A3E58B4BC40}"/>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5CB5063C-C131-2EA2-C5C0-33002DB84308}"/>
                </a:ext>
              </a:extLst>
            </p:cNvPr>
            <p:cNvCxnSpPr>
              <a:cxnSpLocks/>
            </p:cNvCxnSpPr>
            <p:nvPr/>
          </p:nvCxnSpPr>
          <p:spPr>
            <a:xfrm>
              <a:off x="11945342"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9A15328D-DE66-1A21-E433-774BC73E3009}"/>
                </a:ext>
              </a:extLst>
            </p:cNvPr>
            <p:cNvCxnSpPr>
              <a:cxnSpLocks/>
            </p:cNvCxnSpPr>
            <p:nvPr/>
          </p:nvCxnSpPr>
          <p:spPr>
            <a:xfrm>
              <a:off x="243628"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FF201632-306E-5B19-2989-C4B1C372F7B4}"/>
                </a:ext>
              </a:extLst>
            </p:cNvPr>
            <p:cNvCxnSpPr>
              <a:cxnSpLocks/>
            </p:cNvCxnSpPr>
            <p:nvPr/>
          </p:nvCxnSpPr>
          <p:spPr>
            <a:xfrm>
              <a:off x="524797" y="385358"/>
              <a:ext cx="0" cy="60829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18097823-014E-100A-A73E-625631962144}"/>
                </a:ext>
              </a:extLst>
            </p:cNvPr>
            <p:cNvCxnSpPr>
              <a:cxnSpLocks/>
            </p:cNvCxnSpPr>
            <p:nvPr/>
          </p:nvCxnSpPr>
          <p:spPr>
            <a:xfrm flipH="1">
              <a:off x="-213761" y="6442064"/>
              <a:ext cx="12642129" cy="26232"/>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9B508DE-4CCA-3920-7098-95C4B74311D6}"/>
                </a:ext>
              </a:extLst>
            </p:cNvPr>
            <p:cNvCxnSpPr>
              <a:cxnSpLocks/>
            </p:cNvCxnSpPr>
            <p:nvPr/>
          </p:nvCxnSpPr>
          <p:spPr>
            <a:xfrm flipH="1">
              <a:off x="-239398" y="359072"/>
              <a:ext cx="12667766" cy="26286"/>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DEE9AF5F-C2E4-81D6-315A-82DA5273FC83}"/>
                </a:ext>
              </a:extLst>
            </p:cNvPr>
            <p:cNvCxnSpPr>
              <a:cxnSpLocks/>
            </p:cNvCxnSpPr>
            <p:nvPr/>
          </p:nvCxnSpPr>
          <p:spPr>
            <a:xfrm>
              <a:off x="6074941"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FE1AC7A7-9A4C-A6D4-74B4-DE9D1EE8C7F8}"/>
                </a:ext>
              </a:extLst>
            </p:cNvPr>
            <p:cNvCxnSpPr>
              <a:cxnSpLocks/>
            </p:cNvCxnSpPr>
            <p:nvPr/>
          </p:nvCxnSpPr>
          <p:spPr>
            <a:xfrm>
              <a:off x="11733284" y="359233"/>
              <a:ext cx="0" cy="60829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89772A2-E006-DBB7-8C97-2CD91C442CA4}"/>
                </a:ext>
              </a:extLst>
            </p:cNvPr>
            <p:cNvCxnSpPr>
              <a:cxnSpLocks/>
            </p:cNvCxnSpPr>
            <p:nvPr/>
          </p:nvCxnSpPr>
          <p:spPr>
            <a:xfrm flipH="1">
              <a:off x="-239398" y="3426122"/>
              <a:ext cx="12667766" cy="26286"/>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AC6975A-5B40-A1A1-1A06-BCABB7B0A00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BAC9F7FC-7CF8-C5AC-BA04-6EA6CEE2884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21820">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21820">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FD405BE4-1C92-E226-E156-37C43BDD6E53}"/>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21820">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21820">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EC30E245-43CD-710B-D93B-0246C837B84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2182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B0D498E-603E-D5AA-195E-9BD35288C6E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1B8C7"/>
                </a:solidFill>
                <a:latin typeface="Didot" panose="02000503000000020003" pitchFamily="2" charset="-79"/>
                <a:ea typeface="MiSans VF Bold" pitchFamily="2" charset="-122"/>
                <a:cs typeface="Didot" panose="02000503000000020003" pitchFamily="2" charset="-79"/>
                <a:sym typeface="ChillYunmoGothicBold"/>
              </a:rPr>
              <a:t>003</a:t>
            </a:r>
          </a:p>
          <a:p>
            <a:pPr>
              <a:defRPr/>
            </a:pPr>
            <a:r>
              <a:rPr lang="en-US" altLang="zh-CN" sz="4000" b="1" i="1" dirty="0">
                <a:solidFill>
                  <a:srgbClr val="21B8C7"/>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BD4333D9-C35F-76E3-A6B2-2375B4DBF6E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21820">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AA21663-7504-C2BD-CD07-B4755ED17088}"/>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表达：</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建立新的视觉语言系统</a:t>
            </a:r>
          </a:p>
        </p:txBody>
      </p:sp>
    </p:spTree>
    <p:extLst>
      <p:ext uri="{BB962C8B-B14F-4D97-AF65-F5344CB8AC3E}">
        <p14:creationId xmlns:p14="http://schemas.microsoft.com/office/powerpoint/2010/main" val="26230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1F1C-9449-0923-A4C8-1A465033928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23EBFA5-37B5-C47D-2DE1-5B632F48DF9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3FF437-C55A-0BE8-32C3-9A4A4A0B044B}"/>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35590E3-E7DE-BC08-ECC3-5849EB52A11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B695EA6A-4B8F-8464-589F-39A5494DB11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1731985-FDB7-EC74-96EE-BA1A162F64D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E9F1DD86-DF1C-963D-1B73-F9A576F6C58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21B8C7"/>
                </a:solidFill>
                <a:latin typeface="Didot" panose="02000503000000020003" pitchFamily="2" charset="-79"/>
                <a:ea typeface="MiSans VF Bold" pitchFamily="2" charset="-122"/>
                <a:cs typeface="Didot" panose="02000503000000020003" pitchFamily="2" charset="-79"/>
                <a:sym typeface="SimHei"/>
              </a:rPr>
              <a:t>BRAND COLOR</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42" name="矩形 41">
            <a:extLst>
              <a:ext uri="{FF2B5EF4-FFF2-40B4-BE49-F238E27FC236}">
                <a16:creationId xmlns:a16="http://schemas.microsoft.com/office/drawing/2014/main" id="{951067AD-26AF-E389-0BD6-85F035FF90E9}"/>
              </a:ext>
            </a:extLst>
          </p:cNvPr>
          <p:cNvSpPr/>
          <p:nvPr/>
        </p:nvSpPr>
        <p:spPr>
          <a:xfrm>
            <a:off x="5640314" y="2302349"/>
            <a:ext cx="2572944" cy="3535407"/>
          </a:xfrm>
          <a:prstGeom prst="rect">
            <a:avLst/>
          </a:prstGeom>
          <a:solidFill>
            <a:srgbClr val="21B8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AutoShape 5">
            <a:extLst>
              <a:ext uri="{FF2B5EF4-FFF2-40B4-BE49-F238E27FC236}">
                <a16:creationId xmlns:a16="http://schemas.microsoft.com/office/drawing/2014/main" id="{DA99843B-1CAA-C2C4-5823-6650B174E269}"/>
              </a:ext>
            </a:extLst>
          </p:cNvPr>
          <p:cNvSpPr/>
          <p:nvPr/>
        </p:nvSpPr>
        <p:spPr>
          <a:xfrm>
            <a:off x="524799" y="1206344"/>
            <a:ext cx="885083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品牌色</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09834DD9-749E-5AF3-53CA-165428FFB32C}"/>
              </a:ext>
            </a:extLst>
          </p:cNvPr>
          <p:cNvSpPr txBox="1"/>
          <p:nvPr/>
        </p:nvSpPr>
        <p:spPr>
          <a:xfrm>
            <a:off x="524797" y="4128163"/>
            <a:ext cx="3077045" cy="1815882"/>
          </a:xfrm>
          <a:prstGeom prst="rect">
            <a:avLst/>
          </a:prstGeom>
          <a:noFill/>
        </p:spPr>
        <p:txBody>
          <a:bodyPr wrap="square" lIns="0" tIns="0" rIns="0" bIns="0" anchor="b">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以高浓度红作为核心识别色，传递国产彩妆品牌的生命力、情绪张力与视觉记忆点。它不是传统意义上的“喜庆红”，而是一种更年轻、更直接、更具妆感联想的雾面红。</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这组色彩系统让「雾屿」从单一的产品包装识别，升级为可延展的品牌视觉资产。它既能支撑唇妆、眼妆、腮红等高情绪品类，也能在电商、社媒、线下空间中形成统一而强烈的品牌记忆。</a:t>
            </a:r>
          </a:p>
        </p:txBody>
      </p:sp>
      <p:sp>
        <p:nvSpPr>
          <p:cNvPr id="10" name="矩形 9">
            <a:extLst>
              <a:ext uri="{FF2B5EF4-FFF2-40B4-BE49-F238E27FC236}">
                <a16:creationId xmlns:a16="http://schemas.microsoft.com/office/drawing/2014/main" id="{49D88DB0-93FD-A092-B111-6881FA49CD2E}"/>
              </a:ext>
            </a:extLst>
          </p:cNvPr>
          <p:cNvSpPr/>
          <p:nvPr/>
        </p:nvSpPr>
        <p:spPr>
          <a:xfrm>
            <a:off x="10538847" y="2302349"/>
            <a:ext cx="1161530" cy="3535407"/>
          </a:xfrm>
          <a:prstGeom prst="rect">
            <a:avLst/>
          </a:prstGeom>
          <a:solidFill>
            <a:srgbClr val="0E1F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4F7FA"/>
              </a:solidFill>
            </a:endParaRPr>
          </a:p>
        </p:txBody>
      </p:sp>
      <p:sp>
        <p:nvSpPr>
          <p:cNvPr id="11" name="矩形 10">
            <a:extLst>
              <a:ext uri="{FF2B5EF4-FFF2-40B4-BE49-F238E27FC236}">
                <a16:creationId xmlns:a16="http://schemas.microsoft.com/office/drawing/2014/main" id="{3BDE3BF8-2B8E-961C-9E0D-895CC41CBA45}"/>
              </a:ext>
            </a:extLst>
          </p:cNvPr>
          <p:cNvSpPr/>
          <p:nvPr/>
        </p:nvSpPr>
        <p:spPr>
          <a:xfrm>
            <a:off x="9376474" y="2302349"/>
            <a:ext cx="1161530" cy="3535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200646D7-63F1-614D-F285-20BC0CAFABDB}"/>
              </a:ext>
            </a:extLst>
          </p:cNvPr>
          <p:cNvSpPr/>
          <p:nvPr/>
        </p:nvSpPr>
        <p:spPr>
          <a:xfrm>
            <a:off x="8214101" y="2302349"/>
            <a:ext cx="1161530" cy="3535407"/>
          </a:xfrm>
          <a:prstGeom prst="rect">
            <a:avLst/>
          </a:prstGeom>
          <a:solidFill>
            <a:srgbClr val="6AD7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文本框 12">
            <a:extLst>
              <a:ext uri="{FF2B5EF4-FFF2-40B4-BE49-F238E27FC236}">
                <a16:creationId xmlns:a16="http://schemas.microsoft.com/office/drawing/2014/main" id="{6115FEE0-18B9-08E4-FD94-342D8963293F}"/>
              </a:ext>
            </a:extLst>
          </p:cNvPr>
          <p:cNvSpPr txBox="1"/>
          <p:nvPr/>
        </p:nvSpPr>
        <p:spPr>
          <a:xfrm>
            <a:off x="5803601" y="2497191"/>
            <a:ext cx="1224216" cy="215444"/>
          </a:xfrm>
          <a:prstGeom prst="rect">
            <a:avLst/>
          </a:prstGeom>
          <a:noFill/>
        </p:spPr>
        <p:txBody>
          <a:bodyPr wrap="square" lIns="0" tIns="0" rIns="0" bIns="0">
            <a:spAutoFit/>
          </a:bodyPr>
          <a:lstStyle/>
          <a:p>
            <a:pPr>
              <a:spcBef>
                <a:spcPts val="1200"/>
              </a:spcBef>
              <a:defRPr/>
            </a:pPr>
            <a:r>
              <a:rPr lang="en-US" altLang="zh-CN" b="1" dirty="0">
                <a:solidFill>
                  <a:schemeClr val="bg1"/>
                </a:solidFill>
                <a:latin typeface="MiSans VF Bold" pitchFamily="2" charset="-122"/>
                <a:ea typeface="MiSans VF Bold" pitchFamily="2" charset="-122"/>
                <a:cs typeface="MiSans VF Bold" pitchFamily="2" charset="-122"/>
                <a:sym typeface="SimHei"/>
              </a:rPr>
              <a:t>Main</a:t>
            </a:r>
            <a:r>
              <a:rPr lang="zh-CN" altLang="en-US" b="1" dirty="0">
                <a:solidFill>
                  <a:schemeClr val="bg1"/>
                </a:solidFill>
                <a:latin typeface="MiSans VF Bold" pitchFamily="2" charset="-122"/>
                <a:ea typeface="MiSans VF Bold" pitchFamily="2" charset="-122"/>
                <a:cs typeface="MiSans VF Bold" pitchFamily="2" charset="-122"/>
                <a:sym typeface="SimHei"/>
              </a:rPr>
              <a:t> </a:t>
            </a:r>
          </a:p>
        </p:txBody>
      </p:sp>
      <p:sp>
        <p:nvSpPr>
          <p:cNvPr id="14" name="文本框 13">
            <a:extLst>
              <a:ext uri="{FF2B5EF4-FFF2-40B4-BE49-F238E27FC236}">
                <a16:creationId xmlns:a16="http://schemas.microsoft.com/office/drawing/2014/main" id="{BF81E6F3-0E2A-74FF-3C99-2CA51C29DD3B}"/>
              </a:ext>
            </a:extLst>
          </p:cNvPr>
          <p:cNvSpPr txBox="1"/>
          <p:nvPr/>
        </p:nvSpPr>
        <p:spPr>
          <a:xfrm rot="5400000">
            <a:off x="5299215"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#58B5C4</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6C0DA45E-B964-17CB-578C-29297C237A0C}"/>
              </a:ext>
            </a:extLst>
          </p:cNvPr>
          <p:cNvSpPr txBox="1"/>
          <p:nvPr/>
        </p:nvSpPr>
        <p:spPr>
          <a:xfrm rot="5400000">
            <a:off x="7869421"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#86D4E3</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3" name="文本框 22">
            <a:extLst>
              <a:ext uri="{FF2B5EF4-FFF2-40B4-BE49-F238E27FC236}">
                <a16:creationId xmlns:a16="http://schemas.microsoft.com/office/drawing/2014/main" id="{3707B0C3-F59D-A81A-28C9-1F05ED11F0AD}"/>
              </a:ext>
            </a:extLst>
          </p:cNvPr>
          <p:cNvSpPr txBox="1"/>
          <p:nvPr/>
        </p:nvSpPr>
        <p:spPr>
          <a:xfrm rot="5400000">
            <a:off x="9043313"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rgbClr val="0D1F2F"/>
                </a:solidFill>
                <a:latin typeface="MiSans VF Bold" pitchFamily="2" charset="-122"/>
                <a:ea typeface="MiSans VF Bold" pitchFamily="2" charset="-122"/>
                <a:cs typeface="MiSans VF Bold" pitchFamily="2" charset="-122"/>
                <a:sym typeface="SimHei"/>
              </a:rPr>
              <a:t>#FFFFFF</a:t>
            </a:r>
            <a:endParaRPr lang="zh-CN" altLang="en-US" sz="1200" b="1" dirty="0">
              <a:solidFill>
                <a:srgbClr val="0D1F2F"/>
              </a:solidFill>
              <a:latin typeface="MiSans VF Bold" pitchFamily="2" charset="-122"/>
              <a:ea typeface="MiSans VF Bold" pitchFamily="2" charset="-122"/>
              <a:cs typeface="MiSans VF Bold" pitchFamily="2" charset="-122"/>
              <a:sym typeface="SimHei"/>
            </a:endParaRPr>
          </a:p>
        </p:txBody>
      </p:sp>
      <p:sp>
        <p:nvSpPr>
          <p:cNvPr id="26" name="文本框 25">
            <a:extLst>
              <a:ext uri="{FF2B5EF4-FFF2-40B4-BE49-F238E27FC236}">
                <a16:creationId xmlns:a16="http://schemas.microsoft.com/office/drawing/2014/main" id="{B414ECF8-7792-AC2B-573C-DD04A023D7D0}"/>
              </a:ext>
            </a:extLst>
          </p:cNvPr>
          <p:cNvSpPr txBox="1"/>
          <p:nvPr/>
        </p:nvSpPr>
        <p:spPr>
          <a:xfrm rot="5400000">
            <a:off x="10241918"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lumMod val="85000"/>
                  </a:schemeClr>
                </a:solidFill>
                <a:latin typeface="MiSans VF Bold" pitchFamily="2" charset="-122"/>
                <a:ea typeface="MiSans VF Bold" pitchFamily="2" charset="-122"/>
                <a:cs typeface="MiSans VF Bold" pitchFamily="2" charset="-122"/>
                <a:sym typeface="SimHei"/>
              </a:rPr>
              <a:t>#111E2D</a:t>
            </a:r>
            <a:endParaRPr lang="zh-CN" altLang="en-US" sz="1200" b="1" dirty="0">
              <a:solidFill>
                <a:schemeClr val="bg1">
                  <a:lumMod val="85000"/>
                </a:schemeClr>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21510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31D1-CEF3-C6AC-77B8-51C93F580F0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66E6DE7-1698-FFB8-55D8-8313DFF47BC8}"/>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2E566B-2DCF-D9CE-3F74-038B7921F12E}"/>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84594C4-D31C-3573-2ABF-64BC65C497F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50746D6-595F-4313-FAFA-859B2355BAB2}"/>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41F07B2-3569-1089-5E88-C74C2B988BB1}"/>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F75E599-19AE-57C9-A21A-F83D181819BE}"/>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21B8C7"/>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3EB6CDA3-C63F-7636-538D-A7229F9116B6}"/>
              </a:ext>
            </a:extLst>
          </p:cNvPr>
          <p:cNvSpPr/>
          <p:nvPr/>
        </p:nvSpPr>
        <p:spPr>
          <a:xfrm>
            <a:off x="524799" y="1206344"/>
            <a:ext cx="748964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337A9725-EACC-493F-9A7E-6A129FB43649}"/>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矩形 5">
            <a:extLst>
              <a:ext uri="{FF2B5EF4-FFF2-40B4-BE49-F238E27FC236}">
                <a16:creationId xmlns:a16="http://schemas.microsoft.com/office/drawing/2014/main" id="{8B15F8C7-B750-3801-7399-DDD6A770D482}"/>
              </a:ext>
            </a:extLst>
          </p:cNvPr>
          <p:cNvSpPr/>
          <p:nvPr/>
        </p:nvSpPr>
        <p:spPr>
          <a:xfrm>
            <a:off x="8014447" y="2057400"/>
            <a:ext cx="3652755" cy="3452677"/>
          </a:xfrm>
          <a:prstGeom prst="rect">
            <a:avLst/>
          </a:prstGeom>
          <a:pattFill prst="pct5">
            <a:fgClr>
              <a:srgbClr val="6AD7E5"/>
            </a:fgClr>
            <a:bgClr>
              <a:srgbClr val="0E1F2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ADD1410D-EFB0-EB34-0433-302DA1D89F2E}"/>
              </a:ext>
            </a:extLst>
          </p:cNvPr>
          <p:cNvSpPr/>
          <p:nvPr/>
        </p:nvSpPr>
        <p:spPr>
          <a:xfrm>
            <a:off x="4269622" y="2057400"/>
            <a:ext cx="3652755" cy="3452677"/>
          </a:xfrm>
          <a:prstGeom prst="rect">
            <a:avLst/>
          </a:prstGeom>
          <a:pattFill prst="ltDnDiag">
            <a:fgClr>
              <a:srgbClr val="0A7F8B"/>
            </a:fgClr>
            <a:bgClr>
              <a:srgbClr val="0E1F2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0D1FCB06-9CB1-B6B1-0709-5A4BD0CEDF67}"/>
              </a:ext>
            </a:extLst>
          </p:cNvPr>
          <p:cNvSpPr txBox="1"/>
          <p:nvPr/>
        </p:nvSpPr>
        <p:spPr>
          <a:xfrm>
            <a:off x="5112253" y="5745423"/>
            <a:ext cx="1967492" cy="307777"/>
          </a:xfrm>
          <a:prstGeom prst="rect">
            <a:avLst/>
          </a:prstGeom>
          <a:noFill/>
        </p:spPr>
        <p:txBody>
          <a:bodyPr wrap="square">
            <a:spAutoFit/>
          </a:bodyPr>
          <a:lstStyle/>
          <a:p>
            <a:pPr algn="ctr">
              <a:defRPr/>
            </a:pPr>
            <a:r>
              <a:rPr lang="en-US" altLang="zh-CN" b="1" dirty="0">
                <a:solidFill>
                  <a:srgbClr val="F4F7FA"/>
                </a:solidFill>
                <a:latin typeface="MiSans VF Bold" pitchFamily="2" charset="-122"/>
                <a:ea typeface="MiSans VF Bold" pitchFamily="2" charset="-122"/>
                <a:cs typeface="MiSans VF Bold" pitchFamily="2" charset="-122"/>
                <a:sym typeface="SimHei"/>
              </a:rPr>
              <a:t>BEFORE</a:t>
            </a:r>
            <a:endParaRPr lang="en-US" altLang="zh-CN" sz="1400" b="1" u="none" strike="noStrike" dirty="0">
              <a:solidFill>
                <a:srgbClr val="F4F7FA"/>
              </a:solidFill>
              <a:latin typeface="MiSans VF Bold" pitchFamily="2" charset="-122"/>
              <a:ea typeface="MiSans VF Bold" pitchFamily="2" charset="-122"/>
              <a:cs typeface="MiSans VF Bold" pitchFamily="2" charset="-122"/>
              <a:sym typeface="SimHei"/>
            </a:endParaRPr>
          </a:p>
        </p:txBody>
      </p:sp>
      <p:sp>
        <p:nvSpPr>
          <p:cNvPr id="18" name="文本框 17">
            <a:extLst>
              <a:ext uri="{FF2B5EF4-FFF2-40B4-BE49-F238E27FC236}">
                <a16:creationId xmlns:a16="http://schemas.microsoft.com/office/drawing/2014/main" id="{38EC7112-D435-C4E8-14BD-75E8181284D5}"/>
              </a:ext>
            </a:extLst>
          </p:cNvPr>
          <p:cNvSpPr txBox="1"/>
          <p:nvPr/>
        </p:nvSpPr>
        <p:spPr>
          <a:xfrm>
            <a:off x="8857078" y="5745423"/>
            <a:ext cx="1967492" cy="307777"/>
          </a:xfrm>
          <a:prstGeom prst="rect">
            <a:avLst/>
          </a:prstGeom>
          <a:noFill/>
        </p:spPr>
        <p:txBody>
          <a:bodyPr wrap="square">
            <a:spAutoFit/>
          </a:bodyPr>
          <a:lstStyle/>
          <a:p>
            <a:pPr algn="ctr">
              <a:defRPr/>
            </a:pPr>
            <a:r>
              <a:rPr lang="en-US" altLang="zh-CN" b="1" dirty="0">
                <a:solidFill>
                  <a:srgbClr val="F4F7FA"/>
                </a:solidFill>
                <a:latin typeface="MiSans VF Bold" pitchFamily="2" charset="-122"/>
                <a:ea typeface="MiSans VF Bold" pitchFamily="2" charset="-122"/>
                <a:cs typeface="MiSans VF Bold" pitchFamily="2" charset="-122"/>
                <a:sym typeface="SimHei"/>
              </a:rPr>
              <a:t>AFTER</a:t>
            </a:r>
            <a:endParaRPr lang="en-US" altLang="zh-CN" sz="1400" b="1" u="none" strike="noStrike" dirty="0">
              <a:solidFill>
                <a:srgbClr val="F4F7FA"/>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12717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6815-DDDE-FF46-1809-95A8342C996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42C6A9-7D11-BAB4-C775-B75CD7CB34F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2F9D78-5FEF-04C7-ACEE-A92F01C0B41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810DBF2-2180-A20D-20E0-896979D2CB7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FD20307-69D0-90A3-251D-ACA36F7F26F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1623DD3-FF10-ED10-567C-5FACE7782D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73C66C3-97CD-C59C-CDA2-DFC438BF55A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21B8C7"/>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FEA1444A-81B7-F299-142D-8B593B4F3AFA}"/>
              </a:ext>
            </a:extLst>
          </p:cNvPr>
          <p:cNvSpPr/>
          <p:nvPr/>
        </p:nvSpPr>
        <p:spPr>
          <a:xfrm>
            <a:off x="524798" y="1206344"/>
            <a:ext cx="811947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A68BC064-5630-1D3D-5EDE-D1E786DA649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15" name="矩形 14">
            <a:extLst>
              <a:ext uri="{FF2B5EF4-FFF2-40B4-BE49-F238E27FC236}">
                <a16:creationId xmlns:a16="http://schemas.microsoft.com/office/drawing/2014/main" id="{AAC17C26-2C03-BB91-EB60-212931B799CD}"/>
              </a:ext>
            </a:extLst>
          </p:cNvPr>
          <p:cNvSpPr/>
          <p:nvPr/>
        </p:nvSpPr>
        <p:spPr>
          <a:xfrm>
            <a:off x="5180993" y="2057400"/>
            <a:ext cx="6552291" cy="3452677"/>
          </a:xfrm>
          <a:prstGeom prst="rect">
            <a:avLst/>
          </a:prstGeom>
          <a:pattFill prst="ltDnDiag">
            <a:fgClr>
              <a:srgbClr val="21B8C7"/>
            </a:fgClr>
            <a:bgClr>
              <a:srgbClr val="0E1F2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2E7CC49D-9245-6428-ACDE-E2CA9ED1F642}"/>
              </a:ext>
            </a:extLst>
          </p:cNvPr>
          <p:cNvSpPr txBox="1"/>
          <p:nvPr/>
        </p:nvSpPr>
        <p:spPr>
          <a:xfrm>
            <a:off x="7473392" y="5745423"/>
            <a:ext cx="1967492" cy="307777"/>
          </a:xfrm>
          <a:prstGeom prst="rect">
            <a:avLst/>
          </a:prstGeom>
          <a:noFill/>
        </p:spPr>
        <p:txBody>
          <a:bodyPr wrap="square">
            <a:spAutoFit/>
          </a:bodyPr>
          <a:lstStyle/>
          <a:p>
            <a:pPr algn="ctr">
              <a:defRPr/>
            </a:pPr>
            <a:r>
              <a:rPr lang="en-US" altLang="zh-CN" b="1" dirty="0">
                <a:solidFill>
                  <a:srgbClr val="F4F7FA"/>
                </a:solidFill>
                <a:latin typeface="MiSans VF Bold" pitchFamily="2" charset="-122"/>
                <a:ea typeface="MiSans VF Bold" pitchFamily="2" charset="-122"/>
                <a:cs typeface="MiSans VF Bold" pitchFamily="2" charset="-122"/>
                <a:sym typeface="SimHei"/>
              </a:rPr>
              <a:t>BRAND</a:t>
            </a:r>
            <a:r>
              <a:rPr lang="zh-CN" altLang="en-US" b="1" dirty="0">
                <a:solidFill>
                  <a:srgbClr val="F4F7FA"/>
                </a:solidFill>
                <a:latin typeface="MiSans VF Bold" pitchFamily="2" charset="-122"/>
                <a:ea typeface="MiSans VF Bold" pitchFamily="2" charset="-122"/>
                <a:cs typeface="MiSans VF Bold" pitchFamily="2" charset="-122"/>
                <a:sym typeface="SimHei"/>
              </a:rPr>
              <a:t> </a:t>
            </a:r>
            <a:r>
              <a:rPr lang="en-US" altLang="zh-CN" b="1" dirty="0">
                <a:solidFill>
                  <a:srgbClr val="F4F7FA"/>
                </a:solidFill>
                <a:latin typeface="MiSans VF Bold" pitchFamily="2" charset="-122"/>
                <a:ea typeface="MiSans VF Bold" pitchFamily="2" charset="-122"/>
                <a:cs typeface="MiSans VF Bold" pitchFamily="2" charset="-122"/>
                <a:sym typeface="SimHei"/>
              </a:rPr>
              <a:t>LOGO</a:t>
            </a:r>
            <a:endParaRPr lang="en-US" altLang="zh-CN" sz="1400" b="1" u="none" strike="noStrike" dirty="0">
              <a:solidFill>
                <a:srgbClr val="F4F7FA"/>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40333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1BDB-50D1-598D-5CBC-C7F28A2F0ED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6EBE4BF-D6E8-071B-A0D5-AAE1B363E7E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F7C4F4-58AA-847E-3DCC-D467195FC72F}"/>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EBAD1B9-2C99-5A88-06E8-C1ECA1189455}"/>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EC9550B-FCE4-244F-3506-15373811894F}"/>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01CD8B-952A-2949-1D71-C755253B5DD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BC460A70-9F17-D6EE-663D-F1DB78020284}"/>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21B8C7"/>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1BA5FBA-5836-5D8A-C33E-421550FF18BA}"/>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8A149F76-CC94-F809-65B6-D65EF3ADEC8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CF7321C3-52B7-0D71-08E8-6515265B1FA1}"/>
              </a:ext>
            </a:extLst>
          </p:cNvPr>
          <p:cNvGraphicFramePr/>
          <p:nvPr>
            <p:extLst>
              <p:ext uri="{D42A27DB-BD31-4B8C-83A1-F6EECF244321}">
                <p14:modId xmlns:p14="http://schemas.microsoft.com/office/powerpoint/2010/main" val="1667384633"/>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580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1B8C7"/>
        </a:solidFill>
        <a:effectLst/>
      </p:bgPr>
    </p:bg>
    <p:spTree>
      <p:nvGrpSpPr>
        <p:cNvPr id="1" name="">
          <a:extLst>
            <a:ext uri="{FF2B5EF4-FFF2-40B4-BE49-F238E27FC236}">
              <a16:creationId xmlns:a16="http://schemas.microsoft.com/office/drawing/2014/main" id="{A212CB99-4CD3-B7C0-D0FF-2ADCD87CCB0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96E250E-5D02-34BD-9AC5-3E06ACBDCF5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D4DF19A-246E-507F-9405-7B6814BF47A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121820">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121820">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06F2A5F3-2749-AF9C-5AAF-439D9448C6F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121820">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121820">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ED63379F-3396-A36B-9520-BB0C1BED6B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21820">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807EA64E-1BCB-6D94-702D-53897CBE125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121820">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121820">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C4DEAFCA-42F4-470D-1383-2F8F2FD6F26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121820"/>
                </a:solidFill>
                <a:latin typeface="Didot" panose="02000503000000020003" pitchFamily="2" charset="-79"/>
                <a:ea typeface="MiSans VF Bold" pitchFamily="2" charset="-122"/>
                <a:cs typeface="Didot" panose="02000503000000020003" pitchFamily="2" charset="-79"/>
                <a:sym typeface="SimHei"/>
              </a:rPr>
              <a:t>TYPOGRAPHY</a:t>
            </a:r>
            <a:endParaRPr lang="en-US" altLang="zh-CN" sz="1400" b="1" i="1" u="none" strike="noStrike" dirty="0">
              <a:solidFill>
                <a:srgbClr val="121820"/>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CC22604E-A468-41F3-72E3-DDA249189E72}"/>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21820"/>
                </a:solidFill>
                <a:latin typeface="MiSans VF Bold" pitchFamily="2" charset="-122"/>
                <a:ea typeface="MiSans VF Bold" pitchFamily="2" charset="-122"/>
                <a:cs typeface="MiSans VF Bold" pitchFamily="2" charset="-122"/>
                <a:sym typeface="SimHei"/>
              </a:rPr>
              <a:t>品牌文字</a:t>
            </a:r>
            <a:endParaRPr lang="en-US" altLang="zh-CN" sz="4000" b="1" dirty="0">
              <a:solidFill>
                <a:srgbClr val="121820"/>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46946D-2DB9-28AF-D3CB-159D5B7DC4B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121820">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121820">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121820">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121820">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121820">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FFABFA40-2679-C175-A254-2E55FFB7D6E6}"/>
              </a:ext>
            </a:extLst>
          </p:cNvPr>
          <p:cNvGraphicFramePr/>
          <p:nvPr>
            <p:extLst>
              <p:ext uri="{D42A27DB-BD31-4B8C-83A1-F6EECF244321}">
                <p14:modId xmlns:p14="http://schemas.microsoft.com/office/powerpoint/2010/main" val="587629618"/>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77681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D0B-2C8A-3204-E7B2-78E89D7479F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692C1DB-82C8-457C-1ED4-3348D0DD685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370C5CA-193E-016B-9F02-EEC49C0E993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785CD770-9E67-216F-2BB7-64D90D4F570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55BE769-37EB-8D58-11C5-1FAC7ED35B6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5EE00B2-9194-2F8B-B691-BBED769A8B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24" name="AutoShape 5">
            <a:extLst>
              <a:ext uri="{FF2B5EF4-FFF2-40B4-BE49-F238E27FC236}">
                <a16:creationId xmlns:a16="http://schemas.microsoft.com/office/drawing/2014/main" id="{31BDD916-53D5-E344-4BE1-7448C8EAEDF6}"/>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品牌情绪板</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128D8858-4D4A-22B9-717F-09A2C942697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阐述品牌图片调性的特征和规则</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5" name="矩形 4">
            <a:extLst>
              <a:ext uri="{FF2B5EF4-FFF2-40B4-BE49-F238E27FC236}">
                <a16:creationId xmlns:a16="http://schemas.microsoft.com/office/drawing/2014/main" id="{DB33B8E5-65B8-DB30-D77B-069795DF978C}"/>
              </a:ext>
            </a:extLst>
          </p:cNvPr>
          <p:cNvSpPr/>
          <p:nvPr/>
        </p:nvSpPr>
        <p:spPr>
          <a:xfrm>
            <a:off x="5317152" y="859393"/>
            <a:ext cx="3937973" cy="5436277"/>
          </a:xfrm>
          <a:prstGeom prst="rect">
            <a:avLst/>
          </a:prstGeom>
          <a:pattFill prst="ltDnDiag">
            <a:fgClr>
              <a:srgbClr val="21B8C7"/>
            </a:fgClr>
            <a:bgClr>
              <a:srgbClr val="0E1F2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D753622E-CC15-5746-8021-901B33B14817}"/>
              </a:ext>
            </a:extLst>
          </p:cNvPr>
          <p:cNvSpPr/>
          <p:nvPr/>
        </p:nvSpPr>
        <p:spPr>
          <a:xfrm>
            <a:off x="9277720" y="3245578"/>
            <a:ext cx="2455561" cy="3050091"/>
          </a:xfrm>
          <a:prstGeom prst="rect">
            <a:avLst/>
          </a:prstGeom>
          <a:pattFill prst="pct50">
            <a:fgClr>
              <a:srgbClr val="21B8C7"/>
            </a:fgClr>
            <a:bgClr>
              <a:srgbClr val="0E1F2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2E1AD6F6-8D91-55FE-3A2A-596FE3F1E7B1}"/>
              </a:ext>
            </a:extLst>
          </p:cNvPr>
          <p:cNvSpPr/>
          <p:nvPr/>
        </p:nvSpPr>
        <p:spPr>
          <a:xfrm>
            <a:off x="9277720" y="860529"/>
            <a:ext cx="2455561" cy="2358734"/>
          </a:xfrm>
          <a:prstGeom prst="rect">
            <a:avLst/>
          </a:prstGeom>
          <a:pattFill prst="pct70">
            <a:fgClr>
              <a:srgbClr val="21B8C7"/>
            </a:fgClr>
            <a:bgClr>
              <a:srgbClr val="0E1F2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9166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3892-A73B-6E87-57A1-09EB8FDC472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64D3EB5-73CA-258A-EDE0-71E72032B47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A40C6B6-642F-C96E-CDA3-CA89C74B557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C7D1D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C7D1D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C7D1D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C7D1D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988C8751-F154-78CE-1062-20BDE91B624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C7D1D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C7D1D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E597B1C-5874-906B-E443-282F76CB3A5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3CC782F3-14AB-200C-ECBB-7374DFA0261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C7D1D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C7D1DA">
                  <a:alpha val="50000"/>
                </a:srgbClr>
              </a:solidFill>
              <a:latin typeface="MiSans VF Light" pitchFamily="2" charset="-122"/>
              <a:ea typeface="MiSans VF Light" pitchFamily="2" charset="-122"/>
              <a:cs typeface="MiSans VF Light" pitchFamily="2" charset="-122"/>
              <a:sym typeface="JetBrains Mono"/>
            </a:endParaRPr>
          </a:p>
        </p:txBody>
      </p:sp>
      <p:sp>
        <p:nvSpPr>
          <p:cNvPr id="10" name="矩形 9">
            <a:extLst>
              <a:ext uri="{FF2B5EF4-FFF2-40B4-BE49-F238E27FC236}">
                <a16:creationId xmlns:a16="http://schemas.microsoft.com/office/drawing/2014/main" id="{C03335C0-D9A6-C4CE-BFDC-80747A989476}"/>
              </a:ext>
            </a:extLst>
          </p:cNvPr>
          <p:cNvSpPr/>
          <p:nvPr/>
        </p:nvSpPr>
        <p:spPr>
          <a:xfrm>
            <a:off x="524795" y="1069129"/>
            <a:ext cx="1962681" cy="4719741"/>
          </a:xfrm>
          <a:prstGeom prst="rect">
            <a:avLst/>
          </a:prstGeom>
          <a:solidFill>
            <a:srgbClr val="21B8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chemeClr val="bg1"/>
                </a:solidFill>
                <a:latin typeface="Didot" panose="02000503000000020003" pitchFamily="2" charset="-79"/>
                <a:ea typeface="MiSans VF Bold" pitchFamily="2" charset="-122"/>
                <a:cs typeface="Didot" panose="02000503000000020003" pitchFamily="2" charset="-79"/>
                <a:sym typeface="SimHei"/>
              </a:rPr>
              <a:t>MOOD BROAD</a:t>
            </a:r>
          </a:p>
        </p:txBody>
      </p:sp>
      <p:sp>
        <p:nvSpPr>
          <p:cNvPr id="5" name="矩形 4">
            <a:extLst>
              <a:ext uri="{FF2B5EF4-FFF2-40B4-BE49-F238E27FC236}">
                <a16:creationId xmlns:a16="http://schemas.microsoft.com/office/drawing/2014/main" id="{FE131F89-BC11-82F9-E31A-E7B03A67AD5B}"/>
              </a:ext>
            </a:extLst>
          </p:cNvPr>
          <p:cNvSpPr/>
          <p:nvPr/>
        </p:nvSpPr>
        <p:spPr>
          <a:xfrm>
            <a:off x="2510071" y="1069129"/>
            <a:ext cx="6739946" cy="4719739"/>
          </a:xfrm>
          <a:prstGeom prst="rect">
            <a:avLst/>
          </a:prstGeom>
          <a:pattFill prst="ltDnDiag">
            <a:fgClr>
              <a:srgbClr val="21B8C7"/>
            </a:fgClr>
            <a:bgClr>
              <a:srgbClr val="0E1F2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6568E865-0F6C-0713-A4A8-1929BB5659AC}"/>
              </a:ext>
            </a:extLst>
          </p:cNvPr>
          <p:cNvSpPr/>
          <p:nvPr/>
        </p:nvSpPr>
        <p:spPr>
          <a:xfrm>
            <a:off x="9272611" y="3455315"/>
            <a:ext cx="2455561" cy="2332420"/>
          </a:xfrm>
          <a:prstGeom prst="rect">
            <a:avLst/>
          </a:prstGeom>
          <a:pattFill prst="ltUpDiag">
            <a:fgClr>
              <a:srgbClr val="21B8C7"/>
            </a:fgClr>
            <a:bgClr>
              <a:srgbClr val="0E1F2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矩形 10">
            <a:extLst>
              <a:ext uri="{FF2B5EF4-FFF2-40B4-BE49-F238E27FC236}">
                <a16:creationId xmlns:a16="http://schemas.microsoft.com/office/drawing/2014/main" id="{5A70E690-1B6A-B5BB-0221-40CFC55AD9DB}"/>
              </a:ext>
            </a:extLst>
          </p:cNvPr>
          <p:cNvSpPr/>
          <p:nvPr/>
        </p:nvSpPr>
        <p:spPr>
          <a:xfrm>
            <a:off x="9272611" y="1070265"/>
            <a:ext cx="2455561" cy="2358734"/>
          </a:xfrm>
          <a:prstGeom prst="rect">
            <a:avLst/>
          </a:prstGeom>
          <a:pattFill prst="dkDnDiag">
            <a:fgClr>
              <a:srgbClr val="21B8C7"/>
            </a:fgClr>
            <a:bgClr>
              <a:srgbClr val="0E1F2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0194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E767-E071-1B3D-EC94-ACFA47081450}"/>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8EE2E1A1-ACC8-CB9E-F3EA-D8FE72676A0E}"/>
              </a:ext>
            </a:extLst>
          </p:cNvPr>
          <p:cNvSpPr/>
          <p:nvPr/>
        </p:nvSpPr>
        <p:spPr>
          <a:xfrm>
            <a:off x="6388447" y="2432835"/>
            <a:ext cx="5278738" cy="3452677"/>
          </a:xfrm>
          <a:prstGeom prst="rect">
            <a:avLst/>
          </a:prstGeom>
          <a:pattFill prst="ltDnDiag">
            <a:fgClr>
              <a:srgbClr val="21B8C7"/>
            </a:fgClr>
            <a:bgClr>
              <a:srgbClr val="0E1F2F"/>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3074BD4-4DDE-D321-F1A9-EEF8FF1A07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B9905FF-442A-A874-54EB-EF8955B488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E0A8210-1F5D-A3C2-8882-FAAD17F19456}"/>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31A8279E-4031-98DF-4AE0-0FD294CB106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1770C30-0C43-023C-43F7-CBBF6EB7E9F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ECCDBCC-DA2E-2003-7153-CB77481A82CB}"/>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21B8C7"/>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96F59E9-3AEC-AC0F-24B7-4432260900C8}"/>
              </a:ext>
            </a:extLst>
          </p:cNvPr>
          <p:cNvSpPr/>
          <p:nvPr/>
        </p:nvSpPr>
        <p:spPr>
          <a:xfrm>
            <a:off x="524798" y="1206344"/>
            <a:ext cx="784302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这是</a:t>
            </a:r>
            <a:r>
              <a:rPr lang="zh-CN" altLang="en-US" sz="4000" b="1" dirty="0">
                <a:solidFill>
                  <a:srgbClr val="21B8C7"/>
                </a:solidFill>
                <a:latin typeface="MiSans VF Bold" pitchFamily="2" charset="-122"/>
                <a:ea typeface="MiSans VF Bold" pitchFamily="2" charset="-122"/>
                <a:cs typeface="MiSans VF Bold" pitchFamily="2" charset="-122"/>
                <a:sym typeface="SimHei"/>
              </a:rPr>
              <a:t>左图右文</a:t>
            </a:r>
            <a:endParaRPr lang="en-US" altLang="zh-CN" sz="4000" b="1" dirty="0">
              <a:solidFill>
                <a:srgbClr val="21B8C7"/>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2B827151-4276-74C6-9148-F54B8FA729DD}"/>
              </a:ext>
            </a:extLst>
          </p:cNvPr>
          <p:cNvCxnSpPr>
            <a:cxnSpLocks/>
          </p:cNvCxnSpPr>
          <p:nvPr/>
        </p:nvCxnSpPr>
        <p:spPr>
          <a:xfrm>
            <a:off x="524799" y="2161018"/>
            <a:ext cx="11208485" cy="0"/>
          </a:xfrm>
          <a:prstGeom prst="line">
            <a:avLst/>
          </a:prstGeom>
          <a:ln>
            <a:solidFill>
              <a:srgbClr val="F4F7FA">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06CEF79B-BDA5-B5C4-FDCC-21292344526C}"/>
              </a:ext>
            </a:extLst>
          </p:cNvPr>
          <p:cNvCxnSpPr>
            <a:cxnSpLocks/>
          </p:cNvCxnSpPr>
          <p:nvPr/>
        </p:nvCxnSpPr>
        <p:spPr>
          <a:xfrm>
            <a:off x="6095999" y="2161018"/>
            <a:ext cx="0" cy="3724494"/>
          </a:xfrm>
          <a:prstGeom prst="line">
            <a:avLst/>
          </a:prstGeom>
          <a:ln>
            <a:solidFill>
              <a:srgbClr val="F4F7FA">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A1DA29C7-D35A-DCF5-C758-3742317B3C92}"/>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2000" b="1" dirty="0">
                <a:solidFill>
                  <a:srgbClr val="F4F7FA"/>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F4F7FA"/>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6806E61F-5B4C-BBCF-690B-EACCC44F7FD3}"/>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15906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F890906-BB05-30CE-337A-E9D823836F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6B4533D-693F-1837-6098-0B2EE74261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23B8117A-13A8-22A6-D341-48851B822CE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E6425EF-CDBC-EE20-1F44-BAEB1A66FC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AD93118-9303-D9C6-39BE-9956F2ED525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1B8C7">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1B8C7">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4CF4676-5A90-55DC-9417-EF590B90CA4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21B8C7"/>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EC7B1DA-A98F-5E8D-F69E-601169067851}"/>
              </a:ext>
            </a:extLst>
          </p:cNvPr>
          <p:cNvSpPr/>
          <p:nvPr/>
        </p:nvSpPr>
        <p:spPr>
          <a:xfrm>
            <a:off x="524799" y="1206344"/>
            <a:ext cx="924099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这是</a:t>
            </a:r>
            <a:r>
              <a:rPr lang="zh-CN" altLang="en-US" sz="4000" b="1" dirty="0">
                <a:solidFill>
                  <a:srgbClr val="21B8C7"/>
                </a:solidFill>
                <a:latin typeface="MiSans VF Bold" pitchFamily="2" charset="-122"/>
                <a:ea typeface="MiSans VF Bold" pitchFamily="2" charset="-122"/>
                <a:cs typeface="MiSans VF Bold" pitchFamily="2" charset="-122"/>
                <a:sym typeface="SimHei"/>
              </a:rPr>
              <a:t>多列</a:t>
            </a:r>
            <a:r>
              <a:rPr lang="zh-CN" altLang="en-US" sz="4000" b="1" dirty="0">
                <a:solidFill>
                  <a:srgbClr val="F4F7FA"/>
                </a:solidFill>
                <a:latin typeface="MiSans VF Bold" pitchFamily="2" charset="-122"/>
                <a:ea typeface="MiSans VF Bold" pitchFamily="2" charset="-122"/>
                <a:cs typeface="MiSans VF Bold" pitchFamily="2" charset="-122"/>
                <a:sym typeface="SimHei"/>
              </a:rPr>
              <a:t>文案</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C7D1DA">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947920"/>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F4F7F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5" y="3011016"/>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4F7F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C7D1DA">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5" y="4096610"/>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4F7F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C7D1DA">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5" y="5182204"/>
            <a:ext cx="427022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F4F7FA"/>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C7D1DA">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F4F7FA"/>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F4F7FA"/>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F4F7FA"/>
                </a:solidFill>
                <a:latin typeface="MiSans VF Light" pitchFamily="2" charset="-122"/>
                <a:ea typeface="MiSans VF Light" pitchFamily="2" charset="-122"/>
                <a:cs typeface="MiSans VF Light" pitchFamily="2" charset="-122"/>
                <a:sym typeface="SimHei"/>
              </a:rPr>
              <a:t>9%</a:t>
            </a:r>
          </a:p>
        </p:txBody>
      </p:sp>
    </p:spTree>
    <p:extLst>
      <p:ext uri="{BB962C8B-B14F-4D97-AF65-F5344CB8AC3E}">
        <p14:creationId xmlns:p14="http://schemas.microsoft.com/office/powerpoint/2010/main" val="223758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A493-D4D4-BA7C-9EF5-CBA02C07CE5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A41E306-154D-527E-75B7-E8FE9A85360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815537D-1DE4-155A-2011-A0FDBBBAA81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C75A01C-84B6-8B63-7CC6-3EE854D8EF3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7EBBE0B-DF58-A821-7E4A-E2555968568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CC359C6-8164-0B1A-6644-BA774023302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11E238D-D1D4-5150-AE1F-5643FA60D38F}"/>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21B8C7"/>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8BCDF000-A689-F16B-ABD4-E16932003C63}"/>
              </a:ext>
            </a:extLst>
          </p:cNvPr>
          <p:cNvSpPr/>
          <p:nvPr/>
        </p:nvSpPr>
        <p:spPr>
          <a:xfrm>
            <a:off x="524798" y="1206344"/>
            <a:ext cx="944854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这是</a:t>
            </a:r>
            <a:r>
              <a:rPr lang="zh-CN" altLang="en-US" sz="4000" b="1" dirty="0">
                <a:solidFill>
                  <a:srgbClr val="21B8C7"/>
                </a:solidFill>
                <a:latin typeface="MiSans VF Bold" pitchFamily="2" charset="-122"/>
                <a:ea typeface="MiSans VF Bold" pitchFamily="2" charset="-122"/>
                <a:cs typeface="MiSans VF Bold" pitchFamily="2" charset="-122"/>
                <a:sym typeface="SimHei"/>
              </a:rPr>
              <a:t>双行文案</a:t>
            </a:r>
            <a:endParaRPr lang="en-US" altLang="zh-CN" sz="4000" b="1" dirty="0">
              <a:solidFill>
                <a:srgbClr val="21B8C7"/>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7CE159D0-A0D3-1F98-D1AF-3EAB019A48FC}"/>
              </a:ext>
            </a:extLst>
          </p:cNvPr>
          <p:cNvCxnSpPr>
            <a:cxnSpLocks/>
          </p:cNvCxnSpPr>
          <p:nvPr/>
        </p:nvCxnSpPr>
        <p:spPr>
          <a:xfrm>
            <a:off x="524799" y="2161018"/>
            <a:ext cx="11208485" cy="0"/>
          </a:xfrm>
          <a:prstGeom prst="line">
            <a:avLst/>
          </a:prstGeom>
          <a:ln>
            <a:solidFill>
              <a:srgbClr val="F4F7FA">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42B75E19-6845-6307-3F10-3A5031DBBFDD}"/>
              </a:ext>
            </a:extLst>
          </p:cNvPr>
          <p:cNvCxnSpPr>
            <a:cxnSpLocks/>
          </p:cNvCxnSpPr>
          <p:nvPr/>
        </p:nvCxnSpPr>
        <p:spPr>
          <a:xfrm>
            <a:off x="6095999" y="2161018"/>
            <a:ext cx="0" cy="3724494"/>
          </a:xfrm>
          <a:prstGeom prst="line">
            <a:avLst/>
          </a:prstGeom>
          <a:ln>
            <a:solidFill>
              <a:srgbClr val="F4F7FA">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2D4F0C6A-AC9B-CAE5-4AFD-26D40359BB83}"/>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F4F7FA"/>
                </a:solidFill>
                <a:latin typeface="MiSans VF Bold" pitchFamily="2" charset="-122"/>
                <a:ea typeface="MiSans VF Bold" pitchFamily="2" charset="-122"/>
                <a:cs typeface="MiSans VF Bold" pitchFamily="2" charset="-122"/>
                <a:sym typeface="SimHei"/>
              </a:rPr>
              <a:t>01</a:t>
            </a:r>
            <a:r>
              <a:rPr lang="zh-CN" altLang="en-US" sz="2000" b="1" dirty="0">
                <a:solidFill>
                  <a:srgbClr val="F4F7FA"/>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F4F7FA"/>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4F06F506-B1BE-AF99-76FE-2C9D4BBC3FCE}"/>
              </a:ext>
            </a:extLst>
          </p:cNvPr>
          <p:cNvSpPr/>
          <p:nvPr/>
        </p:nvSpPr>
        <p:spPr>
          <a:xfrm>
            <a:off x="6528693"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F4F7FA"/>
                </a:solidFill>
                <a:latin typeface="MiSans VF Bold" pitchFamily="2" charset="-122"/>
                <a:ea typeface="MiSans VF Bold" pitchFamily="2" charset="-122"/>
                <a:cs typeface="MiSans VF Bold" pitchFamily="2" charset="-122"/>
                <a:sym typeface="SimHei"/>
              </a:rPr>
              <a:t>02</a:t>
            </a:r>
            <a:r>
              <a:rPr lang="zh-CN" altLang="en-US" sz="2000" b="1" dirty="0">
                <a:solidFill>
                  <a:srgbClr val="F4F7FA"/>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F4F7FA"/>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519D09-3379-076C-C724-554FCA263C32}"/>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文本框 5">
            <a:extLst>
              <a:ext uri="{FF2B5EF4-FFF2-40B4-BE49-F238E27FC236}">
                <a16:creationId xmlns:a16="http://schemas.microsoft.com/office/drawing/2014/main" id="{FB95ECA7-900C-F05F-6454-FBF4C1D684F5}"/>
              </a:ext>
            </a:extLst>
          </p:cNvPr>
          <p:cNvSpPr txBox="1"/>
          <p:nvPr/>
        </p:nvSpPr>
        <p:spPr>
          <a:xfrm>
            <a:off x="6528694" y="3211552"/>
            <a:ext cx="5138506" cy="2277547"/>
          </a:xfrm>
          <a:prstGeom prst="rect">
            <a:avLst/>
          </a:prstGeom>
          <a:noFill/>
        </p:spPr>
        <p:txBody>
          <a:bodyPr wrap="square" lIns="0" tIns="0" rIns="0" bIns="0" anchor="t" anchorCtr="0">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a:t>
            </a: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371677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D63899F-5C54-FD04-94AF-6999C7CD855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B45113C-1566-FDE9-613D-214C865A1D2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8F2E0EC-721C-71DD-5190-8DEC134CAD8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08E4B21-7C93-2670-1912-9561739294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600106A-81AF-CEAF-641E-615798D9A85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078B7436-6CA5-048B-9877-46C9D6AD4382}"/>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21B8C7"/>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75E1536-6255-3D13-4B36-FE80B00A6C17}"/>
              </a:ext>
            </a:extLst>
          </p:cNvPr>
          <p:cNvSpPr/>
          <p:nvPr/>
        </p:nvSpPr>
        <p:spPr>
          <a:xfrm>
            <a:off x="524798" y="1206344"/>
            <a:ext cx="805740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这是</a:t>
            </a:r>
            <a:r>
              <a:rPr lang="zh-CN" altLang="en-US" sz="4000" b="1" dirty="0">
                <a:solidFill>
                  <a:srgbClr val="21B8C7"/>
                </a:solidFill>
                <a:latin typeface="MiSans VF Bold" pitchFamily="2" charset="-122"/>
                <a:ea typeface="MiSans VF Bold" pitchFamily="2" charset="-122"/>
                <a:cs typeface="MiSans VF Bold" pitchFamily="2" charset="-122"/>
                <a:sym typeface="SimHei"/>
              </a:rPr>
              <a:t>三列文案</a:t>
            </a:r>
            <a:endParaRPr lang="en-US" altLang="zh-CN" sz="4000" b="1" dirty="0">
              <a:solidFill>
                <a:srgbClr val="21B8C7"/>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C7D1DA">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C7D1DA">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C7D1DA">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1B8C7"/>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F4F7FA"/>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F4F7FA"/>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1B8C7"/>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F4F7FA"/>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F4F7FA"/>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21B8C7"/>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F4F7FA"/>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F4F7FA"/>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F4F7FA">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4F7FA">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23024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C622ECD-500A-0C92-D1CE-930651CD794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1AEA49-1E70-E022-B818-12E04506541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B5D33EF-1846-9B1B-AF27-5A9FF917916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A96BF789-A9EC-FF1D-6EE0-3AD83C00437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4F7FA">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4F7FA">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4F7FA">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CE83B95-29A5-947E-5DB3-187F95E5CBD0}"/>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21B8C7"/>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21B8C7"/>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8" y="1206344"/>
            <a:ext cx="839588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4F7FA"/>
                </a:solidFill>
                <a:latin typeface="MiSans VF Bold" pitchFamily="2" charset="-122"/>
                <a:ea typeface="MiSans VF Bold" pitchFamily="2" charset="-122"/>
                <a:cs typeface="MiSans VF Bold" pitchFamily="2" charset="-122"/>
                <a:sym typeface="SimHei"/>
              </a:rPr>
              <a:t>这是四组内容</a:t>
            </a:r>
            <a:endParaRPr lang="en-US" altLang="zh-CN" sz="4000" b="1" dirty="0">
              <a:solidFill>
                <a:srgbClr val="F4F7FA"/>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6AD7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6AD7E5"/>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0A7F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1229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4F7FA"/>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E1F2F"/>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0E1F2F"/>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0E1F2F"/>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0E1F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0E1F2F"/>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0E1F2F"/>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0E1F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E1F2F"/>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121820"/>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121820"/>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121820">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121820"/>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1B8C7"/>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1B8C7"/>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1B8C7">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1B8C7"/>
                </a:solidFill>
                <a:latin typeface="Didot" panose="02000503000000020003" pitchFamily="2" charset="-79"/>
                <a:ea typeface="MiSans VF Bold" pitchFamily="2" charset="-122"/>
                <a:cs typeface="Didot" panose="02000503000000020003" pitchFamily="2" charset="-79"/>
                <a:sym typeface="ChillYunmoGothicBold"/>
              </a:rPr>
              <a:t>04</a:t>
            </a:r>
          </a:p>
        </p:txBody>
      </p:sp>
    </p:spTree>
    <p:extLst>
      <p:ext uri="{BB962C8B-B14F-4D97-AF65-F5344CB8AC3E}">
        <p14:creationId xmlns:p14="http://schemas.microsoft.com/office/powerpoint/2010/main" val="376204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FDC5-FDF4-7FD2-780E-5EE89B8A1795}"/>
            </a:ext>
          </a:extLst>
        </p:cNvPr>
        <p:cNvGrpSpPr/>
        <p:nvPr/>
      </p:nvGrpSpPr>
      <p:grpSpPr>
        <a:xfrm>
          <a:off x="0" y="0"/>
          <a:ext cx="0" cy="0"/>
          <a:chOff x="0" y="0"/>
          <a:chExt cx="0" cy="0"/>
        </a:xfrm>
      </p:grpSpPr>
      <p:grpSp>
        <p:nvGrpSpPr>
          <p:cNvPr id="73" name="组合 72">
            <a:extLst>
              <a:ext uri="{FF2B5EF4-FFF2-40B4-BE49-F238E27FC236}">
                <a16:creationId xmlns:a16="http://schemas.microsoft.com/office/drawing/2014/main" id="{0EA2F5DE-0853-C193-C3CD-9D48178B25EC}"/>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710FF954-B43A-BE19-3FD1-355DCC412BE8}"/>
                </a:ext>
              </a:extLst>
            </p:cNvPr>
            <p:cNvCxnSpPr>
              <a:cxnSpLocks/>
            </p:cNvCxnSpPr>
            <p:nvPr/>
          </p:nvCxnSpPr>
          <p:spPr>
            <a:xfrm>
              <a:off x="11945342"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8A192D3D-B8CF-E04E-52E2-05F76B348CE8}"/>
                </a:ext>
              </a:extLst>
            </p:cNvPr>
            <p:cNvCxnSpPr>
              <a:cxnSpLocks/>
            </p:cNvCxnSpPr>
            <p:nvPr/>
          </p:nvCxnSpPr>
          <p:spPr>
            <a:xfrm>
              <a:off x="243628"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2FB95525-E33D-A777-53F7-D923D18A8264}"/>
                </a:ext>
              </a:extLst>
            </p:cNvPr>
            <p:cNvCxnSpPr>
              <a:cxnSpLocks/>
            </p:cNvCxnSpPr>
            <p:nvPr/>
          </p:nvCxnSpPr>
          <p:spPr>
            <a:xfrm>
              <a:off x="524797" y="385358"/>
              <a:ext cx="0" cy="60829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5490951A-7D22-C497-E212-A791A8FEA45E}"/>
                </a:ext>
              </a:extLst>
            </p:cNvPr>
            <p:cNvCxnSpPr>
              <a:cxnSpLocks/>
            </p:cNvCxnSpPr>
            <p:nvPr/>
          </p:nvCxnSpPr>
          <p:spPr>
            <a:xfrm flipH="1">
              <a:off x="-213761" y="6442064"/>
              <a:ext cx="12642129" cy="26232"/>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28A931E2-CCF1-A8EC-F133-DE46BC4603AB}"/>
                </a:ext>
              </a:extLst>
            </p:cNvPr>
            <p:cNvCxnSpPr>
              <a:cxnSpLocks/>
            </p:cNvCxnSpPr>
            <p:nvPr/>
          </p:nvCxnSpPr>
          <p:spPr>
            <a:xfrm flipH="1">
              <a:off x="-239398" y="359072"/>
              <a:ext cx="12667766" cy="26286"/>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3DF79375-123D-8DC5-BDDB-E9333B501C76}"/>
                </a:ext>
              </a:extLst>
            </p:cNvPr>
            <p:cNvCxnSpPr>
              <a:cxnSpLocks/>
            </p:cNvCxnSpPr>
            <p:nvPr/>
          </p:nvCxnSpPr>
          <p:spPr>
            <a:xfrm>
              <a:off x="6074941" y="-1280369"/>
              <a:ext cx="19544" cy="94187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A274FC72-51A4-2C18-9663-6EB86BD49650}"/>
                </a:ext>
              </a:extLst>
            </p:cNvPr>
            <p:cNvCxnSpPr>
              <a:cxnSpLocks/>
            </p:cNvCxnSpPr>
            <p:nvPr/>
          </p:nvCxnSpPr>
          <p:spPr>
            <a:xfrm>
              <a:off x="11733284" y="359233"/>
              <a:ext cx="0" cy="6082938"/>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C61EC69F-3F8F-B7B4-0417-F2A8DA49E1A4}"/>
                </a:ext>
              </a:extLst>
            </p:cNvPr>
            <p:cNvCxnSpPr>
              <a:cxnSpLocks/>
            </p:cNvCxnSpPr>
            <p:nvPr/>
          </p:nvCxnSpPr>
          <p:spPr>
            <a:xfrm flipH="1">
              <a:off x="-239398" y="3426122"/>
              <a:ext cx="12667766" cy="26286"/>
            </a:xfrm>
            <a:prstGeom prst="line">
              <a:avLst/>
            </a:prstGeom>
            <a:ln w="6350" cmpd="sng">
              <a:solidFill>
                <a:srgbClr val="6AD7E5">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a:extLst>
              <a:ext uri="{FF2B5EF4-FFF2-40B4-BE49-F238E27FC236}">
                <a16:creationId xmlns:a16="http://schemas.microsoft.com/office/drawing/2014/main" id="{085295BA-ABF1-D39D-B79C-76D7BB6F58C7}"/>
              </a:ext>
            </a:extLst>
          </p:cNvPr>
          <p:cNvSpPr/>
          <p:nvPr/>
        </p:nvSpPr>
        <p:spPr>
          <a:xfrm>
            <a:off x="524799" y="4604127"/>
            <a:ext cx="11208479" cy="1795363"/>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21B8C7"/>
                </a:solidFill>
                <a:latin typeface="MiSans VF Bold" pitchFamily="2" charset="-122"/>
                <a:ea typeface="MiSans VF Bold" pitchFamily="2" charset="-122"/>
                <a:cs typeface="MiSans VF Bold" pitchFamily="2" charset="-122"/>
                <a:sym typeface="ChillYunmoGothicBold"/>
              </a:rPr>
              <a:t>谢谢观看</a:t>
            </a:r>
            <a:endParaRPr lang="en-US" altLang="zh-CN" sz="6200" b="1" dirty="0">
              <a:solidFill>
                <a:srgbClr val="21B8C7"/>
              </a:solidFill>
              <a:latin typeface="MiSans VF Bold" pitchFamily="2" charset="-122"/>
              <a:ea typeface="MiSans VF Bold" pitchFamily="2" charset="-122"/>
              <a:cs typeface="MiSans VF Bold" pitchFamily="2" charset="-122"/>
            </a:endParaRPr>
          </a:p>
          <a:p>
            <a:pPr>
              <a:lnSpc>
                <a:spcPts val="7000"/>
              </a:lnSpc>
              <a:defRPr/>
            </a:pPr>
            <a:r>
              <a:rPr lang="en-US" altLang="zh-CN" sz="6200" b="1" i="1" dirty="0">
                <a:solidFill>
                  <a:srgbClr val="F4F7FA"/>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6200" b="1" i="1" dirty="0">
                <a:solidFill>
                  <a:srgbClr val="F4F7F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F4F7FA"/>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6200" b="1" i="1" dirty="0">
                <a:solidFill>
                  <a:srgbClr val="F4F7F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F4F7FA"/>
                </a:solidFill>
                <a:latin typeface="Didot" panose="02000503000000020003" pitchFamily="2" charset="-79"/>
                <a:ea typeface="MiSans VF Bold" pitchFamily="2" charset="-122"/>
                <a:cs typeface="Didot" panose="02000503000000020003" pitchFamily="2" charset="-79"/>
                <a:sym typeface="ChillYunmoGothicBold"/>
              </a:rPr>
              <a:t>WATCHING</a:t>
            </a:r>
          </a:p>
        </p:txBody>
      </p:sp>
      <p:grpSp>
        <p:nvGrpSpPr>
          <p:cNvPr id="2" name="组合 1">
            <a:extLst>
              <a:ext uri="{FF2B5EF4-FFF2-40B4-BE49-F238E27FC236}">
                <a16:creationId xmlns:a16="http://schemas.microsoft.com/office/drawing/2014/main" id="{257ACB28-3EED-3F65-E9BE-2B42F329609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431B32F-9C1F-4103-F9F6-2350B5AC7C03}"/>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21B8C7"/>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21B8C7"/>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21B8C7"/>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21B8C7"/>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6DC2AEBD-02CA-4EC1-3D3D-04B1C782DEE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21B8C7"/>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21B8C7"/>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F9DE4BDF-B21D-76D5-1E11-5F37DD1FCEE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1B8C7"/>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21B8C7"/>
                </a:solidFill>
                <a:latin typeface="MiSans VF Demibold" pitchFamily="2" charset="-122"/>
                <a:ea typeface="MiSans VF Demibold" pitchFamily="2" charset="-122"/>
                <a:cs typeface="MiSans VF Demibold" pitchFamily="2" charset="-122"/>
              </a:endParaRPr>
            </a:p>
          </p:txBody>
        </p:sp>
      </p:grpSp>
    </p:spTree>
    <p:extLst>
      <p:ext uri="{BB962C8B-B14F-4D97-AF65-F5344CB8AC3E}">
        <p14:creationId xmlns:p14="http://schemas.microsoft.com/office/powerpoint/2010/main" val="711464613"/>
      </p:ext>
    </p:extLst>
  </p:cSld>
  <p:clrMapOvr>
    <a:masterClrMapping/>
  </p:clrMapOvr>
</p:sld>
</file>

<file path=ppt/theme/theme1.xml><?xml version="1.0" encoding="utf-8"?>
<a:theme xmlns:a="http://schemas.openxmlformats.org/drawingml/2006/main" name="Office 主题​​">
  <a:themeElements>
    <a:clrScheme name="Office">
      <a:dk1>
        <a:srgbClr val="F4F7FA"/>
      </a:dk1>
      <a:lt1>
        <a:srgbClr val="FFFFFF"/>
      </a:lt1>
      <a:dk2>
        <a:srgbClr val="D9E3EA"/>
      </a:dk2>
      <a:lt2>
        <a:srgbClr val="283341"/>
      </a:lt2>
      <a:accent1>
        <a:srgbClr val="21B8C7"/>
      </a:accent1>
      <a:accent2>
        <a:srgbClr val="FFB35C"/>
      </a:accent2>
      <a:accent3>
        <a:srgbClr val="6F7D8B"/>
      </a:accent3>
      <a:accent4>
        <a:srgbClr val="F3D45B"/>
      </a:accent4>
      <a:accent5>
        <a:srgbClr val="6AD7E5"/>
      </a:accent5>
      <a:accent6>
        <a:srgbClr val="8FE388"/>
      </a:accent6>
      <a:hlink>
        <a:srgbClr val="65E4FF"/>
      </a:hlink>
      <a:folHlink>
        <a:srgbClr val="B49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F4F7FA">
                <a:alpha val="38000"/>
              </a:srgbClr>
            </a:outerShdw>
          </a:effectLst>
        </a:effectStyle>
        <a:effectStyle>
          <a:effectLst>
            <a:outerShdw blurRad="40000" dist="23000" dir="5400000" rotWithShape="0">
              <a:srgbClr val="F4F7FA">
                <a:alpha val="35000"/>
              </a:srgbClr>
            </a:outerShdw>
          </a:effectLst>
        </a:effectStyle>
        <a:effectStyle>
          <a:effectLst>
            <a:outerShdw blurRad="40000" dist="23000" dir="5400000" rotWithShape="0">
              <a:srgbClr val="F4F7FA">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F4F7FA"/>
      </a:dk1>
      <a:lt1>
        <a:srgbClr val="FFFFFF"/>
      </a:lt1>
      <a:dk2>
        <a:srgbClr val="D9E3EA"/>
      </a:dk2>
      <a:lt2>
        <a:srgbClr val="283341"/>
      </a:lt2>
      <a:accent1>
        <a:srgbClr val="21B8C7"/>
      </a:accent1>
      <a:accent2>
        <a:srgbClr val="FFB35C"/>
      </a:accent2>
      <a:accent3>
        <a:srgbClr val="6F7D8B"/>
      </a:accent3>
      <a:accent4>
        <a:srgbClr val="F3D45B"/>
      </a:accent4>
      <a:accent5>
        <a:srgbClr val="6AD7E5"/>
      </a:accent5>
      <a:accent6>
        <a:srgbClr val="8FE388"/>
      </a:accent6>
      <a:hlink>
        <a:srgbClr val="65E4FF"/>
      </a:hlink>
      <a:folHlink>
        <a:srgbClr val="B49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F4F7FA">
                <a:alpha val="38000"/>
              </a:srgbClr>
            </a:outerShdw>
          </a:effectLst>
        </a:effectStyle>
        <a:effectStyle>
          <a:effectLst>
            <a:outerShdw blurRad="40000" dist="23000" dir="5400000" rotWithShape="0">
              <a:srgbClr val="F4F7FA">
                <a:alpha val="35000"/>
              </a:srgbClr>
            </a:outerShdw>
          </a:effectLst>
        </a:effectStyle>
        <a:effectStyle>
          <a:effectLst>
            <a:outerShdw blurRad="40000" dist="23000" dir="5400000" rotWithShape="0">
              <a:srgbClr val="F4F7FA">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F4F7FA"/>
      </a:dk1>
      <a:lt1>
        <a:srgbClr val="FFFFFF"/>
      </a:lt1>
      <a:dk2>
        <a:srgbClr val="D9E3EA"/>
      </a:dk2>
      <a:lt2>
        <a:srgbClr val="283341"/>
      </a:lt2>
      <a:accent1>
        <a:srgbClr val="21B8C7"/>
      </a:accent1>
      <a:accent2>
        <a:srgbClr val="FFB35C"/>
      </a:accent2>
      <a:accent3>
        <a:srgbClr val="6F7D8B"/>
      </a:accent3>
      <a:accent4>
        <a:srgbClr val="F3D45B"/>
      </a:accent4>
      <a:accent5>
        <a:srgbClr val="6AD7E5"/>
      </a:accent5>
      <a:accent6>
        <a:srgbClr val="8FE388"/>
      </a:accent6>
      <a:hlink>
        <a:srgbClr val="65E4FF"/>
      </a:hlink>
      <a:folHlink>
        <a:srgbClr val="B49B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F4F7FA">
                <a:alpha val="38000"/>
              </a:srgbClr>
            </a:outerShdw>
          </a:effectLst>
        </a:effectStyle>
        <a:effectStyle>
          <a:effectLst>
            <a:outerShdw blurRad="40000" dist="23000" dir="5400000" rotWithShape="0">
              <a:srgbClr val="F4F7FA">
                <a:alpha val="35000"/>
              </a:srgbClr>
            </a:outerShdw>
          </a:effectLst>
        </a:effectStyle>
        <a:effectStyle>
          <a:effectLst>
            <a:outerShdw blurRad="40000" dist="23000" dir="5400000" rotWithShape="0">
              <a:srgbClr val="F4F7FA">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93</TotalTime>
  <Words>2024</Words>
  <Application>Microsoft Macintosh PowerPoint</Application>
  <PresentationFormat>宽屏</PresentationFormat>
  <Paragraphs>272</Paragraphs>
  <Slides>22</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22</vt:i4>
      </vt:variant>
    </vt:vector>
  </HeadingPairs>
  <TitlesOfParts>
    <vt:vector size="30" baseType="lpstr">
      <vt:lpstr>MiSans VF Bold</vt:lpstr>
      <vt:lpstr>MiSans VF Demibold</vt:lpstr>
      <vt:lpstr>MiSans VF Light</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9</cp:revision>
  <dcterms:created xsi:type="dcterms:W3CDTF">2026-06-02T14:06:00Z</dcterms:created>
  <dcterms:modified xsi:type="dcterms:W3CDTF">2026-06-08T10:43:27Z</dcterms:modified>
</cp:coreProperties>
</file>