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2F31"/>
    <a:srgbClr val="6E5AA8"/>
    <a:srgbClr val="DAD5E9"/>
    <a:srgbClr val="8588C1"/>
    <a:srgbClr val="379CF7"/>
    <a:srgbClr val="0074FD"/>
    <a:srgbClr val="2760C9"/>
    <a:srgbClr val="3172F3"/>
    <a:srgbClr val="FBF8F2"/>
    <a:srgbClr val="FBF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5"/>
    <p:restoredTop sz="94658"/>
  </p:normalViewPr>
  <p:slideViewPr>
    <p:cSldViewPr snapToGrid="0">
      <p:cViewPr>
        <p:scale>
          <a:sx n="99" d="100"/>
          <a:sy n="99" d="100"/>
        </p:scale>
        <p:origin x="1296" y="632"/>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302F31"/>
                </a:solidFill>
                <a:latin typeface="MiSans VF Light" pitchFamily="2" charset="-122"/>
                <a:ea typeface="MiSans VF Light" pitchFamily="2" charset="-122"/>
                <a:cs typeface="MiSans VF Light" pitchFamily="2" charset="-122"/>
              </a:defRPr>
            </a:pPr>
            <a:r>
              <a:rPr lang="zh-CN" sz="1200" b="0" i="0" strike="noStrike" dirty="0">
                <a:solidFill>
                  <a:srgbClr val="302F3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6E5AA8"/>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6E5AA8"/>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E84-4248-AFDD-4D8848F35A8A}"/>
                </c:ext>
              </c:extLst>
            </c:dLbl>
            <c:dLbl>
              <c:idx val="1"/>
              <c:layout>
                <c:manualLayout>
                  <c:x val="9.2632300000000001E-2"/>
                </c:manualLayout>
              </c:layout>
              <c:numFmt formatCode="0%" sourceLinked="0"/>
              <c:spPr/>
              <c:txPr>
                <a:bodyPr vert="horz" wrap="square" anchor="ctr" anchorCtr="1"/>
                <a:lstStyle/>
                <a:p>
                  <a:pPr>
                    <a:defRPr sz="1197" b="1" i="0" strike="noStrike">
                      <a:solidFill>
                        <a:srgbClr val="6E5AA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84-4248-AFDD-4D8848F35A8A}"/>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6E5AA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E84-4248-AFDD-4D8848F35A8A}"/>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6E5AA8"/>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84-4248-AFDD-4D8848F35A8A}"/>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6E5AA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E84-4248-AFDD-4D8848F35A8A}"/>
                </c:ext>
              </c:extLst>
            </c:dLbl>
            <c:numFmt formatCode="0%" sourceLinked="0"/>
            <c:spPr>
              <a:noFill/>
              <a:ln>
                <a:noFill/>
              </a:ln>
              <a:effectLst/>
            </c:spPr>
            <c:txPr>
              <a:bodyPr vert="horz" wrap="square" anchor="ctr" anchorCtr="1"/>
              <a:lstStyle/>
              <a:p>
                <a:pPr>
                  <a:defRPr sz="1197" b="0" i="0" strike="noStrike">
                    <a:solidFill>
                      <a:srgbClr val="6E5AA8"/>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5E84-4248-AFDD-4D8848F35A8A}"/>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302F3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302F31">
                  <a:alpha val="50000"/>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FFF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EE9-8A48-8B31-CC7C3F63BD46}"/>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EE9-8A48-8B31-CC7C3F63BD46}"/>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EE9-8A48-8B31-CC7C3F63BD46}"/>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EE9-8A48-8B31-CC7C3F63BD46}"/>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EE9-8A48-8B31-CC7C3F63BD46}"/>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FEE9-8A48-8B31-CC7C3F63BD46}"/>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58190"/>
              </a:buClr>
              <a:buSzPts val="1800"/>
              <a:buNone/>
              <a:defRPr sz="1800">
                <a:solidFill>
                  <a:srgbClr val="858190"/>
                </a:solidFill>
              </a:defRPr>
            </a:lvl1pPr>
            <a:lvl2pPr marL="914400" lvl="1" indent="-228600" algn="l">
              <a:lnSpc>
                <a:spcPct val="90000"/>
              </a:lnSpc>
              <a:spcBef>
                <a:spcPts val="400"/>
              </a:spcBef>
              <a:spcAft>
                <a:spcPts val="0"/>
              </a:spcAft>
              <a:buClr>
                <a:srgbClr val="858190"/>
              </a:buClr>
              <a:buSzPts val="1500"/>
              <a:buNone/>
              <a:defRPr sz="1500">
                <a:solidFill>
                  <a:srgbClr val="858190"/>
                </a:solidFill>
              </a:defRPr>
            </a:lvl2pPr>
            <a:lvl3pPr marL="1371600" lvl="2" indent="-228600" algn="l">
              <a:lnSpc>
                <a:spcPct val="90000"/>
              </a:lnSpc>
              <a:spcBef>
                <a:spcPts val="400"/>
              </a:spcBef>
              <a:spcAft>
                <a:spcPts val="0"/>
              </a:spcAft>
              <a:buClr>
                <a:srgbClr val="858190"/>
              </a:buClr>
              <a:buSzPts val="1400"/>
              <a:buNone/>
              <a:defRPr sz="1400">
                <a:solidFill>
                  <a:srgbClr val="858190"/>
                </a:solidFill>
              </a:defRPr>
            </a:lvl3pPr>
            <a:lvl4pPr marL="1828800" lvl="3" indent="-228600" algn="l">
              <a:lnSpc>
                <a:spcPct val="90000"/>
              </a:lnSpc>
              <a:spcBef>
                <a:spcPts val="400"/>
              </a:spcBef>
              <a:spcAft>
                <a:spcPts val="0"/>
              </a:spcAft>
              <a:buClr>
                <a:srgbClr val="858190"/>
              </a:buClr>
              <a:buSzPts val="1200"/>
              <a:buNone/>
              <a:defRPr sz="1200">
                <a:solidFill>
                  <a:srgbClr val="858190"/>
                </a:solidFill>
              </a:defRPr>
            </a:lvl4pPr>
            <a:lvl5pPr marL="2286000" lvl="4" indent="-228600" algn="l">
              <a:lnSpc>
                <a:spcPct val="90000"/>
              </a:lnSpc>
              <a:spcBef>
                <a:spcPts val="400"/>
              </a:spcBef>
              <a:spcAft>
                <a:spcPts val="0"/>
              </a:spcAft>
              <a:buClr>
                <a:srgbClr val="858190"/>
              </a:buClr>
              <a:buSzPts val="1200"/>
              <a:buNone/>
              <a:defRPr sz="1200">
                <a:solidFill>
                  <a:srgbClr val="858190"/>
                </a:solidFill>
              </a:defRPr>
            </a:lvl5pPr>
            <a:lvl6pPr marL="2743200" lvl="5" indent="-228600" algn="l">
              <a:lnSpc>
                <a:spcPct val="90000"/>
              </a:lnSpc>
              <a:spcBef>
                <a:spcPts val="400"/>
              </a:spcBef>
              <a:spcAft>
                <a:spcPts val="0"/>
              </a:spcAft>
              <a:buClr>
                <a:srgbClr val="858190"/>
              </a:buClr>
              <a:buSzPts val="1200"/>
              <a:buNone/>
              <a:defRPr sz="1200">
                <a:solidFill>
                  <a:srgbClr val="858190"/>
                </a:solidFill>
              </a:defRPr>
            </a:lvl6pPr>
            <a:lvl7pPr marL="3200400" lvl="6" indent="-228600" algn="l">
              <a:lnSpc>
                <a:spcPct val="90000"/>
              </a:lnSpc>
              <a:spcBef>
                <a:spcPts val="400"/>
              </a:spcBef>
              <a:spcAft>
                <a:spcPts val="0"/>
              </a:spcAft>
              <a:buClr>
                <a:srgbClr val="858190"/>
              </a:buClr>
              <a:buSzPts val="1200"/>
              <a:buNone/>
              <a:defRPr sz="1200">
                <a:solidFill>
                  <a:srgbClr val="858190"/>
                </a:solidFill>
              </a:defRPr>
            </a:lvl7pPr>
            <a:lvl8pPr marL="3657600" lvl="7" indent="-228600" algn="l">
              <a:lnSpc>
                <a:spcPct val="90000"/>
              </a:lnSpc>
              <a:spcBef>
                <a:spcPts val="400"/>
              </a:spcBef>
              <a:spcAft>
                <a:spcPts val="0"/>
              </a:spcAft>
              <a:buClr>
                <a:srgbClr val="858190"/>
              </a:buClr>
              <a:buSzPts val="1200"/>
              <a:buNone/>
              <a:defRPr sz="1200">
                <a:solidFill>
                  <a:srgbClr val="858190"/>
                </a:solidFill>
              </a:defRPr>
            </a:lvl8pPr>
            <a:lvl9pPr marL="4114800" lvl="8" indent="-228600" algn="l">
              <a:lnSpc>
                <a:spcPct val="90000"/>
              </a:lnSpc>
              <a:spcBef>
                <a:spcPts val="400"/>
              </a:spcBef>
              <a:spcAft>
                <a:spcPts val="0"/>
              </a:spcAft>
              <a:buClr>
                <a:srgbClr val="858190"/>
              </a:buClr>
              <a:buSzPts val="1200"/>
              <a:buNone/>
              <a:defRPr sz="1200">
                <a:solidFill>
                  <a:srgbClr val="858190"/>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C"/>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58190"/>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58190"/>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58190"/>
                </a:solidFill>
                <a:latin typeface="Arial"/>
                <a:ea typeface="Arial"/>
                <a:cs typeface="Arial"/>
                <a:sym typeface="Arial"/>
              </a:defRPr>
            </a:lvl1pPr>
            <a:lvl2pPr marL="0" marR="0" lvl="1" indent="0" algn="r" rtl="0">
              <a:spcBef>
                <a:spcPts val="0"/>
              </a:spcBef>
              <a:buNone/>
              <a:defRPr sz="900" b="0" i="0" u="none" strike="noStrike" cap="none">
                <a:solidFill>
                  <a:srgbClr val="858190"/>
                </a:solidFill>
                <a:latin typeface="Arial"/>
                <a:ea typeface="Arial"/>
                <a:cs typeface="Arial"/>
                <a:sym typeface="Arial"/>
              </a:defRPr>
            </a:lvl2pPr>
            <a:lvl3pPr marL="0" marR="0" lvl="2" indent="0" algn="r" rtl="0">
              <a:spcBef>
                <a:spcPts val="0"/>
              </a:spcBef>
              <a:buNone/>
              <a:defRPr sz="900" b="0" i="0" u="none" strike="noStrike" cap="none">
                <a:solidFill>
                  <a:srgbClr val="858190"/>
                </a:solidFill>
                <a:latin typeface="Arial"/>
                <a:ea typeface="Arial"/>
                <a:cs typeface="Arial"/>
                <a:sym typeface="Arial"/>
              </a:defRPr>
            </a:lvl3pPr>
            <a:lvl4pPr marL="0" marR="0" lvl="3" indent="0" algn="r" rtl="0">
              <a:spcBef>
                <a:spcPts val="0"/>
              </a:spcBef>
              <a:buNone/>
              <a:defRPr sz="900" b="0" i="0" u="none" strike="noStrike" cap="none">
                <a:solidFill>
                  <a:srgbClr val="858190"/>
                </a:solidFill>
                <a:latin typeface="Arial"/>
                <a:ea typeface="Arial"/>
                <a:cs typeface="Arial"/>
                <a:sym typeface="Arial"/>
              </a:defRPr>
            </a:lvl4pPr>
            <a:lvl5pPr marL="0" marR="0" lvl="4" indent="0" algn="r" rtl="0">
              <a:spcBef>
                <a:spcPts val="0"/>
              </a:spcBef>
              <a:buNone/>
              <a:defRPr sz="900" b="0" i="0" u="none" strike="noStrike" cap="none">
                <a:solidFill>
                  <a:srgbClr val="858190"/>
                </a:solidFill>
                <a:latin typeface="Arial"/>
                <a:ea typeface="Arial"/>
                <a:cs typeface="Arial"/>
                <a:sym typeface="Arial"/>
              </a:defRPr>
            </a:lvl5pPr>
            <a:lvl6pPr marL="0" marR="0" lvl="5" indent="0" algn="r" rtl="0">
              <a:spcBef>
                <a:spcPts val="0"/>
              </a:spcBef>
              <a:buNone/>
              <a:defRPr sz="900" b="0" i="0" u="none" strike="noStrike" cap="none">
                <a:solidFill>
                  <a:srgbClr val="858190"/>
                </a:solidFill>
                <a:latin typeface="Arial"/>
                <a:ea typeface="Arial"/>
                <a:cs typeface="Arial"/>
                <a:sym typeface="Arial"/>
              </a:defRPr>
            </a:lvl6pPr>
            <a:lvl7pPr marL="0" marR="0" lvl="6" indent="0" algn="r" rtl="0">
              <a:spcBef>
                <a:spcPts val="0"/>
              </a:spcBef>
              <a:buNone/>
              <a:defRPr sz="900" b="0" i="0" u="none" strike="noStrike" cap="none">
                <a:solidFill>
                  <a:srgbClr val="858190"/>
                </a:solidFill>
                <a:latin typeface="Arial"/>
                <a:ea typeface="Arial"/>
                <a:cs typeface="Arial"/>
                <a:sym typeface="Arial"/>
              </a:defRPr>
            </a:lvl7pPr>
            <a:lvl8pPr marL="0" marR="0" lvl="7" indent="0" algn="r" rtl="0">
              <a:spcBef>
                <a:spcPts val="0"/>
              </a:spcBef>
              <a:buNone/>
              <a:defRPr sz="900" b="0" i="0" u="none" strike="noStrike" cap="none">
                <a:solidFill>
                  <a:srgbClr val="858190"/>
                </a:solidFill>
                <a:latin typeface="Arial"/>
                <a:ea typeface="Arial"/>
                <a:cs typeface="Arial"/>
                <a:sym typeface="Arial"/>
              </a:defRPr>
            </a:lvl8pPr>
            <a:lvl9pPr marL="0" marR="0" lvl="8" indent="0" algn="r" rtl="0">
              <a:spcBef>
                <a:spcPts val="0"/>
              </a:spcBef>
              <a:buNone/>
              <a:defRPr sz="900" b="0" i="0" u="none" strike="noStrike" cap="none">
                <a:solidFill>
                  <a:srgbClr val="85819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eaLnBrk="1" hangingPunct="1">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AF9FC"/>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1pPr>
      <a:lvl2pPr marR="0" lvl="1"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2pPr>
      <a:lvl3pPr marR="0" lvl="2"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3pPr>
      <a:lvl4pPr marR="0" lvl="3"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4pPr>
      <a:lvl5pPr marR="0" lvl="4"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5pPr>
      <a:lvl6pPr marR="0" lvl="5"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6pPr>
      <a:lvl7pPr marR="0" lvl="6"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7pPr>
      <a:lvl8pPr marR="0" lvl="7"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8pPr>
      <a:lvl9pPr marR="0" lvl="8" algn="l" rtl="0">
        <a:lnSpc>
          <a:spcPct val="100000"/>
        </a:lnSpc>
        <a:spcBef>
          <a:spcPts val="0"/>
        </a:spcBef>
        <a:spcAft>
          <a:spcPts val="0"/>
        </a:spcAft>
        <a:buClr>
          <a:srgbClr val="2B2933"/>
        </a:buClr>
        <a:buFont typeface="Arial"/>
        <a:defRPr sz="1400" b="0" i="0" u="none" strike="noStrike" cap="none">
          <a:solidFill>
            <a:srgbClr val="2B2933"/>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5525"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6E5AA8"/>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6E5AA8"/>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6E5AA8"/>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E5AA8"/>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6E5AA8"/>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6E5AA8"/>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6E5AA8"/>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E5AA8"/>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6E5AA8"/>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6E5AA8"/>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6E5AA8"/>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B2933"/>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2B2933"/>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6E5AA8"/>
                  </a:solidFill>
                  <a:latin typeface="MiSans VF Light" pitchFamily="2" charset="-122"/>
                  <a:ea typeface="MiSans VF Light" pitchFamily="2" charset="-122"/>
                  <a:cs typeface="MiSans VF Light" pitchFamily="2" charset="-122"/>
                  <a:sym typeface="SimHei"/>
                </a:rPr>
                <a:t>001</a:t>
              </a:r>
              <a:endParaRPr lang="zh-CN" altLang="en-US" sz="1600" dirty="0">
                <a:solidFill>
                  <a:srgbClr val="6E5AA8"/>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B2933"/>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2B2933"/>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6E5AA8"/>
                  </a:solidFill>
                  <a:latin typeface="MiSans VF Light" pitchFamily="2" charset="-122"/>
                  <a:ea typeface="MiSans VF Light" pitchFamily="2" charset="-122"/>
                  <a:cs typeface="MiSans VF Light" pitchFamily="2" charset="-122"/>
                  <a:sym typeface="SimHei"/>
                </a:rPr>
                <a:t>002</a:t>
              </a:r>
              <a:endParaRPr lang="zh-CN" altLang="en-US" sz="1600" dirty="0">
                <a:solidFill>
                  <a:srgbClr val="6E5AA8"/>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B2933"/>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6E5AA8"/>
                  </a:solidFill>
                  <a:latin typeface="MiSans VF Light" pitchFamily="2" charset="-122"/>
                  <a:ea typeface="MiSans VF Light" pitchFamily="2" charset="-122"/>
                  <a:cs typeface="MiSans VF Light" pitchFamily="2" charset="-122"/>
                  <a:sym typeface="SimHei"/>
                </a:rPr>
                <a:t>003</a:t>
              </a:r>
              <a:endParaRPr lang="zh-CN" altLang="en-US" sz="1600" dirty="0">
                <a:solidFill>
                  <a:srgbClr val="6E5AA8"/>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B2933"/>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2B2933"/>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6E5AA8"/>
                  </a:solidFill>
                  <a:latin typeface="MiSans VF Light" pitchFamily="2" charset="-122"/>
                  <a:ea typeface="MiSans VF Light" pitchFamily="2" charset="-122"/>
                  <a:cs typeface="MiSans VF Light" pitchFamily="2" charset="-122"/>
                  <a:sym typeface="SimHei"/>
                </a:rPr>
                <a:t>004</a:t>
              </a:r>
              <a:endParaRPr lang="zh-CN" altLang="en-US" sz="1600" dirty="0">
                <a:solidFill>
                  <a:srgbClr val="6E5AA8"/>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6E5AA8"/>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6E5AA8"/>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B2933"/>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2B2933"/>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6E5AA8"/>
                  </a:solidFill>
                  <a:latin typeface="MiSans VF Light" pitchFamily="2" charset="-122"/>
                  <a:ea typeface="MiSans VF Light" pitchFamily="2" charset="-122"/>
                  <a:cs typeface="MiSans VF Light" pitchFamily="2" charset="-122"/>
                  <a:sym typeface="SimHei"/>
                </a:rPr>
                <a:t>000</a:t>
              </a:r>
              <a:endParaRPr lang="zh-CN" altLang="en-US" sz="1600" dirty="0">
                <a:solidFill>
                  <a:srgbClr val="6E5AA8"/>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82572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E5AA8"/>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2B2933"/>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2B2933"/>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2B29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B2933"/>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2B29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B2933"/>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2B29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B2933"/>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2B293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6E5AA8"/>
                </a:solidFill>
                <a:latin typeface="MiSans VF Thin" pitchFamily="2" charset="-122"/>
                <a:ea typeface="MiSans VF Thin" pitchFamily="2" charset="-122"/>
                <a:cs typeface="MiSans VF Thin" pitchFamily="2" charset="-122"/>
                <a:sym typeface="SimHei"/>
              </a:rPr>
              <a:t>01</a:t>
            </a:r>
            <a:endParaRPr lang="zh-CN" altLang="en-US" sz="4000" dirty="0">
              <a:solidFill>
                <a:srgbClr val="6E5AA8"/>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6E5AA8"/>
                </a:solidFill>
                <a:latin typeface="MiSans VF Thin" pitchFamily="2" charset="-122"/>
                <a:ea typeface="MiSans VF Thin" pitchFamily="2" charset="-122"/>
                <a:cs typeface="MiSans VF Thin" pitchFamily="2" charset="-122"/>
                <a:sym typeface="SimHei"/>
              </a:rPr>
              <a:t>02</a:t>
            </a:r>
            <a:endParaRPr lang="zh-CN" altLang="en-US" sz="4000" dirty="0">
              <a:solidFill>
                <a:srgbClr val="6E5AA8"/>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6E5AA8"/>
                </a:solidFill>
                <a:latin typeface="MiSans VF Thin" pitchFamily="2" charset="-122"/>
                <a:ea typeface="MiSans VF Thin" pitchFamily="2" charset="-122"/>
                <a:cs typeface="MiSans VF Thin" pitchFamily="2" charset="-122"/>
                <a:sym typeface="SimHei"/>
              </a:rPr>
              <a:t>03</a:t>
            </a:r>
            <a:endParaRPr lang="zh-CN" altLang="en-US" sz="4000" dirty="0">
              <a:solidFill>
                <a:srgbClr val="6E5AA8"/>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6E5AA8"/>
                </a:solidFill>
                <a:latin typeface="MiSans VF Thin" pitchFamily="2" charset="-122"/>
                <a:ea typeface="MiSans VF Thin" pitchFamily="2" charset="-122"/>
                <a:cs typeface="MiSans VF Thin" pitchFamily="2" charset="-122"/>
                <a:sym typeface="SimHei"/>
              </a:rPr>
              <a:t>04</a:t>
            </a:r>
            <a:endParaRPr lang="zh-CN" altLang="en-US" sz="4000" dirty="0">
              <a:solidFill>
                <a:srgbClr val="6E5AA8"/>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6E5AA8"/>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诊断</a:t>
            </a:r>
            <a:r>
              <a:rPr lang="en-US" altLang="zh-CN" sz="4000" b="1" dirty="0">
                <a:solidFill>
                  <a:srgbClr val="2B2933"/>
                </a:solidFill>
                <a:latin typeface="MiSans VF Bold" pitchFamily="2" charset="-122"/>
                <a:ea typeface="MiSans VF Bold" pitchFamily="2" charset="-122"/>
                <a:cs typeface="MiSans VF Bold" pitchFamily="2" charset="-122"/>
                <a:sym typeface="SimHei"/>
              </a:rPr>
              <a:t>:</a:t>
            </a:r>
            <a:r>
              <a:rPr lang="zh-CN" altLang="en-US" sz="4000" b="1" dirty="0">
                <a:solidFill>
                  <a:srgbClr val="2B2933"/>
                </a:solidFill>
                <a:latin typeface="MiSans VF Bold" pitchFamily="2" charset="-122"/>
                <a:ea typeface="MiSans VF Bold" pitchFamily="2" charset="-122"/>
                <a:cs typeface="MiSans VF Bold" pitchFamily="2" charset="-122"/>
                <a:sym typeface="SimHei"/>
              </a:rPr>
              <a:t> </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6E5A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AF9FC">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AF9FC">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都在</a:t>
            </a:r>
            <a:r>
              <a:rPr lang="zh-CN" altLang="en-US" sz="4000" b="1" dirty="0">
                <a:solidFill>
                  <a:srgbClr val="6E5AA8"/>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6E5AA8"/>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AF9FC"/>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AF9FC"/>
              </a:solidFill>
              <a:latin typeface="Didot" panose="02000503000000020003" pitchFamily="2" charset="-79"/>
              <a:ea typeface="MiSans VF Bold" pitchFamily="2" charset="-122"/>
              <a:cs typeface="Didot" panose="02000503000000020003" pitchFamily="2" charset="-79"/>
              <a:sym typeface="SimHei"/>
            </a:endParaRPr>
          </a:p>
        </p:txBody>
      </p:sp>
      <p:pic>
        <p:nvPicPr>
          <p:cNvPr id="10" name="图片 9" descr="Story pin image">
            <a:extLst>
              <a:ext uri="{FF2B5EF4-FFF2-40B4-BE49-F238E27FC236}">
                <a16:creationId xmlns:a16="http://schemas.microsoft.com/office/drawing/2014/main" id="{B08354CE-151F-FC4A-D27E-AD3EC8840F2E}"/>
              </a:ext>
            </a:extLst>
          </p:cNvPr>
          <p:cNvPicPr>
            <a:picLocks noChangeAspect="1"/>
          </p:cNvPicPr>
          <p:nvPr/>
        </p:nvPicPr>
        <p:blipFill>
          <a:blip r:embed="rId2"/>
          <a:srcRect t="18259" b="436"/>
          <a:stretch>
            <a:fillRect/>
          </a:stretch>
        </p:blipFill>
        <p:spPr>
          <a:xfrm rot="16200000">
            <a:off x="7100456" y="1504503"/>
            <a:ext cx="3789738" cy="5475919"/>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736876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6E5A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2B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2B293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6E5AA8"/>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rgbClr val="DAD5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2B2933"/>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2B2933"/>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8" y="1206344"/>
            <a:ext cx="768095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B2933"/>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B2933"/>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B2933"/>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6E5AA8"/>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6E5A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8" y="1206344"/>
            <a:ext cx="804906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2B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B2933"/>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9B8B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8" y="1206344"/>
            <a:ext cx="876805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2B2933"/>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2B2933"/>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2B2933"/>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2B2933"/>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9" y="1206344"/>
            <a:ext cx="849161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2B2933"/>
                </a:solidFill>
                <a:latin typeface="MiSans VF Bold" pitchFamily="2" charset="-122"/>
                <a:ea typeface="MiSans VF Bold" pitchFamily="2" charset="-122"/>
                <a:cs typeface="MiSans VF Bold" pitchFamily="2" charset="-122"/>
                <a:sym typeface="SimHei"/>
              </a:rPr>
              <a:t>BRAND</a:t>
            </a:r>
            <a:r>
              <a:rPr lang="zh-CN" altLang="en-US" b="1" dirty="0">
                <a:solidFill>
                  <a:srgbClr val="2B2933"/>
                </a:solidFill>
                <a:latin typeface="MiSans VF Bold" pitchFamily="2" charset="-122"/>
                <a:ea typeface="MiSans VF Bold" pitchFamily="2" charset="-122"/>
                <a:cs typeface="MiSans VF Bold" pitchFamily="2" charset="-122"/>
                <a:sym typeface="SimHei"/>
              </a:rPr>
              <a:t> </a:t>
            </a:r>
            <a:r>
              <a:rPr lang="en-US" altLang="zh-CN" b="1" dirty="0">
                <a:solidFill>
                  <a:srgbClr val="2B2933"/>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2B2933"/>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845177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6AEB1C0C-A528-321C-F290-052DA30BEA82}"/>
              </a:ext>
            </a:extLst>
          </p:cNvPr>
          <p:cNvGraphicFramePr/>
          <p:nvPr>
            <p:extLst>
              <p:ext uri="{D42A27DB-BD31-4B8C-83A1-F6EECF244321}">
                <p14:modId xmlns:p14="http://schemas.microsoft.com/office/powerpoint/2010/main" val="1548989653"/>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E5AA8"/>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2EFF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2EFF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2EFF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2EFF8"/>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F2EFF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2EFF8"/>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2EFF8"/>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2EFF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D9780120-A2EB-B5D6-3E25-02CC4341B1D7}"/>
              </a:ext>
            </a:extLst>
          </p:cNvPr>
          <p:cNvGraphicFramePr/>
          <p:nvPr>
            <p:extLst>
              <p:ext uri="{D42A27DB-BD31-4B8C-83A1-F6EECF244321}">
                <p14:modId xmlns:p14="http://schemas.microsoft.com/office/powerpoint/2010/main" val="379316684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FCEEF2B3-F77D-8C29-6EE1-C4905A2099C3}"/>
              </a:ext>
            </a:extLst>
          </p:cNvPr>
          <p:cNvSpPr/>
          <p:nvPr/>
        </p:nvSpPr>
        <p:spPr>
          <a:xfrm>
            <a:off x="5317152" y="859393"/>
            <a:ext cx="3937973" cy="5436277"/>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202C5AEE-8EC7-A73B-3E5E-7447658B46BF}"/>
              </a:ext>
            </a:extLst>
          </p:cNvPr>
          <p:cNvSpPr/>
          <p:nvPr/>
        </p:nvSpPr>
        <p:spPr>
          <a:xfrm>
            <a:off x="9277720" y="3245578"/>
            <a:ext cx="2455561" cy="3050091"/>
          </a:xfrm>
          <a:prstGeom prst="rect">
            <a:avLst/>
          </a:prstGeom>
          <a:pattFill prst="pct50">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1060199C-DAF7-2CB7-6A8B-5B089CAF05B0}"/>
              </a:ext>
            </a:extLst>
          </p:cNvPr>
          <p:cNvSpPr/>
          <p:nvPr/>
        </p:nvSpPr>
        <p:spPr>
          <a:xfrm>
            <a:off x="9277720" y="860529"/>
            <a:ext cx="2455561" cy="2358734"/>
          </a:xfrm>
          <a:prstGeom prst="rect">
            <a:avLst/>
          </a:prstGeom>
          <a:pattFill prst="pct70">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5B536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5B536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5B536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5B536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5B536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5B536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5B536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5B536F">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6E5A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EA498E3D-2D1E-880E-18FE-4DCDAFDCA97D}"/>
              </a:ext>
            </a:extLst>
          </p:cNvPr>
          <p:cNvSpPr/>
          <p:nvPr/>
        </p:nvSpPr>
        <p:spPr>
          <a:xfrm>
            <a:off x="2510071" y="1069129"/>
            <a:ext cx="6739946" cy="4719739"/>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B6CF2420-D496-1BD0-F090-EF1D510592ED}"/>
              </a:ext>
            </a:extLst>
          </p:cNvPr>
          <p:cNvSpPr/>
          <p:nvPr/>
        </p:nvSpPr>
        <p:spPr>
          <a:xfrm>
            <a:off x="9272611" y="3455315"/>
            <a:ext cx="2455561" cy="2332420"/>
          </a:xfrm>
          <a:prstGeom prst="rect">
            <a:avLst/>
          </a:prstGeom>
          <a:pattFill prst="pct50">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3CF4A9E2-4CC2-26E2-D036-FA313D8345E5}"/>
              </a:ext>
            </a:extLst>
          </p:cNvPr>
          <p:cNvSpPr/>
          <p:nvPr/>
        </p:nvSpPr>
        <p:spPr>
          <a:xfrm>
            <a:off x="9272611" y="1070265"/>
            <a:ext cx="2455561" cy="2358734"/>
          </a:xfrm>
          <a:prstGeom prst="rect">
            <a:avLst/>
          </a:prstGeom>
          <a:pattFill prst="pct70">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8588C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8" y="1206344"/>
            <a:ext cx="873511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这是</a:t>
            </a:r>
            <a:r>
              <a:rPr lang="zh-CN" altLang="en-US" sz="4000" b="1" dirty="0">
                <a:solidFill>
                  <a:srgbClr val="6E5AA8"/>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6E5AA8"/>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2B29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E5AA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E5AA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8" y="1206344"/>
            <a:ext cx="827147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这是</a:t>
            </a:r>
            <a:r>
              <a:rPr lang="zh-CN" altLang="en-US" sz="4000" b="1" dirty="0">
                <a:solidFill>
                  <a:srgbClr val="6E5AA8"/>
                </a:solidFill>
                <a:latin typeface="MiSans VF Bold" pitchFamily="2" charset="-122"/>
                <a:ea typeface="MiSans VF Bold" pitchFamily="2" charset="-122"/>
                <a:cs typeface="MiSans VF Bold" pitchFamily="2" charset="-122"/>
                <a:sym typeface="SimHei"/>
              </a:rPr>
              <a:t>多列</a:t>
            </a:r>
            <a:r>
              <a:rPr lang="zh-CN" altLang="en-US" sz="4000" b="1" dirty="0">
                <a:solidFill>
                  <a:srgbClr val="2B2933"/>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B2933"/>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B2933"/>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B2933"/>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832298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2B2933">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B2933"/>
                </a:solidFill>
                <a:latin typeface="MiSans VF Bold" pitchFamily="2" charset="-122"/>
                <a:ea typeface="MiSans VF Bold" pitchFamily="2" charset="-122"/>
                <a:cs typeface="MiSans VF Bold" pitchFamily="2" charset="-122"/>
                <a:sym typeface="SimHei"/>
              </a:rPr>
              <a:t>01</a:t>
            </a:r>
            <a:r>
              <a:rPr lang="zh-CN" altLang="en-US" sz="2000" b="1" dirty="0">
                <a:solidFill>
                  <a:srgbClr val="2B2933"/>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B2933"/>
                </a:solidFill>
                <a:latin typeface="MiSans VF Bold" pitchFamily="2" charset="-122"/>
                <a:ea typeface="MiSans VF Bold" pitchFamily="2" charset="-122"/>
                <a:cs typeface="MiSans VF Bold" pitchFamily="2" charset="-122"/>
                <a:sym typeface="SimHei"/>
              </a:rPr>
              <a:t>02</a:t>
            </a:r>
            <a:r>
              <a:rPr lang="zh-CN" altLang="en-US" sz="2000" b="1" dirty="0">
                <a:solidFill>
                  <a:srgbClr val="2B2933"/>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05740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5B536F">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E5AA8"/>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B29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E5AA8"/>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B29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E5AA8"/>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B293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B2933"/>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B293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B293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B293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B2933">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E5AA8"/>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E5AA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839588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B2933"/>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2B2933"/>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9B8B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9B8BC7"/>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4A3D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rgbClr val="DAD5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B2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B2933"/>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B293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B2933"/>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B293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B2933"/>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B293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2EFF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2EFF8"/>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2EFF8"/>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2EFF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2EFF8"/>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2EFF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2EFF8"/>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9B8BC7">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6E5AA8"/>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6E5AA8"/>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B2933"/>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E5AA8"/>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6E5AA8"/>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6E5AA8"/>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6E5AA8"/>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E5AA8"/>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6E5AA8"/>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6E5AA8"/>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6E5AA8"/>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2B2933"/>
      </a:dk1>
      <a:lt1>
        <a:srgbClr val="FFFFFF"/>
      </a:lt1>
      <a:dk2>
        <a:srgbClr val="565166"/>
      </a:dk2>
      <a:lt2>
        <a:srgbClr val="ECE9F2"/>
      </a:lt2>
      <a:accent1>
        <a:srgbClr val="6E5AA8"/>
      </a:accent1>
      <a:accent2>
        <a:srgbClr val="B56F5C"/>
      </a:accent2>
      <a:accent3>
        <a:srgbClr val="B0ACB8"/>
      </a:accent3>
      <a:accent4>
        <a:srgbClr val="D5B64B"/>
      </a:accent4>
      <a:accent5>
        <a:srgbClr val="9B8BC7"/>
      </a:accent5>
      <a:accent6>
        <a:srgbClr val="6DA486"/>
      </a:accent6>
      <a:hlink>
        <a:srgbClr val="5A4C99"/>
      </a:hlink>
      <a:folHlink>
        <a:srgbClr val="8D6B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B2933">
                <a:alpha val="38000"/>
              </a:srgbClr>
            </a:outerShdw>
          </a:effectLst>
        </a:effectStyle>
        <a:effectStyle>
          <a:effectLst>
            <a:outerShdw blurRad="40000" dist="23000" dir="5400000" rotWithShape="0">
              <a:srgbClr val="2B2933">
                <a:alpha val="35000"/>
              </a:srgbClr>
            </a:outerShdw>
          </a:effectLst>
        </a:effectStyle>
        <a:effectStyle>
          <a:effectLst>
            <a:outerShdw blurRad="40000" dist="23000" dir="5400000" rotWithShape="0">
              <a:srgbClr val="2B29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B2933"/>
      </a:dk1>
      <a:lt1>
        <a:srgbClr val="FFFFFF"/>
      </a:lt1>
      <a:dk2>
        <a:srgbClr val="565166"/>
      </a:dk2>
      <a:lt2>
        <a:srgbClr val="ECE9F2"/>
      </a:lt2>
      <a:accent1>
        <a:srgbClr val="6E5AA8"/>
      </a:accent1>
      <a:accent2>
        <a:srgbClr val="B56F5C"/>
      </a:accent2>
      <a:accent3>
        <a:srgbClr val="B0ACB8"/>
      </a:accent3>
      <a:accent4>
        <a:srgbClr val="D5B64B"/>
      </a:accent4>
      <a:accent5>
        <a:srgbClr val="9B8BC7"/>
      </a:accent5>
      <a:accent6>
        <a:srgbClr val="6DA486"/>
      </a:accent6>
      <a:hlink>
        <a:srgbClr val="5A4C99"/>
      </a:hlink>
      <a:folHlink>
        <a:srgbClr val="8D6B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B2933">
                <a:alpha val="38000"/>
              </a:srgbClr>
            </a:outerShdw>
          </a:effectLst>
        </a:effectStyle>
        <a:effectStyle>
          <a:effectLst>
            <a:outerShdw blurRad="40000" dist="23000" dir="5400000" rotWithShape="0">
              <a:srgbClr val="2B2933">
                <a:alpha val="35000"/>
              </a:srgbClr>
            </a:outerShdw>
          </a:effectLst>
        </a:effectStyle>
        <a:effectStyle>
          <a:effectLst>
            <a:outerShdw blurRad="40000" dist="23000" dir="5400000" rotWithShape="0">
              <a:srgbClr val="2B29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B2933"/>
      </a:dk1>
      <a:lt1>
        <a:srgbClr val="FFFFFF"/>
      </a:lt1>
      <a:dk2>
        <a:srgbClr val="565166"/>
      </a:dk2>
      <a:lt2>
        <a:srgbClr val="ECE9F2"/>
      </a:lt2>
      <a:accent1>
        <a:srgbClr val="6E5AA8"/>
      </a:accent1>
      <a:accent2>
        <a:srgbClr val="B56F5C"/>
      </a:accent2>
      <a:accent3>
        <a:srgbClr val="B0ACB8"/>
      </a:accent3>
      <a:accent4>
        <a:srgbClr val="D5B64B"/>
      </a:accent4>
      <a:accent5>
        <a:srgbClr val="9B8BC7"/>
      </a:accent5>
      <a:accent6>
        <a:srgbClr val="6DA486"/>
      </a:accent6>
      <a:hlink>
        <a:srgbClr val="5A4C99"/>
      </a:hlink>
      <a:folHlink>
        <a:srgbClr val="8D6B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B2933">
                <a:alpha val="38000"/>
              </a:srgbClr>
            </a:outerShdw>
          </a:effectLst>
        </a:effectStyle>
        <a:effectStyle>
          <a:effectLst>
            <a:outerShdw blurRad="40000" dist="23000" dir="5400000" rotWithShape="0">
              <a:srgbClr val="2B2933">
                <a:alpha val="35000"/>
              </a:srgbClr>
            </a:outerShdw>
          </a:effectLst>
        </a:effectStyle>
        <a:effectStyle>
          <a:effectLst>
            <a:outerShdw blurRad="40000" dist="23000" dir="5400000" rotWithShape="0">
              <a:srgbClr val="2B293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98</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7</cp:revision>
  <dcterms:created xsi:type="dcterms:W3CDTF">2026-06-02T14:06:00Z</dcterms:created>
  <dcterms:modified xsi:type="dcterms:W3CDTF">2026-06-08T10:56:10Z</dcterms:modified>
</cp:coreProperties>
</file>