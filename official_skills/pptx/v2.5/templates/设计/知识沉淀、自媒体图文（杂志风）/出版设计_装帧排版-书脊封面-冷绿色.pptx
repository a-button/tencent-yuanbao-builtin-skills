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jp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1F14"/>
    <a:srgbClr val="1B4D2E"/>
    <a:srgbClr val="8B9989"/>
    <a:srgbClr val="6B7B6A"/>
    <a:srgbClr val="1A3A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51"/>
    <p:restoredTop sz="94610"/>
  </p:normalViewPr>
  <p:slideViewPr>
    <p:cSldViewPr snapToGrid="0" snapToObjects="1">
      <p:cViewPr varScale="1">
        <p:scale>
          <a:sx n="127" d="100"/>
          <a:sy n="127" d="100"/>
        </p:scale>
        <p:origin x="60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7298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8EDE4"/>
        </a:solidFill>
        <a:effectLst/>
      </p:bgPr>
    </p:bg>
    <p:spTree>
      <p:nvGrpSpPr>
        <p:cNvPr id="1" name=""/>
        <p:cNvGrpSpPr/>
        <p:nvPr/>
      </p:nvGrpSpPr>
      <p:grpSpPr>
        <a:xfrm>
          <a:off x="0" y="0"/>
          <a:ext cx="0" cy="0"/>
          <a:chOff x="0" y="0"/>
          <a:chExt cx="0" cy="0"/>
        </a:xfrm>
      </p:grpSpPr>
      <p:sp>
        <p:nvSpPr>
          <p:cNvPr id="2" name="Shape 0"/>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3" name="Text 1"/>
          <p:cNvSpPr/>
          <p:nvPr/>
        </p:nvSpPr>
        <p:spPr>
          <a:xfrm>
            <a:off x="548640" y="182880"/>
            <a:ext cx="5486400"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4" name="Text 2"/>
          <p:cNvSpPr/>
          <p:nvPr/>
        </p:nvSpPr>
        <p:spPr>
          <a:xfrm>
            <a:off x="6265332" y="182880"/>
            <a:ext cx="5347547"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5" name="Text 3"/>
          <p:cNvSpPr/>
          <p:nvPr/>
        </p:nvSpPr>
        <p:spPr>
          <a:xfrm>
            <a:off x="548640" y="777240"/>
            <a:ext cx="4114800" cy="274320"/>
          </a:xfrm>
          <a:prstGeom prst="rect">
            <a:avLst/>
          </a:prstGeom>
          <a:noFill/>
          <a:ln/>
        </p:spPr>
        <p:txBody>
          <a:bodyPr wrap="square" lIns="0" tIns="0" rIns="0" bIns="0" rtlCol="0" anchor="ctr"/>
          <a:lstStyle/>
          <a:p>
            <a:pPr marL="0" indent="0">
              <a:buNone/>
            </a:pPr>
            <a:r>
              <a:rPr lang="en-US" sz="1100" kern="0" spc="300" dirty="0">
                <a:solidFill>
                  <a:srgbClr val="6B7B6A"/>
                </a:solidFill>
                <a:latin typeface="Source Han Serif CN Medium" panose="02020400000000000000" pitchFamily="18" charset="-128"/>
                <a:ea typeface="Source Han Serif CN Medium" panose="02020400000000000000" pitchFamily="18" charset="-128"/>
                <a:cs typeface="STSong" pitchFamily="34" charset="-120"/>
              </a:rPr>
              <a:t>第 一 卷  ·  第 〇 一 期</a:t>
            </a:r>
            <a:endParaRPr lang="en-US" sz="1100" dirty="0">
              <a:latin typeface="Source Han Serif CN Medium" panose="02020400000000000000" pitchFamily="18" charset="-128"/>
              <a:ea typeface="Source Han Serif CN Medium" panose="02020400000000000000" pitchFamily="18" charset="-128"/>
            </a:endParaRPr>
          </a:p>
        </p:txBody>
      </p:sp>
      <p:sp>
        <p:nvSpPr>
          <p:cNvPr id="6" name="Text 4"/>
          <p:cNvSpPr/>
          <p:nvPr/>
        </p:nvSpPr>
        <p:spPr>
          <a:xfrm>
            <a:off x="548640" y="1828215"/>
            <a:ext cx="10972800" cy="2698650"/>
          </a:xfrm>
          <a:prstGeom prst="rect">
            <a:avLst/>
          </a:prstGeom>
          <a:noFill/>
          <a:ln/>
        </p:spPr>
        <p:txBody>
          <a:bodyPr wrap="square" lIns="0" tIns="0" rIns="0" bIns="0" rtlCol="0" anchor="ctr"/>
          <a:lstStyle/>
          <a:p>
            <a:pPr>
              <a:lnSpc>
                <a:spcPts val="11000"/>
              </a:lnSpc>
            </a:pPr>
            <a:r>
              <a:rPr lang="en-US" sz="7800" b="1" dirty="0" err="1">
                <a:solidFill>
                  <a:srgbClr val="1B4D2E"/>
                </a:solidFill>
                <a:latin typeface="Source Han Serif CN" panose="02020400000000000000" pitchFamily="18" charset="-128"/>
                <a:ea typeface="Source Han Serif CN" panose="02020400000000000000" pitchFamily="18" charset="-128"/>
                <a:cs typeface="Songti SC" pitchFamily="34" charset="-120"/>
              </a:rPr>
              <a:t>机器之心</a:t>
            </a:r>
            <a:endParaRPr lang="en-US" sz="7800" b="1" dirty="0">
              <a:solidFill>
                <a:srgbClr val="1B4D2E"/>
              </a:solidFill>
              <a:latin typeface="Source Han Serif CN" panose="02020400000000000000" pitchFamily="18" charset="-128"/>
              <a:ea typeface="Source Han Serif CN" panose="02020400000000000000" pitchFamily="18" charset="-128"/>
              <a:cs typeface="Songti SC" pitchFamily="34" charset="-120"/>
            </a:endParaRPr>
          </a:p>
          <a:p>
            <a:pPr>
              <a:lnSpc>
                <a:spcPts val="11000"/>
              </a:lnSpc>
            </a:pPr>
            <a:r>
              <a:rPr lang="en-US" altLang="zh-CN" sz="8000" b="1" dirty="0" err="1">
                <a:solidFill>
                  <a:srgbClr val="0D1F14"/>
                </a:solidFill>
                <a:latin typeface="Source Han Serif CN" panose="02020400000000000000" pitchFamily="18" charset="-128"/>
                <a:ea typeface="Source Han Serif CN" panose="02020400000000000000" pitchFamily="18" charset="-128"/>
                <a:cs typeface="Songti SC" pitchFamily="34" charset="-120"/>
              </a:rPr>
              <a:t>如何被唤醒</a:t>
            </a:r>
            <a:endParaRPr lang="en-US" altLang="zh-CN" sz="8000" b="1" dirty="0">
              <a:solidFill>
                <a:srgbClr val="0D1F14"/>
              </a:solidFill>
              <a:latin typeface="Source Han Serif CN" panose="02020400000000000000" pitchFamily="18" charset="-128"/>
              <a:ea typeface="Source Han Serif CN" panose="02020400000000000000" pitchFamily="18" charset="-128"/>
            </a:endParaRPr>
          </a:p>
        </p:txBody>
      </p:sp>
      <p:sp>
        <p:nvSpPr>
          <p:cNvPr id="8" name="Shape 6"/>
          <p:cNvSpPr/>
          <p:nvPr/>
        </p:nvSpPr>
        <p:spPr>
          <a:xfrm>
            <a:off x="7315200" y="5486400"/>
            <a:ext cx="4297680" cy="0"/>
          </a:xfrm>
          <a:prstGeom prst="line">
            <a:avLst/>
          </a:prstGeom>
          <a:noFill/>
          <a:ln w="6350">
            <a:solidFill>
              <a:srgbClr val="1C1C1C"/>
            </a:solidFill>
            <a:prstDash val="solid"/>
          </a:ln>
        </p:spPr>
        <p:txBody>
          <a:bodyPr/>
          <a:lstStyle/>
          <a:p>
            <a:endParaRPr lang="zh-CN" altLang="en-US"/>
          </a:p>
        </p:txBody>
      </p:sp>
      <p:sp>
        <p:nvSpPr>
          <p:cNvPr id="9" name="Text 7"/>
          <p:cNvSpPr/>
          <p:nvPr/>
        </p:nvSpPr>
        <p:spPr>
          <a:xfrm>
            <a:off x="7315200" y="5532120"/>
            <a:ext cx="4297680" cy="274320"/>
          </a:xfrm>
          <a:prstGeom prst="rect">
            <a:avLst/>
          </a:prstGeom>
          <a:noFill/>
          <a:ln/>
        </p:spPr>
        <p:txBody>
          <a:bodyPr wrap="square" lIns="0" tIns="0" rIns="0" bIns="0" rtlCol="0" anchor="ctr"/>
          <a:lstStyle/>
          <a:p>
            <a:pPr marL="0" indent="0">
              <a:buNone/>
            </a:pPr>
            <a:r>
              <a:rPr lang="en-US" sz="1100" kern="0" spc="200" dirty="0">
                <a:solidFill>
                  <a:srgbClr val="1C1C1C"/>
                </a:solidFill>
                <a:latin typeface="MiSans Normal" pitchFamily="2" charset="-122"/>
                <a:ea typeface="MiSans Normal" pitchFamily="2" charset="-122"/>
                <a:cs typeface="STSong" pitchFamily="34" charset="-120"/>
              </a:rPr>
              <a:t>一 部 人 工 智 能 的 文 化 史</a:t>
            </a:r>
            <a:endParaRPr lang="en-US" sz="1100" dirty="0">
              <a:latin typeface="MiSans Normal" pitchFamily="2" charset="-122"/>
              <a:ea typeface="MiSans Normal" pitchFamily="2" charset="-122"/>
            </a:endParaRPr>
          </a:p>
        </p:txBody>
      </p:sp>
      <p:sp>
        <p:nvSpPr>
          <p:cNvPr id="10" name="Text 8"/>
          <p:cNvSpPr/>
          <p:nvPr/>
        </p:nvSpPr>
        <p:spPr>
          <a:xfrm>
            <a:off x="7315200" y="5852160"/>
            <a:ext cx="4297680" cy="548640"/>
          </a:xfrm>
          <a:prstGeom prst="rect">
            <a:avLst/>
          </a:prstGeom>
          <a:noFill/>
          <a:ln/>
        </p:spPr>
        <p:txBody>
          <a:bodyPr wrap="square" lIns="0" tIns="0" rIns="0" bIns="0" rtlCol="0" anchor="ctr"/>
          <a:lstStyle/>
          <a:p>
            <a:pPr marL="0" indent="0">
              <a:buNone/>
            </a:pPr>
            <a:r>
              <a:rPr lang="en-US" sz="1000" dirty="0" err="1">
                <a:solidFill>
                  <a:srgbClr val="6B7B6A"/>
                </a:solidFill>
                <a:latin typeface="MiSans Normal" pitchFamily="2" charset="-122"/>
                <a:ea typeface="MiSans Normal" pitchFamily="2" charset="-122"/>
                <a:cs typeface="PingFang SC" pitchFamily="34" charset="-120"/>
              </a:rPr>
              <a:t>第〇一期</a:t>
            </a:r>
            <a:r>
              <a:rPr lang="en-US" sz="1000" dirty="0">
                <a:solidFill>
                  <a:srgbClr val="6B7B6A"/>
                </a:solidFill>
                <a:latin typeface="MiSans Normal" pitchFamily="2" charset="-122"/>
                <a:ea typeface="MiSans Normal" pitchFamily="2" charset="-122"/>
                <a:cs typeface="PingFang SC" pitchFamily="34" charset="-120"/>
              </a:rPr>
              <a:t> </a:t>
            </a:r>
            <a:r>
              <a:rPr lang="en-US" altLang="zh-CN" sz="1000" dirty="0">
                <a:solidFill>
                  <a:srgbClr val="6B7B6A"/>
                </a:solidFill>
                <a:latin typeface="MiSans Normal" pitchFamily="2" charset="-122"/>
                <a:ea typeface="MiSans Normal" pitchFamily="2" charset="-122"/>
                <a:cs typeface="PingFang SC" pitchFamily="34" charset="-120"/>
              </a:rPr>
              <a:t>——</a:t>
            </a:r>
            <a:r>
              <a:rPr lang="zh-CN" altLang="en-US" sz="1000" dirty="0">
                <a:solidFill>
                  <a:srgbClr val="6B7B6A"/>
                </a:solidFill>
                <a:latin typeface="MiSans Normal" pitchFamily="2" charset="-122"/>
                <a:ea typeface="MiSans Normal" pitchFamily="2" charset="-122"/>
                <a:cs typeface="PingFang SC" pitchFamily="34" charset="-120"/>
              </a:rPr>
              <a:t> </a:t>
            </a:r>
            <a:r>
              <a:rPr lang="en-US" sz="1000" dirty="0" err="1">
                <a:solidFill>
                  <a:srgbClr val="6B7B6A"/>
                </a:solidFill>
                <a:latin typeface="MiSans Normal" pitchFamily="2" charset="-122"/>
                <a:ea typeface="MiSans Normal" pitchFamily="2" charset="-122"/>
                <a:cs typeface="PingFang SC" pitchFamily="34" charset="-120"/>
              </a:rPr>
              <a:t>场逻辑、语言与渴望的交响</a:t>
            </a:r>
            <a:r>
              <a:rPr lang="en-US" sz="1000" dirty="0">
                <a:solidFill>
                  <a:srgbClr val="6B7B6A"/>
                </a:solidFill>
                <a:latin typeface="MiSans Normal" pitchFamily="2" charset="-122"/>
                <a:ea typeface="MiSans Normal" pitchFamily="2" charset="-122"/>
                <a:cs typeface="PingFang SC" pitchFamily="34" charset="-120"/>
              </a:rPr>
              <a:t>。</a:t>
            </a:r>
            <a:endParaRPr lang="en-US" sz="1000" dirty="0">
              <a:latin typeface="MiSans Normal" pitchFamily="2" charset="-122"/>
              <a:ea typeface="MiSans Normal" pitchFamily="2" charset="-122"/>
            </a:endParaRPr>
          </a:p>
        </p:txBody>
      </p:sp>
      <p:sp>
        <p:nvSpPr>
          <p:cNvPr id="13" name="Shape 11"/>
          <p:cNvSpPr/>
          <p:nvPr/>
        </p:nvSpPr>
        <p:spPr>
          <a:xfrm>
            <a:off x="548640" y="6492240"/>
            <a:ext cx="11064240" cy="0"/>
          </a:xfrm>
          <a:prstGeom prst="line">
            <a:avLst/>
          </a:prstGeom>
          <a:noFill/>
          <a:ln w="6350">
            <a:solidFill>
              <a:srgbClr val="1C1C1C"/>
            </a:solidFill>
            <a:prstDash val="solid"/>
          </a:ln>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EDE4"/>
        </a:solidFill>
        <a:effectLst/>
      </p:bgPr>
    </p:bg>
    <p:spTree>
      <p:nvGrpSpPr>
        <p:cNvPr id="1" name=""/>
        <p:cNvGrpSpPr/>
        <p:nvPr/>
      </p:nvGrpSpPr>
      <p:grpSpPr>
        <a:xfrm>
          <a:off x="0" y="0"/>
          <a:ext cx="0" cy="0"/>
          <a:chOff x="0" y="0"/>
          <a:chExt cx="0" cy="0"/>
        </a:xfrm>
      </p:grpSpPr>
      <p:sp>
        <p:nvSpPr>
          <p:cNvPr id="6" name="Text 4"/>
          <p:cNvSpPr/>
          <p:nvPr/>
        </p:nvSpPr>
        <p:spPr>
          <a:xfrm>
            <a:off x="548640" y="914400"/>
            <a:ext cx="3802296" cy="3200400"/>
          </a:xfrm>
          <a:prstGeom prst="rect">
            <a:avLst/>
          </a:prstGeom>
          <a:noFill/>
          <a:ln/>
        </p:spPr>
        <p:txBody>
          <a:bodyPr wrap="square" lIns="0" tIns="0" rIns="0" bIns="0" rtlCol="0" anchor="ctr"/>
          <a:lstStyle/>
          <a:p>
            <a:pPr marL="0" indent="0">
              <a:buNone/>
            </a:pPr>
            <a:r>
              <a:rPr lang="en-US" sz="7800" b="1" dirty="0" err="1">
                <a:solidFill>
                  <a:srgbClr val="1A3A25"/>
                </a:solidFill>
                <a:latin typeface="Source Han Serif CN" panose="02020400000000000000" pitchFamily="18" charset="-128"/>
                <a:ea typeface="Source Han Serif CN" panose="02020400000000000000" pitchFamily="18" charset="-128"/>
              </a:rPr>
              <a:t>本期</a:t>
            </a:r>
            <a:endParaRPr lang="en-US" sz="7800" b="1" dirty="0">
              <a:solidFill>
                <a:srgbClr val="1A3A25"/>
              </a:solidFill>
              <a:latin typeface="Source Han Serif CN" panose="02020400000000000000" pitchFamily="18" charset="-128"/>
              <a:ea typeface="Source Han Serif CN" panose="02020400000000000000" pitchFamily="18" charset="-128"/>
            </a:endParaRPr>
          </a:p>
          <a:p>
            <a:pPr marL="0" indent="0">
              <a:buNone/>
            </a:pPr>
            <a:r>
              <a:rPr lang="en-US" sz="7800" b="1" dirty="0" err="1">
                <a:solidFill>
                  <a:srgbClr val="1A3A25"/>
                </a:solidFill>
                <a:latin typeface="Source Han Serif CN" panose="02020400000000000000" pitchFamily="18" charset="-128"/>
                <a:ea typeface="Source Han Serif CN" panose="02020400000000000000" pitchFamily="18" charset="-128"/>
              </a:rPr>
              <a:t>要目</a:t>
            </a:r>
            <a:r>
              <a:rPr lang="en-US" sz="7800" b="1" dirty="0">
                <a:solidFill>
                  <a:srgbClr val="1A3A25"/>
                </a:solidFill>
                <a:latin typeface="Source Han Serif CN" panose="02020400000000000000" pitchFamily="18" charset="-128"/>
                <a:ea typeface="Source Han Serif CN" panose="02020400000000000000" pitchFamily="18" charset="-128"/>
              </a:rPr>
              <a:t>。</a:t>
            </a:r>
          </a:p>
        </p:txBody>
      </p:sp>
      <p:sp>
        <p:nvSpPr>
          <p:cNvPr id="7" name="Shape 5"/>
          <p:cNvSpPr/>
          <p:nvPr/>
        </p:nvSpPr>
        <p:spPr>
          <a:xfrm flipV="1">
            <a:off x="548640" y="4425488"/>
            <a:ext cx="3802296" cy="9352"/>
          </a:xfrm>
          <a:prstGeom prst="line">
            <a:avLst/>
          </a:prstGeom>
          <a:noFill/>
          <a:ln w="3175">
            <a:solidFill>
              <a:srgbClr val="1C1C1C"/>
            </a:solidFill>
            <a:prstDash val="solid"/>
          </a:ln>
        </p:spPr>
        <p:txBody>
          <a:bodyPr/>
          <a:lstStyle/>
          <a:p>
            <a:endParaRPr lang="zh-CN" altLang="en-US"/>
          </a:p>
        </p:txBody>
      </p:sp>
      <p:sp>
        <p:nvSpPr>
          <p:cNvPr id="8" name="Text 6"/>
          <p:cNvSpPr/>
          <p:nvPr/>
        </p:nvSpPr>
        <p:spPr>
          <a:xfrm>
            <a:off x="548640" y="4608575"/>
            <a:ext cx="3802296" cy="914400"/>
          </a:xfrm>
          <a:prstGeom prst="rect">
            <a:avLst/>
          </a:prstGeom>
          <a:noFill/>
          <a:ln/>
        </p:spPr>
        <p:txBody>
          <a:bodyPr wrap="square" lIns="0" tIns="0" rIns="0" bIns="0" rtlCol="0" anchor="ctr"/>
          <a:lstStyle/>
          <a:p>
            <a:pPr marL="0" indent="0">
              <a:lnSpc>
                <a:spcPct val="150000"/>
              </a:lnSpc>
              <a:buNone/>
            </a:pPr>
            <a:r>
              <a:rPr lang="en-US" sz="1300" i="1" kern="0" spc="100" dirty="0">
                <a:solidFill>
                  <a:srgbClr val="6B7B6A"/>
                </a:solidFill>
                <a:latin typeface="Source Han Serif CN" panose="02020400000000000000" pitchFamily="18" charset="-128"/>
                <a:ea typeface="Source Han Serif CN" panose="02020400000000000000" pitchFamily="18" charset="-128"/>
                <a:cs typeface="STSong" pitchFamily="34" charset="-120"/>
              </a:rPr>
              <a:t>七 个 篇 章。三 个 千 </a:t>
            </a:r>
            <a:r>
              <a:rPr lang="en-US" sz="1300" i="1" kern="0" spc="100" dirty="0" err="1">
                <a:solidFill>
                  <a:srgbClr val="6B7B6A"/>
                </a:solidFill>
                <a:latin typeface="Source Han Serif CN" panose="02020400000000000000" pitchFamily="18" charset="-128"/>
                <a:ea typeface="Source Han Serif CN" panose="02020400000000000000" pitchFamily="18" charset="-128"/>
                <a:cs typeface="STSong" pitchFamily="34" charset="-120"/>
              </a:rPr>
              <a:t>年</a:t>
            </a:r>
            <a:r>
              <a:rPr lang="en-US" sz="1300" i="1" kern="0" spc="100" dirty="0">
                <a:solidFill>
                  <a:srgbClr val="6B7B6A"/>
                </a:solidFill>
                <a:latin typeface="Source Han Serif CN" panose="02020400000000000000" pitchFamily="18" charset="-128"/>
                <a:ea typeface="Source Han Serif CN" panose="02020400000000000000" pitchFamily="18" charset="-128"/>
                <a:cs typeface="STSong" pitchFamily="34" charset="-120"/>
              </a:rPr>
              <a:t>。</a:t>
            </a:r>
            <a:endParaRPr lang="en-US" sz="1300" i="1" dirty="0">
              <a:latin typeface="Source Han Serif CN" panose="02020400000000000000" pitchFamily="18" charset="-128"/>
              <a:ea typeface="Source Han Serif CN" panose="02020400000000000000" pitchFamily="18" charset="-128"/>
            </a:endParaRPr>
          </a:p>
          <a:p>
            <a:pPr marL="0" indent="0">
              <a:lnSpc>
                <a:spcPct val="150000"/>
              </a:lnSpc>
              <a:buNone/>
            </a:pPr>
            <a:r>
              <a:rPr lang="en-US" sz="1300" i="1" kern="0" spc="100" dirty="0" err="1">
                <a:solidFill>
                  <a:srgbClr val="6B7B6A"/>
                </a:solidFill>
                <a:latin typeface="Source Han Serif CN" panose="02020400000000000000" pitchFamily="18" charset="-128"/>
                <a:ea typeface="Source Han Serif CN" panose="02020400000000000000" pitchFamily="18" charset="-128"/>
                <a:cs typeface="STSong" pitchFamily="34" charset="-120"/>
              </a:rPr>
              <a:t>一</a:t>
            </a:r>
            <a:r>
              <a:rPr lang="en-US" sz="1300" i="1" kern="0" spc="100" dirty="0">
                <a:solidFill>
                  <a:srgbClr val="6B7B6A"/>
                </a:solidFill>
                <a:latin typeface="Source Han Serif CN" panose="02020400000000000000" pitchFamily="18" charset="-128"/>
                <a:ea typeface="Source Han Serif CN" panose="02020400000000000000" pitchFamily="18" charset="-128"/>
                <a:cs typeface="STSong" pitchFamily="34" charset="-120"/>
              </a:rPr>
              <a:t> </a:t>
            </a:r>
            <a:r>
              <a:rPr lang="en-US" sz="1300" i="1" kern="0" spc="100" dirty="0" err="1">
                <a:solidFill>
                  <a:srgbClr val="6B7B6A"/>
                </a:solidFill>
                <a:latin typeface="Source Han Serif CN" panose="02020400000000000000" pitchFamily="18" charset="-128"/>
                <a:ea typeface="Source Han Serif CN" panose="02020400000000000000" pitchFamily="18" charset="-128"/>
                <a:cs typeface="STSong" pitchFamily="34" charset="-120"/>
              </a:rPr>
              <a:t>颗</a:t>
            </a:r>
            <a:r>
              <a:rPr lang="en-US" sz="1300" i="1" kern="0" spc="100" dirty="0">
                <a:solidFill>
                  <a:srgbClr val="6B7B6A"/>
                </a:solidFill>
                <a:latin typeface="Source Han Serif CN" panose="02020400000000000000" pitchFamily="18" charset="-128"/>
                <a:ea typeface="Source Han Serif CN" panose="02020400000000000000" pitchFamily="18" charset="-128"/>
                <a:cs typeface="STSong" pitchFamily="34" charset="-120"/>
              </a:rPr>
              <a:t> </a:t>
            </a:r>
            <a:r>
              <a:rPr lang="en-US" sz="1300" i="1" kern="0" spc="100" dirty="0" err="1">
                <a:solidFill>
                  <a:srgbClr val="6B7B6A"/>
                </a:solidFill>
                <a:latin typeface="Source Han Serif CN" panose="02020400000000000000" pitchFamily="18" charset="-128"/>
                <a:ea typeface="Source Han Serif CN" panose="02020400000000000000" pitchFamily="18" charset="-128"/>
                <a:cs typeface="STSong" pitchFamily="34" charset="-120"/>
              </a:rPr>
              <a:t>缓</a:t>
            </a:r>
            <a:r>
              <a:rPr lang="en-US" sz="1300" i="1" kern="0" spc="100" dirty="0">
                <a:solidFill>
                  <a:srgbClr val="6B7B6A"/>
                </a:solidFill>
                <a:latin typeface="Source Han Serif CN" panose="02020400000000000000" pitchFamily="18" charset="-128"/>
                <a:ea typeface="Source Han Serif CN" panose="02020400000000000000" pitchFamily="18" charset="-128"/>
                <a:cs typeface="STSong" pitchFamily="34" charset="-120"/>
              </a:rPr>
              <a:t> </a:t>
            </a:r>
            <a:r>
              <a:rPr lang="en-US" sz="1300" i="1" kern="0" spc="100" dirty="0" err="1">
                <a:solidFill>
                  <a:srgbClr val="6B7B6A"/>
                </a:solidFill>
                <a:latin typeface="Source Han Serif CN" panose="02020400000000000000" pitchFamily="18" charset="-128"/>
                <a:ea typeface="Source Han Serif CN" panose="02020400000000000000" pitchFamily="18" charset="-128"/>
                <a:cs typeface="STSong" pitchFamily="34" charset="-120"/>
              </a:rPr>
              <a:t>缓</a:t>
            </a:r>
            <a:r>
              <a:rPr lang="en-US" sz="1300" i="1" kern="0" spc="100" dirty="0">
                <a:solidFill>
                  <a:srgbClr val="6B7B6A"/>
                </a:solidFill>
                <a:latin typeface="Source Han Serif CN" panose="02020400000000000000" pitchFamily="18" charset="-128"/>
                <a:ea typeface="Source Han Serif CN" panose="02020400000000000000" pitchFamily="18" charset="-128"/>
                <a:cs typeface="STSong" pitchFamily="34" charset="-120"/>
              </a:rPr>
              <a:t> </a:t>
            </a:r>
            <a:r>
              <a:rPr lang="en-US" sz="1300" i="1" kern="0" spc="100" dirty="0" err="1">
                <a:solidFill>
                  <a:srgbClr val="6B7B6A"/>
                </a:solidFill>
                <a:latin typeface="Source Han Serif CN" panose="02020400000000000000" pitchFamily="18" charset="-128"/>
                <a:ea typeface="Source Han Serif CN" panose="02020400000000000000" pitchFamily="18" charset="-128"/>
                <a:cs typeface="STSong" pitchFamily="34" charset="-120"/>
              </a:rPr>
              <a:t>苏</a:t>
            </a:r>
            <a:r>
              <a:rPr lang="en-US" sz="1300" i="1" kern="0" spc="100" dirty="0">
                <a:solidFill>
                  <a:srgbClr val="6B7B6A"/>
                </a:solidFill>
                <a:latin typeface="Source Han Serif CN" panose="02020400000000000000" pitchFamily="18" charset="-128"/>
                <a:ea typeface="Source Han Serif CN" panose="02020400000000000000" pitchFamily="18" charset="-128"/>
                <a:cs typeface="STSong" pitchFamily="34" charset="-120"/>
              </a:rPr>
              <a:t> </a:t>
            </a:r>
            <a:r>
              <a:rPr lang="en-US" sz="1300" i="1" kern="0" spc="100" dirty="0" err="1">
                <a:solidFill>
                  <a:srgbClr val="6B7B6A"/>
                </a:solidFill>
                <a:latin typeface="Source Han Serif CN" panose="02020400000000000000" pitchFamily="18" charset="-128"/>
                <a:ea typeface="Source Han Serif CN" panose="02020400000000000000" pitchFamily="18" charset="-128"/>
                <a:cs typeface="STSong" pitchFamily="34" charset="-120"/>
              </a:rPr>
              <a:t>醒</a:t>
            </a:r>
            <a:r>
              <a:rPr lang="en-US" sz="1300" i="1" kern="0" spc="100" dirty="0">
                <a:solidFill>
                  <a:srgbClr val="6B7B6A"/>
                </a:solidFill>
                <a:latin typeface="Source Han Serif CN" panose="02020400000000000000" pitchFamily="18" charset="-128"/>
                <a:ea typeface="Source Han Serif CN" panose="02020400000000000000" pitchFamily="18" charset="-128"/>
                <a:cs typeface="STSong" pitchFamily="34" charset="-120"/>
              </a:rPr>
              <a:t> </a:t>
            </a:r>
            <a:r>
              <a:rPr lang="en-US" sz="1300" i="1" kern="0" spc="100" dirty="0" err="1">
                <a:solidFill>
                  <a:srgbClr val="6B7B6A"/>
                </a:solidFill>
                <a:latin typeface="Source Han Serif CN" panose="02020400000000000000" pitchFamily="18" charset="-128"/>
                <a:ea typeface="Source Han Serif CN" panose="02020400000000000000" pitchFamily="18" charset="-128"/>
                <a:cs typeface="STSong" pitchFamily="34" charset="-120"/>
              </a:rPr>
              <a:t>的</a:t>
            </a:r>
            <a:r>
              <a:rPr lang="en-US" sz="1300" i="1" kern="0" spc="100" dirty="0">
                <a:solidFill>
                  <a:srgbClr val="6B7B6A"/>
                </a:solidFill>
                <a:latin typeface="Source Han Serif CN" panose="02020400000000000000" pitchFamily="18" charset="-128"/>
                <a:ea typeface="Source Han Serif CN" panose="02020400000000000000" pitchFamily="18" charset="-128"/>
                <a:cs typeface="STSong" pitchFamily="34" charset="-120"/>
              </a:rPr>
              <a:t> </a:t>
            </a:r>
            <a:r>
              <a:rPr lang="en-US" sz="1300" i="1" kern="0" spc="100" dirty="0" err="1">
                <a:solidFill>
                  <a:srgbClr val="6B7B6A"/>
                </a:solidFill>
                <a:latin typeface="Source Han Serif CN" panose="02020400000000000000" pitchFamily="18" charset="-128"/>
                <a:ea typeface="Source Han Serif CN" panose="02020400000000000000" pitchFamily="18" charset="-128"/>
                <a:cs typeface="STSong" pitchFamily="34" charset="-120"/>
              </a:rPr>
              <a:t>心</a:t>
            </a:r>
            <a:r>
              <a:rPr lang="en-US" sz="1300" i="1" kern="0" spc="100" dirty="0">
                <a:solidFill>
                  <a:srgbClr val="6B7B6A"/>
                </a:solidFill>
                <a:latin typeface="Source Han Serif CN" panose="02020400000000000000" pitchFamily="18" charset="-128"/>
                <a:ea typeface="Source Han Serif CN" panose="02020400000000000000" pitchFamily="18" charset="-128"/>
                <a:cs typeface="STSong" pitchFamily="34" charset="-120"/>
              </a:rPr>
              <a:t> </a:t>
            </a:r>
            <a:r>
              <a:rPr lang="en-US" sz="1300" i="1" kern="0" spc="100" dirty="0" err="1">
                <a:solidFill>
                  <a:srgbClr val="6B7B6A"/>
                </a:solidFill>
                <a:latin typeface="Source Han Serif CN" panose="02020400000000000000" pitchFamily="18" charset="-128"/>
                <a:ea typeface="Source Han Serif CN" panose="02020400000000000000" pitchFamily="18" charset="-128"/>
                <a:cs typeface="STSong" pitchFamily="34" charset="-120"/>
              </a:rPr>
              <a:t>智</a:t>
            </a:r>
            <a:r>
              <a:rPr lang="en-US" sz="1300" i="1" kern="0" spc="100" dirty="0">
                <a:solidFill>
                  <a:srgbClr val="6B7B6A"/>
                </a:solidFill>
                <a:latin typeface="Source Han Serif CN" panose="02020400000000000000" pitchFamily="18" charset="-128"/>
                <a:ea typeface="Source Han Serif CN" panose="02020400000000000000" pitchFamily="18" charset="-128"/>
                <a:cs typeface="STSong" pitchFamily="34" charset="-120"/>
              </a:rPr>
              <a:t>。</a:t>
            </a:r>
            <a:endParaRPr lang="en-US" sz="1300" i="1" dirty="0">
              <a:latin typeface="Source Han Serif CN" panose="02020400000000000000" pitchFamily="18" charset="-128"/>
              <a:ea typeface="Source Han Serif CN" panose="02020400000000000000" pitchFamily="18" charset="-128"/>
            </a:endParaRPr>
          </a:p>
        </p:txBody>
      </p:sp>
      <p:sp>
        <p:nvSpPr>
          <p:cNvPr id="10" name="Text 8"/>
          <p:cNvSpPr/>
          <p:nvPr/>
        </p:nvSpPr>
        <p:spPr>
          <a:xfrm>
            <a:off x="6108590" y="960120"/>
            <a:ext cx="640080" cy="411480"/>
          </a:xfrm>
          <a:prstGeom prst="rect">
            <a:avLst/>
          </a:prstGeom>
          <a:noFill/>
          <a:ln/>
        </p:spPr>
        <p:txBody>
          <a:bodyPr wrap="square" lIns="0" tIns="0" rIns="0" bIns="0" rtlCol="0" anchor="ctr"/>
          <a:lstStyle/>
          <a:p>
            <a:pPr marL="0" indent="0">
              <a:buNone/>
            </a:pPr>
            <a:r>
              <a:rPr lang="en-US" sz="2200" b="1" dirty="0">
                <a:solidFill>
                  <a:srgbClr val="2D5A3D"/>
                </a:solidFill>
                <a:latin typeface="Source Han Serif CN SemiBold" panose="02020400000000000000" pitchFamily="18" charset="-128"/>
                <a:ea typeface="Source Han Serif CN SemiBold" panose="02020400000000000000" pitchFamily="18" charset="-128"/>
                <a:cs typeface="Playfair Display" pitchFamily="34" charset="-120"/>
              </a:rPr>
              <a:t>I</a:t>
            </a:r>
            <a:endParaRPr lang="en-US" sz="2200" b="1" dirty="0">
              <a:latin typeface="Source Han Serif CN SemiBold" panose="02020400000000000000" pitchFamily="18" charset="-128"/>
              <a:ea typeface="Source Han Serif CN SemiBold" panose="02020400000000000000" pitchFamily="18" charset="-128"/>
            </a:endParaRPr>
          </a:p>
        </p:txBody>
      </p:sp>
      <p:sp>
        <p:nvSpPr>
          <p:cNvPr id="11" name="Text 9"/>
          <p:cNvSpPr/>
          <p:nvPr/>
        </p:nvSpPr>
        <p:spPr>
          <a:xfrm>
            <a:off x="6748670" y="960120"/>
            <a:ext cx="3657600" cy="365760"/>
          </a:xfrm>
          <a:prstGeom prst="rect">
            <a:avLst/>
          </a:prstGeom>
          <a:noFill/>
          <a:ln/>
        </p:spPr>
        <p:txBody>
          <a:bodyPr wrap="square" lIns="0" tIns="0" rIns="0" bIns="0" rtlCol="0" anchor="ctr"/>
          <a:lstStyle/>
          <a:p>
            <a:pPr marL="0" indent="0">
              <a:buNone/>
            </a:pPr>
            <a:r>
              <a:rPr lang="en-US" sz="18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神话与起源</a:t>
            </a:r>
            <a:endParaRPr lang="en-US" sz="1800" b="1" dirty="0">
              <a:latin typeface="Source Han Serif CN SemiBold" panose="02020400000000000000" pitchFamily="18" charset="-128"/>
              <a:ea typeface="Source Han Serif CN SemiBold" panose="02020400000000000000" pitchFamily="18" charset="-128"/>
            </a:endParaRPr>
          </a:p>
        </p:txBody>
      </p:sp>
      <p:sp>
        <p:nvSpPr>
          <p:cNvPr id="12" name="Text 10"/>
          <p:cNvSpPr/>
          <p:nvPr/>
        </p:nvSpPr>
        <p:spPr>
          <a:xfrm>
            <a:off x="6748670" y="1292012"/>
            <a:ext cx="3657600" cy="274320"/>
          </a:xfrm>
          <a:prstGeom prst="rect">
            <a:avLst/>
          </a:prstGeom>
          <a:noFill/>
          <a:ln/>
        </p:spPr>
        <p:txBody>
          <a:bodyPr wrap="square" lIns="0" tIns="0" rIns="0" bIns="0" rtlCol="0" anchor="ctr"/>
          <a:lstStyle/>
          <a:p>
            <a:pPr marL="0" indent="0">
              <a:buNone/>
            </a:pPr>
            <a:r>
              <a:rPr lang="en-US" sz="900" i="1" kern="0" dirty="0">
                <a:solidFill>
                  <a:srgbClr val="8B9989"/>
                </a:solidFill>
                <a:latin typeface="Source Han Serif CN" panose="02020400000000000000" pitchFamily="18" charset="-128"/>
                <a:ea typeface="Source Han Serif CN" panose="02020400000000000000" pitchFamily="18" charset="-128"/>
                <a:cs typeface="PingFang SC" pitchFamily="34" charset="-120"/>
              </a:rPr>
              <a:t>M y t h i c   O r i g i n s</a:t>
            </a:r>
            <a:endParaRPr lang="en-US" sz="900" i="1" dirty="0">
              <a:solidFill>
                <a:srgbClr val="8B9989"/>
              </a:solidFill>
              <a:latin typeface="Source Han Serif CN" panose="02020400000000000000" pitchFamily="18" charset="-128"/>
              <a:ea typeface="Source Han Serif CN" panose="02020400000000000000" pitchFamily="18" charset="-128"/>
            </a:endParaRPr>
          </a:p>
        </p:txBody>
      </p:sp>
      <p:sp>
        <p:nvSpPr>
          <p:cNvPr id="13" name="Text 11"/>
          <p:cNvSpPr/>
          <p:nvPr/>
        </p:nvSpPr>
        <p:spPr>
          <a:xfrm>
            <a:off x="10355470" y="1051560"/>
            <a:ext cx="1188720" cy="274320"/>
          </a:xfrm>
          <a:prstGeom prst="rect">
            <a:avLst/>
          </a:prstGeom>
          <a:noFill/>
          <a:ln/>
        </p:spPr>
        <p:txBody>
          <a:bodyPr wrap="square" lIns="0" tIns="0" rIns="0" bIns="0" rtlCol="0" anchor="ctr"/>
          <a:lstStyle/>
          <a:p>
            <a:pPr marL="0" indent="0" algn="r">
              <a:buNone/>
            </a:pPr>
            <a:r>
              <a:rPr lang="en-US" sz="1100" i="1" dirty="0">
                <a:solidFill>
                  <a:srgbClr val="6B7B6A"/>
                </a:solidFill>
                <a:latin typeface="Source Han Serif CN" panose="02020400000000000000" pitchFamily="18" charset="-128"/>
                <a:ea typeface="Source Han Serif CN" panose="02020400000000000000" pitchFamily="18" charset="-128"/>
                <a:cs typeface="STSong" pitchFamily="34" charset="-120"/>
              </a:rPr>
              <a:t>p. 03</a:t>
            </a:r>
            <a:endParaRPr lang="en-US" sz="1100" i="1" dirty="0">
              <a:latin typeface="Source Han Serif CN" panose="02020400000000000000" pitchFamily="18" charset="-128"/>
              <a:ea typeface="Source Han Serif CN" panose="02020400000000000000" pitchFamily="18" charset="-128"/>
            </a:endParaRPr>
          </a:p>
        </p:txBody>
      </p:sp>
      <p:sp>
        <p:nvSpPr>
          <p:cNvPr id="15" name="Text 13"/>
          <p:cNvSpPr/>
          <p:nvPr/>
        </p:nvSpPr>
        <p:spPr>
          <a:xfrm>
            <a:off x="6108590" y="1723592"/>
            <a:ext cx="640080" cy="411480"/>
          </a:xfrm>
          <a:prstGeom prst="rect">
            <a:avLst/>
          </a:prstGeom>
          <a:noFill/>
          <a:ln/>
        </p:spPr>
        <p:txBody>
          <a:bodyPr wrap="square" lIns="0" tIns="0" rIns="0" bIns="0" rtlCol="0" anchor="ctr"/>
          <a:lstStyle/>
          <a:p>
            <a:pPr marL="0" indent="0">
              <a:buNone/>
            </a:pPr>
            <a:r>
              <a:rPr lang="en-US" sz="2200" b="1" dirty="0">
                <a:solidFill>
                  <a:srgbClr val="2D5A3D"/>
                </a:solidFill>
                <a:latin typeface="Source Han Serif CN SemiBold" panose="02020400000000000000" pitchFamily="18" charset="-128"/>
                <a:ea typeface="Source Han Serif CN SemiBold" panose="02020400000000000000" pitchFamily="18" charset="-128"/>
                <a:cs typeface="Playfair Display" pitchFamily="34" charset="-120"/>
              </a:rPr>
              <a:t>II</a:t>
            </a:r>
            <a:endParaRPr lang="en-US" sz="2200" b="1" dirty="0">
              <a:latin typeface="Source Han Serif CN SemiBold" panose="02020400000000000000" pitchFamily="18" charset="-128"/>
              <a:ea typeface="Source Han Serif CN SemiBold" panose="02020400000000000000" pitchFamily="18" charset="-128"/>
            </a:endParaRPr>
          </a:p>
        </p:txBody>
      </p:sp>
      <p:sp>
        <p:nvSpPr>
          <p:cNvPr id="16" name="Text 14"/>
          <p:cNvSpPr/>
          <p:nvPr/>
        </p:nvSpPr>
        <p:spPr>
          <a:xfrm>
            <a:off x="6748670" y="1723592"/>
            <a:ext cx="3657600" cy="365760"/>
          </a:xfrm>
          <a:prstGeom prst="rect">
            <a:avLst/>
          </a:prstGeom>
          <a:noFill/>
          <a:ln/>
        </p:spPr>
        <p:txBody>
          <a:bodyPr wrap="square" lIns="0" tIns="0" rIns="0" bIns="0" rtlCol="0" anchor="ctr"/>
          <a:lstStyle/>
          <a:p>
            <a:pPr marL="0" indent="0">
              <a:buNone/>
            </a:pPr>
            <a:r>
              <a:rPr lang="en-US" sz="18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逻辑的梦想</a:t>
            </a:r>
            <a:endParaRPr lang="en-US" sz="1800" b="1" dirty="0">
              <a:latin typeface="Source Han Serif CN SemiBold" panose="02020400000000000000" pitchFamily="18" charset="-128"/>
              <a:ea typeface="Source Han Serif CN SemiBold" panose="02020400000000000000" pitchFamily="18" charset="-128"/>
            </a:endParaRPr>
          </a:p>
        </p:txBody>
      </p:sp>
      <p:sp>
        <p:nvSpPr>
          <p:cNvPr id="17" name="Text 15"/>
          <p:cNvSpPr/>
          <p:nvPr/>
        </p:nvSpPr>
        <p:spPr>
          <a:xfrm>
            <a:off x="6748670" y="2055484"/>
            <a:ext cx="3657600" cy="274320"/>
          </a:xfrm>
          <a:prstGeom prst="rect">
            <a:avLst/>
          </a:prstGeom>
          <a:noFill/>
          <a:ln/>
        </p:spPr>
        <p:txBody>
          <a:bodyPr wrap="square" lIns="0" tIns="0" rIns="0" bIns="0" rtlCol="0" anchor="ctr"/>
          <a:lstStyle/>
          <a:p>
            <a:pPr marL="0" indent="0">
              <a:buNone/>
            </a:pPr>
            <a:r>
              <a:rPr lang="en-US" sz="900" i="1" kern="0" dirty="0">
                <a:solidFill>
                  <a:srgbClr val="8B9989"/>
                </a:solidFill>
                <a:latin typeface="Source Han Serif CN" panose="02020400000000000000" pitchFamily="18" charset="-128"/>
                <a:ea typeface="Source Han Serif CN" panose="02020400000000000000" pitchFamily="18" charset="-128"/>
                <a:cs typeface="PingFang SC" pitchFamily="34" charset="-120"/>
              </a:rPr>
              <a:t>T h e   L o g i c a l   D r e a m</a:t>
            </a:r>
            <a:endParaRPr lang="en-US" sz="900" i="1" dirty="0">
              <a:solidFill>
                <a:srgbClr val="8B9989"/>
              </a:solidFill>
              <a:latin typeface="Source Han Serif CN" panose="02020400000000000000" pitchFamily="18" charset="-128"/>
              <a:ea typeface="Source Han Serif CN" panose="02020400000000000000" pitchFamily="18" charset="-128"/>
            </a:endParaRPr>
          </a:p>
        </p:txBody>
      </p:sp>
      <p:sp>
        <p:nvSpPr>
          <p:cNvPr id="18" name="Text 16"/>
          <p:cNvSpPr/>
          <p:nvPr/>
        </p:nvSpPr>
        <p:spPr>
          <a:xfrm>
            <a:off x="10355470" y="1815032"/>
            <a:ext cx="1188720" cy="274320"/>
          </a:xfrm>
          <a:prstGeom prst="rect">
            <a:avLst/>
          </a:prstGeom>
          <a:noFill/>
          <a:ln/>
        </p:spPr>
        <p:txBody>
          <a:bodyPr wrap="square" lIns="0" tIns="0" rIns="0" bIns="0" rtlCol="0" anchor="ctr"/>
          <a:lstStyle/>
          <a:p>
            <a:pPr marL="0" indent="0" algn="r">
              <a:buNone/>
            </a:pPr>
            <a:r>
              <a:rPr lang="en-US" sz="1100" i="1" dirty="0">
                <a:solidFill>
                  <a:srgbClr val="6B7B6A"/>
                </a:solidFill>
                <a:latin typeface="Source Han Serif CN" panose="02020400000000000000" pitchFamily="18" charset="-128"/>
                <a:ea typeface="Source Han Serif CN" panose="02020400000000000000" pitchFamily="18" charset="-128"/>
                <a:cs typeface="STSong" pitchFamily="34" charset="-120"/>
              </a:rPr>
              <a:t>p. 04</a:t>
            </a:r>
            <a:endParaRPr lang="en-US" sz="1100" i="1" dirty="0">
              <a:latin typeface="Source Han Serif CN" panose="02020400000000000000" pitchFamily="18" charset="-128"/>
              <a:ea typeface="Source Han Serif CN" panose="02020400000000000000" pitchFamily="18" charset="-128"/>
            </a:endParaRPr>
          </a:p>
        </p:txBody>
      </p:sp>
      <p:sp>
        <p:nvSpPr>
          <p:cNvPr id="20" name="Text 18"/>
          <p:cNvSpPr/>
          <p:nvPr/>
        </p:nvSpPr>
        <p:spPr>
          <a:xfrm>
            <a:off x="6108590" y="2487064"/>
            <a:ext cx="640080" cy="411480"/>
          </a:xfrm>
          <a:prstGeom prst="rect">
            <a:avLst/>
          </a:prstGeom>
          <a:noFill/>
          <a:ln/>
        </p:spPr>
        <p:txBody>
          <a:bodyPr wrap="square" lIns="0" tIns="0" rIns="0" bIns="0" rtlCol="0" anchor="ctr"/>
          <a:lstStyle/>
          <a:p>
            <a:pPr marL="0" indent="0">
              <a:buNone/>
            </a:pPr>
            <a:r>
              <a:rPr lang="en-US" sz="2200" b="1" dirty="0">
                <a:solidFill>
                  <a:srgbClr val="2D5A3D"/>
                </a:solidFill>
                <a:latin typeface="Source Han Serif CN SemiBold" panose="02020400000000000000" pitchFamily="18" charset="-128"/>
                <a:ea typeface="Source Han Serif CN SemiBold" panose="02020400000000000000" pitchFamily="18" charset="-128"/>
                <a:cs typeface="Playfair Display" pitchFamily="34" charset="-120"/>
              </a:rPr>
              <a:t>III</a:t>
            </a:r>
            <a:endParaRPr lang="en-US" sz="2200" b="1" dirty="0">
              <a:latin typeface="Source Han Serif CN SemiBold" panose="02020400000000000000" pitchFamily="18" charset="-128"/>
              <a:ea typeface="Source Han Serif CN SemiBold" panose="02020400000000000000" pitchFamily="18" charset="-128"/>
            </a:endParaRPr>
          </a:p>
        </p:txBody>
      </p:sp>
      <p:sp>
        <p:nvSpPr>
          <p:cNvPr id="21" name="Text 19"/>
          <p:cNvSpPr/>
          <p:nvPr/>
        </p:nvSpPr>
        <p:spPr>
          <a:xfrm>
            <a:off x="6748670" y="2487064"/>
            <a:ext cx="3657600" cy="365760"/>
          </a:xfrm>
          <a:prstGeom prst="rect">
            <a:avLst/>
          </a:prstGeom>
          <a:noFill/>
          <a:ln/>
        </p:spPr>
        <p:txBody>
          <a:bodyPr wrap="square" lIns="0" tIns="0" rIns="0" bIns="0" rtlCol="0" anchor="ctr"/>
          <a:lstStyle/>
          <a:p>
            <a:pPr marL="0" indent="0">
              <a:buNone/>
            </a:pPr>
            <a:r>
              <a:rPr lang="en-US" sz="18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学科的诞生</a:t>
            </a:r>
            <a:endParaRPr lang="en-US" sz="1800" b="1" dirty="0">
              <a:latin typeface="Source Han Serif CN SemiBold" panose="02020400000000000000" pitchFamily="18" charset="-128"/>
              <a:ea typeface="Source Han Serif CN SemiBold" panose="02020400000000000000" pitchFamily="18" charset="-128"/>
            </a:endParaRPr>
          </a:p>
        </p:txBody>
      </p:sp>
      <p:sp>
        <p:nvSpPr>
          <p:cNvPr id="22" name="Text 20"/>
          <p:cNvSpPr/>
          <p:nvPr/>
        </p:nvSpPr>
        <p:spPr>
          <a:xfrm>
            <a:off x="6748670" y="2818956"/>
            <a:ext cx="3657600" cy="274320"/>
          </a:xfrm>
          <a:prstGeom prst="rect">
            <a:avLst/>
          </a:prstGeom>
          <a:noFill/>
          <a:ln/>
        </p:spPr>
        <p:txBody>
          <a:bodyPr wrap="square" lIns="0" tIns="0" rIns="0" bIns="0" rtlCol="0" anchor="ctr"/>
          <a:lstStyle/>
          <a:p>
            <a:pPr marL="0" indent="0">
              <a:buNone/>
            </a:pPr>
            <a:r>
              <a:rPr lang="en-US" sz="900" i="1" kern="0" dirty="0">
                <a:solidFill>
                  <a:srgbClr val="8B9989"/>
                </a:solidFill>
                <a:latin typeface="Source Han Serif CN" panose="02020400000000000000" pitchFamily="18" charset="-128"/>
                <a:ea typeface="Source Han Serif CN" panose="02020400000000000000" pitchFamily="18" charset="-128"/>
                <a:cs typeface="PingFang SC" pitchFamily="34" charset="-120"/>
              </a:rPr>
              <a:t>B i r t h   o f   a   D i s c i p l i n e</a:t>
            </a:r>
            <a:endParaRPr lang="en-US" sz="900" i="1" dirty="0">
              <a:solidFill>
                <a:srgbClr val="8B9989"/>
              </a:solidFill>
              <a:latin typeface="Source Han Serif CN" panose="02020400000000000000" pitchFamily="18" charset="-128"/>
              <a:ea typeface="Source Han Serif CN" panose="02020400000000000000" pitchFamily="18" charset="-128"/>
            </a:endParaRPr>
          </a:p>
        </p:txBody>
      </p:sp>
      <p:sp>
        <p:nvSpPr>
          <p:cNvPr id="23" name="Text 21"/>
          <p:cNvSpPr/>
          <p:nvPr/>
        </p:nvSpPr>
        <p:spPr>
          <a:xfrm>
            <a:off x="10355470" y="2578504"/>
            <a:ext cx="1188720" cy="274320"/>
          </a:xfrm>
          <a:prstGeom prst="rect">
            <a:avLst/>
          </a:prstGeom>
          <a:noFill/>
          <a:ln/>
        </p:spPr>
        <p:txBody>
          <a:bodyPr wrap="square" lIns="0" tIns="0" rIns="0" bIns="0" rtlCol="0" anchor="ctr"/>
          <a:lstStyle/>
          <a:p>
            <a:pPr marL="0" indent="0" algn="r">
              <a:buNone/>
            </a:pPr>
            <a:r>
              <a:rPr lang="en-US" sz="1100" i="1" dirty="0">
                <a:solidFill>
                  <a:srgbClr val="6B7B6A"/>
                </a:solidFill>
                <a:latin typeface="Source Han Serif CN" panose="02020400000000000000" pitchFamily="18" charset="-128"/>
                <a:ea typeface="Source Han Serif CN" panose="02020400000000000000" pitchFamily="18" charset="-128"/>
                <a:cs typeface="STSong" pitchFamily="34" charset="-120"/>
              </a:rPr>
              <a:t>p. 05–06</a:t>
            </a:r>
            <a:endParaRPr lang="en-US" sz="1100" i="1" dirty="0">
              <a:latin typeface="Source Han Serif CN" panose="02020400000000000000" pitchFamily="18" charset="-128"/>
              <a:ea typeface="Source Han Serif CN" panose="02020400000000000000" pitchFamily="18" charset="-128"/>
            </a:endParaRPr>
          </a:p>
        </p:txBody>
      </p:sp>
      <p:sp>
        <p:nvSpPr>
          <p:cNvPr id="25" name="Text 23"/>
          <p:cNvSpPr/>
          <p:nvPr/>
        </p:nvSpPr>
        <p:spPr>
          <a:xfrm>
            <a:off x="6108590" y="3250536"/>
            <a:ext cx="640080" cy="411480"/>
          </a:xfrm>
          <a:prstGeom prst="rect">
            <a:avLst/>
          </a:prstGeom>
          <a:noFill/>
          <a:ln/>
        </p:spPr>
        <p:txBody>
          <a:bodyPr wrap="square" lIns="0" tIns="0" rIns="0" bIns="0" rtlCol="0" anchor="ctr"/>
          <a:lstStyle/>
          <a:p>
            <a:pPr marL="0" indent="0">
              <a:buNone/>
            </a:pPr>
            <a:r>
              <a:rPr lang="en-US" sz="2200" b="1" dirty="0">
                <a:solidFill>
                  <a:srgbClr val="2D5A3D"/>
                </a:solidFill>
                <a:latin typeface="Source Han Serif CN SemiBold" panose="02020400000000000000" pitchFamily="18" charset="-128"/>
                <a:ea typeface="Source Han Serif CN SemiBold" panose="02020400000000000000" pitchFamily="18" charset="-128"/>
                <a:cs typeface="Playfair Display" pitchFamily="34" charset="-120"/>
              </a:rPr>
              <a:t>IV</a:t>
            </a:r>
            <a:endParaRPr lang="en-US" sz="2200" b="1" dirty="0">
              <a:latin typeface="Source Han Serif CN SemiBold" panose="02020400000000000000" pitchFamily="18" charset="-128"/>
              <a:ea typeface="Source Han Serif CN SemiBold" panose="02020400000000000000" pitchFamily="18" charset="-128"/>
            </a:endParaRPr>
          </a:p>
        </p:txBody>
      </p:sp>
      <p:sp>
        <p:nvSpPr>
          <p:cNvPr id="26" name="Text 24"/>
          <p:cNvSpPr/>
          <p:nvPr/>
        </p:nvSpPr>
        <p:spPr>
          <a:xfrm>
            <a:off x="6748670" y="3250536"/>
            <a:ext cx="3657600" cy="365760"/>
          </a:xfrm>
          <a:prstGeom prst="rect">
            <a:avLst/>
          </a:prstGeom>
          <a:noFill/>
          <a:ln/>
        </p:spPr>
        <p:txBody>
          <a:bodyPr wrap="square" lIns="0" tIns="0" rIns="0" bIns="0" rtlCol="0" anchor="ctr"/>
          <a:lstStyle/>
          <a:p>
            <a:pPr marL="0" indent="0">
              <a:buNone/>
            </a:pPr>
            <a:r>
              <a:rPr lang="en-US" sz="18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寒冬与复兴</a:t>
            </a:r>
            <a:endParaRPr lang="en-US" sz="1800" b="1" dirty="0">
              <a:latin typeface="Source Han Serif CN SemiBold" panose="02020400000000000000" pitchFamily="18" charset="-128"/>
              <a:ea typeface="Source Han Serif CN SemiBold" panose="02020400000000000000" pitchFamily="18" charset="-128"/>
            </a:endParaRPr>
          </a:p>
        </p:txBody>
      </p:sp>
      <p:sp>
        <p:nvSpPr>
          <p:cNvPr id="27" name="Text 25"/>
          <p:cNvSpPr/>
          <p:nvPr/>
        </p:nvSpPr>
        <p:spPr>
          <a:xfrm>
            <a:off x="6748670" y="3582428"/>
            <a:ext cx="3657600" cy="274320"/>
          </a:xfrm>
          <a:prstGeom prst="rect">
            <a:avLst/>
          </a:prstGeom>
          <a:noFill/>
          <a:ln/>
        </p:spPr>
        <p:txBody>
          <a:bodyPr wrap="square" lIns="0" tIns="0" rIns="0" bIns="0" rtlCol="0" anchor="ctr"/>
          <a:lstStyle/>
          <a:p>
            <a:pPr marL="0" indent="0">
              <a:buNone/>
            </a:pPr>
            <a:r>
              <a:rPr lang="en-US" sz="900" i="1" kern="0" dirty="0">
                <a:solidFill>
                  <a:srgbClr val="8B9989"/>
                </a:solidFill>
                <a:latin typeface="Source Han Serif CN" panose="02020400000000000000" pitchFamily="18" charset="-128"/>
                <a:ea typeface="Source Han Serif CN" panose="02020400000000000000" pitchFamily="18" charset="-128"/>
                <a:cs typeface="PingFang SC" pitchFamily="34" charset="-120"/>
              </a:rPr>
              <a:t>W i n t e r s   &amp;   R e n a i s s a n c e</a:t>
            </a:r>
            <a:endParaRPr lang="en-US" sz="900" i="1" dirty="0">
              <a:solidFill>
                <a:srgbClr val="8B9989"/>
              </a:solidFill>
              <a:latin typeface="Source Han Serif CN" panose="02020400000000000000" pitchFamily="18" charset="-128"/>
              <a:ea typeface="Source Han Serif CN" panose="02020400000000000000" pitchFamily="18" charset="-128"/>
            </a:endParaRPr>
          </a:p>
        </p:txBody>
      </p:sp>
      <p:sp>
        <p:nvSpPr>
          <p:cNvPr id="28" name="Text 26"/>
          <p:cNvSpPr/>
          <p:nvPr/>
        </p:nvSpPr>
        <p:spPr>
          <a:xfrm>
            <a:off x="10355470" y="3341976"/>
            <a:ext cx="1188720" cy="274320"/>
          </a:xfrm>
          <a:prstGeom prst="rect">
            <a:avLst/>
          </a:prstGeom>
          <a:noFill/>
          <a:ln/>
        </p:spPr>
        <p:txBody>
          <a:bodyPr wrap="square" lIns="0" tIns="0" rIns="0" bIns="0" rtlCol="0" anchor="ctr"/>
          <a:lstStyle/>
          <a:p>
            <a:pPr marL="0" indent="0" algn="r">
              <a:buNone/>
            </a:pPr>
            <a:r>
              <a:rPr lang="en-US" sz="1100" i="1" dirty="0">
                <a:solidFill>
                  <a:srgbClr val="6B7B6A"/>
                </a:solidFill>
                <a:latin typeface="Source Han Serif CN" panose="02020400000000000000" pitchFamily="18" charset="-128"/>
                <a:ea typeface="Source Han Serif CN" panose="02020400000000000000" pitchFamily="18" charset="-128"/>
                <a:cs typeface="STSong" pitchFamily="34" charset="-120"/>
              </a:rPr>
              <a:t>p. 07–08</a:t>
            </a:r>
            <a:endParaRPr lang="en-US" sz="1100" i="1" dirty="0">
              <a:latin typeface="Source Han Serif CN" panose="02020400000000000000" pitchFamily="18" charset="-128"/>
              <a:ea typeface="Source Han Serif CN" panose="02020400000000000000" pitchFamily="18" charset="-128"/>
            </a:endParaRPr>
          </a:p>
        </p:txBody>
      </p:sp>
      <p:sp>
        <p:nvSpPr>
          <p:cNvPr id="30" name="Text 28"/>
          <p:cNvSpPr/>
          <p:nvPr/>
        </p:nvSpPr>
        <p:spPr>
          <a:xfrm>
            <a:off x="6108590" y="4014008"/>
            <a:ext cx="640080" cy="411480"/>
          </a:xfrm>
          <a:prstGeom prst="rect">
            <a:avLst/>
          </a:prstGeom>
          <a:noFill/>
          <a:ln/>
        </p:spPr>
        <p:txBody>
          <a:bodyPr wrap="square" lIns="0" tIns="0" rIns="0" bIns="0" rtlCol="0" anchor="ctr"/>
          <a:lstStyle/>
          <a:p>
            <a:pPr marL="0" indent="0">
              <a:buNone/>
            </a:pPr>
            <a:r>
              <a:rPr lang="en-US" sz="2200" b="1" dirty="0">
                <a:solidFill>
                  <a:srgbClr val="2D5A3D"/>
                </a:solidFill>
                <a:latin typeface="Source Han Serif CN SemiBold" panose="02020400000000000000" pitchFamily="18" charset="-128"/>
                <a:ea typeface="Source Han Serif CN SemiBold" panose="02020400000000000000" pitchFamily="18" charset="-128"/>
                <a:cs typeface="Playfair Display" pitchFamily="34" charset="-120"/>
              </a:rPr>
              <a:t>V</a:t>
            </a:r>
            <a:endParaRPr lang="en-US" sz="2200" b="1" dirty="0">
              <a:latin typeface="Source Han Serif CN SemiBold" panose="02020400000000000000" pitchFamily="18" charset="-128"/>
              <a:ea typeface="Source Han Serif CN SemiBold" panose="02020400000000000000" pitchFamily="18" charset="-128"/>
            </a:endParaRPr>
          </a:p>
        </p:txBody>
      </p:sp>
      <p:sp>
        <p:nvSpPr>
          <p:cNvPr id="31" name="Text 29"/>
          <p:cNvSpPr/>
          <p:nvPr/>
        </p:nvSpPr>
        <p:spPr>
          <a:xfrm>
            <a:off x="6748670" y="4014008"/>
            <a:ext cx="3657600" cy="365760"/>
          </a:xfrm>
          <a:prstGeom prst="rect">
            <a:avLst/>
          </a:prstGeom>
          <a:noFill/>
          <a:ln/>
        </p:spPr>
        <p:txBody>
          <a:bodyPr wrap="square" lIns="0" tIns="0" rIns="0" bIns="0" rtlCol="0" anchor="ctr"/>
          <a:lstStyle/>
          <a:p>
            <a:pPr marL="0" indent="0">
              <a:buNone/>
            </a:pPr>
            <a:r>
              <a:rPr lang="en-US" sz="18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深度觉醒</a:t>
            </a:r>
            <a:endParaRPr lang="en-US" sz="1800" b="1" dirty="0">
              <a:latin typeface="Source Han Serif CN SemiBold" panose="02020400000000000000" pitchFamily="18" charset="-128"/>
              <a:ea typeface="Source Han Serif CN SemiBold" panose="02020400000000000000" pitchFamily="18" charset="-128"/>
            </a:endParaRPr>
          </a:p>
        </p:txBody>
      </p:sp>
      <p:sp>
        <p:nvSpPr>
          <p:cNvPr id="32" name="Text 30"/>
          <p:cNvSpPr/>
          <p:nvPr/>
        </p:nvSpPr>
        <p:spPr>
          <a:xfrm>
            <a:off x="6748670" y="4345900"/>
            <a:ext cx="3657600" cy="274320"/>
          </a:xfrm>
          <a:prstGeom prst="rect">
            <a:avLst/>
          </a:prstGeom>
          <a:noFill/>
          <a:ln/>
        </p:spPr>
        <p:txBody>
          <a:bodyPr wrap="square" lIns="0" tIns="0" rIns="0" bIns="0" rtlCol="0" anchor="ctr"/>
          <a:lstStyle/>
          <a:p>
            <a:pPr marL="0" indent="0">
              <a:buNone/>
            </a:pPr>
            <a:r>
              <a:rPr lang="en-US" sz="900" i="1" kern="0" dirty="0">
                <a:solidFill>
                  <a:srgbClr val="8B9989"/>
                </a:solidFill>
                <a:latin typeface="Source Han Serif CN" panose="02020400000000000000" pitchFamily="18" charset="-128"/>
                <a:ea typeface="Source Han Serif CN" panose="02020400000000000000" pitchFamily="18" charset="-128"/>
                <a:cs typeface="PingFang SC" pitchFamily="34" charset="-120"/>
              </a:rPr>
              <a:t>T h e   D e e p   A w a k e n i n g</a:t>
            </a:r>
            <a:endParaRPr lang="en-US" sz="900" i="1" dirty="0">
              <a:solidFill>
                <a:srgbClr val="8B9989"/>
              </a:solidFill>
              <a:latin typeface="Source Han Serif CN" panose="02020400000000000000" pitchFamily="18" charset="-128"/>
              <a:ea typeface="Source Han Serif CN" panose="02020400000000000000" pitchFamily="18" charset="-128"/>
            </a:endParaRPr>
          </a:p>
        </p:txBody>
      </p:sp>
      <p:sp>
        <p:nvSpPr>
          <p:cNvPr id="33" name="Text 31"/>
          <p:cNvSpPr/>
          <p:nvPr/>
        </p:nvSpPr>
        <p:spPr>
          <a:xfrm>
            <a:off x="10355470" y="4105448"/>
            <a:ext cx="1188720" cy="274320"/>
          </a:xfrm>
          <a:prstGeom prst="rect">
            <a:avLst/>
          </a:prstGeom>
          <a:noFill/>
          <a:ln/>
        </p:spPr>
        <p:txBody>
          <a:bodyPr wrap="square" lIns="0" tIns="0" rIns="0" bIns="0" rtlCol="0" anchor="ctr"/>
          <a:lstStyle/>
          <a:p>
            <a:pPr marL="0" indent="0" algn="r">
              <a:buNone/>
            </a:pPr>
            <a:r>
              <a:rPr lang="en-US" sz="1100" i="1" dirty="0">
                <a:solidFill>
                  <a:srgbClr val="6B7B6A"/>
                </a:solidFill>
                <a:latin typeface="Source Han Serif CN" panose="02020400000000000000" pitchFamily="18" charset="-128"/>
                <a:ea typeface="Source Han Serif CN" panose="02020400000000000000" pitchFamily="18" charset="-128"/>
                <a:cs typeface="STSong" pitchFamily="34" charset="-120"/>
              </a:rPr>
              <a:t>p. 09–11</a:t>
            </a:r>
            <a:endParaRPr lang="en-US" sz="1100" i="1" dirty="0">
              <a:latin typeface="Source Han Serif CN" panose="02020400000000000000" pitchFamily="18" charset="-128"/>
              <a:ea typeface="Source Han Serif CN" panose="02020400000000000000" pitchFamily="18" charset="-128"/>
            </a:endParaRPr>
          </a:p>
        </p:txBody>
      </p:sp>
      <p:sp>
        <p:nvSpPr>
          <p:cNvPr id="35" name="Text 33"/>
          <p:cNvSpPr/>
          <p:nvPr/>
        </p:nvSpPr>
        <p:spPr>
          <a:xfrm>
            <a:off x="6108590" y="4777480"/>
            <a:ext cx="640080" cy="411480"/>
          </a:xfrm>
          <a:prstGeom prst="rect">
            <a:avLst/>
          </a:prstGeom>
          <a:noFill/>
          <a:ln/>
        </p:spPr>
        <p:txBody>
          <a:bodyPr wrap="square" lIns="0" tIns="0" rIns="0" bIns="0" rtlCol="0" anchor="ctr"/>
          <a:lstStyle/>
          <a:p>
            <a:pPr marL="0" indent="0">
              <a:buNone/>
            </a:pPr>
            <a:r>
              <a:rPr lang="en-US" sz="2200" b="1" dirty="0">
                <a:solidFill>
                  <a:srgbClr val="2D5A3D"/>
                </a:solidFill>
                <a:latin typeface="Source Han Serif CN SemiBold" panose="02020400000000000000" pitchFamily="18" charset="-128"/>
                <a:ea typeface="Source Han Serif CN SemiBold" panose="02020400000000000000" pitchFamily="18" charset="-128"/>
                <a:cs typeface="Playfair Display" pitchFamily="34" charset="-120"/>
              </a:rPr>
              <a:t>VI</a:t>
            </a:r>
            <a:endParaRPr lang="en-US" sz="2200" b="1" dirty="0">
              <a:latin typeface="Source Han Serif CN SemiBold" panose="02020400000000000000" pitchFamily="18" charset="-128"/>
              <a:ea typeface="Source Han Serif CN SemiBold" panose="02020400000000000000" pitchFamily="18" charset="-128"/>
            </a:endParaRPr>
          </a:p>
        </p:txBody>
      </p:sp>
      <p:sp>
        <p:nvSpPr>
          <p:cNvPr id="36" name="Text 34"/>
          <p:cNvSpPr/>
          <p:nvPr/>
        </p:nvSpPr>
        <p:spPr>
          <a:xfrm>
            <a:off x="6748670" y="4777480"/>
            <a:ext cx="3657600" cy="365760"/>
          </a:xfrm>
          <a:prstGeom prst="rect">
            <a:avLst/>
          </a:prstGeom>
          <a:noFill/>
          <a:ln/>
        </p:spPr>
        <p:txBody>
          <a:bodyPr wrap="square" lIns="0" tIns="0" rIns="0" bIns="0" rtlCol="0" anchor="ctr"/>
          <a:lstStyle/>
          <a:p>
            <a:pPr marL="0" indent="0">
              <a:buNone/>
            </a:pPr>
            <a:r>
              <a:rPr lang="en-US" sz="18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生成纪元</a:t>
            </a:r>
            <a:endParaRPr lang="en-US" sz="1800" b="1" dirty="0">
              <a:latin typeface="Source Han Serif CN SemiBold" panose="02020400000000000000" pitchFamily="18" charset="-128"/>
              <a:ea typeface="Source Han Serif CN SemiBold" panose="02020400000000000000" pitchFamily="18" charset="-128"/>
            </a:endParaRPr>
          </a:p>
        </p:txBody>
      </p:sp>
      <p:sp>
        <p:nvSpPr>
          <p:cNvPr id="37" name="Text 35"/>
          <p:cNvSpPr/>
          <p:nvPr/>
        </p:nvSpPr>
        <p:spPr>
          <a:xfrm>
            <a:off x="6748670" y="5109372"/>
            <a:ext cx="3657600" cy="274320"/>
          </a:xfrm>
          <a:prstGeom prst="rect">
            <a:avLst/>
          </a:prstGeom>
          <a:noFill/>
          <a:ln/>
        </p:spPr>
        <p:txBody>
          <a:bodyPr wrap="square" lIns="0" tIns="0" rIns="0" bIns="0" rtlCol="0" anchor="ctr"/>
          <a:lstStyle/>
          <a:p>
            <a:pPr marL="0" indent="0">
              <a:buNone/>
            </a:pPr>
            <a:r>
              <a:rPr lang="en-US" sz="900" i="1" kern="0" dirty="0">
                <a:solidFill>
                  <a:srgbClr val="8B9989"/>
                </a:solidFill>
                <a:latin typeface="Source Han Serif CN" panose="02020400000000000000" pitchFamily="18" charset="-128"/>
                <a:ea typeface="Source Han Serif CN" panose="02020400000000000000" pitchFamily="18" charset="-128"/>
                <a:cs typeface="PingFang SC" pitchFamily="34" charset="-120"/>
              </a:rPr>
              <a:t>T h e   G e n e r a t i v e   E r a</a:t>
            </a:r>
            <a:endParaRPr lang="en-US" sz="900" i="1" dirty="0">
              <a:solidFill>
                <a:srgbClr val="8B9989"/>
              </a:solidFill>
              <a:latin typeface="Source Han Serif CN" panose="02020400000000000000" pitchFamily="18" charset="-128"/>
              <a:ea typeface="Source Han Serif CN" panose="02020400000000000000" pitchFamily="18" charset="-128"/>
            </a:endParaRPr>
          </a:p>
        </p:txBody>
      </p:sp>
      <p:sp>
        <p:nvSpPr>
          <p:cNvPr id="38" name="Text 36"/>
          <p:cNvSpPr/>
          <p:nvPr/>
        </p:nvSpPr>
        <p:spPr>
          <a:xfrm>
            <a:off x="10355470" y="4868920"/>
            <a:ext cx="1188720" cy="274320"/>
          </a:xfrm>
          <a:prstGeom prst="rect">
            <a:avLst/>
          </a:prstGeom>
          <a:noFill/>
          <a:ln/>
        </p:spPr>
        <p:txBody>
          <a:bodyPr wrap="square" lIns="0" tIns="0" rIns="0" bIns="0" rtlCol="0" anchor="ctr"/>
          <a:lstStyle/>
          <a:p>
            <a:pPr marL="0" indent="0" algn="r">
              <a:buNone/>
            </a:pPr>
            <a:r>
              <a:rPr lang="en-US" sz="1100" i="1" dirty="0">
                <a:solidFill>
                  <a:srgbClr val="6B7B6A"/>
                </a:solidFill>
                <a:latin typeface="Source Han Serif CN" panose="02020400000000000000" pitchFamily="18" charset="-128"/>
                <a:ea typeface="Source Han Serif CN" panose="02020400000000000000" pitchFamily="18" charset="-128"/>
                <a:cs typeface="STSong" pitchFamily="34" charset="-120"/>
              </a:rPr>
              <a:t>p. 12–13</a:t>
            </a:r>
            <a:endParaRPr lang="en-US" sz="1100" i="1" dirty="0">
              <a:latin typeface="Source Han Serif CN" panose="02020400000000000000" pitchFamily="18" charset="-128"/>
              <a:ea typeface="Source Han Serif CN" panose="02020400000000000000" pitchFamily="18" charset="-128"/>
            </a:endParaRPr>
          </a:p>
        </p:txBody>
      </p:sp>
      <p:sp>
        <p:nvSpPr>
          <p:cNvPr id="40" name="Text 38"/>
          <p:cNvSpPr/>
          <p:nvPr/>
        </p:nvSpPr>
        <p:spPr>
          <a:xfrm>
            <a:off x="6108590" y="5540952"/>
            <a:ext cx="640080" cy="411480"/>
          </a:xfrm>
          <a:prstGeom prst="rect">
            <a:avLst/>
          </a:prstGeom>
          <a:noFill/>
          <a:ln/>
        </p:spPr>
        <p:txBody>
          <a:bodyPr wrap="square" lIns="0" tIns="0" rIns="0" bIns="0" rtlCol="0" anchor="ctr"/>
          <a:lstStyle/>
          <a:p>
            <a:pPr marL="0" indent="0">
              <a:buNone/>
            </a:pPr>
            <a:r>
              <a:rPr lang="en-US" sz="2200" b="1" dirty="0">
                <a:solidFill>
                  <a:srgbClr val="2D5A3D"/>
                </a:solidFill>
                <a:latin typeface="Source Han Serif CN SemiBold" panose="02020400000000000000" pitchFamily="18" charset="-128"/>
                <a:ea typeface="Source Han Serif CN SemiBold" panose="02020400000000000000" pitchFamily="18" charset="-128"/>
                <a:cs typeface="Playfair Display" pitchFamily="34" charset="-120"/>
              </a:rPr>
              <a:t>VII</a:t>
            </a:r>
            <a:endParaRPr lang="en-US" sz="2200" b="1" dirty="0">
              <a:latin typeface="Source Han Serif CN SemiBold" panose="02020400000000000000" pitchFamily="18" charset="-128"/>
              <a:ea typeface="Source Han Serif CN SemiBold" panose="02020400000000000000" pitchFamily="18" charset="-128"/>
            </a:endParaRPr>
          </a:p>
        </p:txBody>
      </p:sp>
      <p:sp>
        <p:nvSpPr>
          <p:cNvPr id="41" name="Text 39"/>
          <p:cNvSpPr/>
          <p:nvPr/>
        </p:nvSpPr>
        <p:spPr>
          <a:xfrm>
            <a:off x="6748670" y="5540952"/>
            <a:ext cx="3657600" cy="365760"/>
          </a:xfrm>
          <a:prstGeom prst="rect">
            <a:avLst/>
          </a:prstGeom>
          <a:noFill/>
          <a:ln/>
        </p:spPr>
        <p:txBody>
          <a:bodyPr wrap="square" lIns="0" tIns="0" rIns="0" bIns="0" rtlCol="0" anchor="ctr"/>
          <a:lstStyle/>
          <a:p>
            <a:pPr marL="0" indent="0">
              <a:buNone/>
            </a:pPr>
            <a:r>
              <a:rPr lang="en-US" sz="18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回响与未来</a:t>
            </a:r>
            <a:endParaRPr lang="en-US" sz="1800" b="1" dirty="0">
              <a:latin typeface="Source Han Serif CN SemiBold" panose="02020400000000000000" pitchFamily="18" charset="-128"/>
              <a:ea typeface="Source Han Serif CN SemiBold" panose="02020400000000000000" pitchFamily="18" charset="-128"/>
            </a:endParaRPr>
          </a:p>
        </p:txBody>
      </p:sp>
      <p:sp>
        <p:nvSpPr>
          <p:cNvPr id="42" name="Text 40"/>
          <p:cNvSpPr/>
          <p:nvPr/>
        </p:nvSpPr>
        <p:spPr>
          <a:xfrm>
            <a:off x="6748670" y="5872844"/>
            <a:ext cx="3657600" cy="274320"/>
          </a:xfrm>
          <a:prstGeom prst="rect">
            <a:avLst/>
          </a:prstGeom>
          <a:noFill/>
          <a:ln/>
        </p:spPr>
        <p:txBody>
          <a:bodyPr wrap="square" lIns="0" tIns="0" rIns="0" bIns="0" rtlCol="0" anchor="ctr"/>
          <a:lstStyle/>
          <a:p>
            <a:pPr marL="0" indent="0">
              <a:buNone/>
            </a:pPr>
            <a:r>
              <a:rPr lang="en-US" sz="900" i="1" kern="0" dirty="0">
                <a:solidFill>
                  <a:srgbClr val="8B9989"/>
                </a:solidFill>
                <a:latin typeface="Source Han Serif CN" panose="02020400000000000000" pitchFamily="18" charset="-128"/>
                <a:ea typeface="Source Han Serif CN" panose="02020400000000000000" pitchFamily="18" charset="-128"/>
                <a:cs typeface="PingFang SC" pitchFamily="34" charset="-120"/>
              </a:rPr>
              <a:t>R e f l e c t i o n s</a:t>
            </a:r>
            <a:endParaRPr lang="en-US" sz="900" i="1" dirty="0">
              <a:solidFill>
                <a:srgbClr val="8B9989"/>
              </a:solidFill>
              <a:latin typeface="Source Han Serif CN" panose="02020400000000000000" pitchFamily="18" charset="-128"/>
              <a:ea typeface="Source Han Serif CN" panose="02020400000000000000" pitchFamily="18" charset="-128"/>
            </a:endParaRPr>
          </a:p>
        </p:txBody>
      </p:sp>
      <p:sp>
        <p:nvSpPr>
          <p:cNvPr id="43" name="Text 41"/>
          <p:cNvSpPr/>
          <p:nvPr/>
        </p:nvSpPr>
        <p:spPr>
          <a:xfrm>
            <a:off x="10355470" y="5632392"/>
            <a:ext cx="1188720" cy="274320"/>
          </a:xfrm>
          <a:prstGeom prst="rect">
            <a:avLst/>
          </a:prstGeom>
          <a:noFill/>
          <a:ln/>
        </p:spPr>
        <p:txBody>
          <a:bodyPr wrap="square" lIns="0" tIns="0" rIns="0" bIns="0" rtlCol="0" anchor="ctr"/>
          <a:lstStyle/>
          <a:p>
            <a:pPr marL="0" indent="0" algn="r">
              <a:buNone/>
            </a:pPr>
            <a:r>
              <a:rPr lang="en-US" sz="1100" i="1" dirty="0">
                <a:solidFill>
                  <a:srgbClr val="6B7B6A"/>
                </a:solidFill>
                <a:latin typeface="Source Han Serif CN" panose="02020400000000000000" pitchFamily="18" charset="-128"/>
                <a:ea typeface="Source Han Serif CN" panose="02020400000000000000" pitchFamily="18" charset="-128"/>
                <a:cs typeface="STSong" pitchFamily="34" charset="-120"/>
              </a:rPr>
              <a:t>p. 14–15</a:t>
            </a:r>
            <a:endParaRPr lang="en-US" sz="1100" i="1" dirty="0">
              <a:latin typeface="Source Han Serif CN" panose="02020400000000000000" pitchFamily="18" charset="-128"/>
              <a:ea typeface="Source Han Serif CN" panose="02020400000000000000" pitchFamily="18" charset="-128"/>
            </a:endParaRPr>
          </a:p>
        </p:txBody>
      </p:sp>
      <p:sp>
        <p:nvSpPr>
          <p:cNvPr id="45" name="Shape 43"/>
          <p:cNvSpPr/>
          <p:nvPr/>
        </p:nvSpPr>
        <p:spPr>
          <a:xfrm>
            <a:off x="548640" y="6446520"/>
            <a:ext cx="11064240" cy="0"/>
          </a:xfrm>
          <a:prstGeom prst="line">
            <a:avLst/>
          </a:prstGeom>
          <a:noFill/>
          <a:ln w="6350">
            <a:solidFill>
              <a:srgbClr val="1C1C1C"/>
            </a:solidFill>
            <a:prstDash val="solid"/>
          </a:ln>
        </p:spPr>
        <p:txBody>
          <a:bodyPr/>
          <a:lstStyle/>
          <a:p>
            <a:endParaRPr lang="zh-CN" altLang="en-US"/>
          </a:p>
        </p:txBody>
      </p:sp>
      <p:sp>
        <p:nvSpPr>
          <p:cNvPr id="46" name="Text 44"/>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a:solidFill>
                  <a:srgbClr val="6B7B6A"/>
                </a:solidFill>
                <a:latin typeface="MiSans Light" pitchFamily="2" charset="-122"/>
                <a:ea typeface="MiSans Light" pitchFamily="2" charset="-122"/>
                <a:cs typeface="PingFang SC" pitchFamily="34" charset="-120"/>
              </a:rPr>
              <a:t>机 器 之 心  ·  第 一 卷</a:t>
            </a:r>
            <a:endParaRPr lang="en-US" sz="800" dirty="0">
              <a:latin typeface="MiSans Light" pitchFamily="2" charset="-122"/>
              <a:ea typeface="MiSans Light" pitchFamily="2" charset="-122"/>
            </a:endParaRPr>
          </a:p>
        </p:txBody>
      </p:sp>
      <p:sp>
        <p:nvSpPr>
          <p:cNvPr id="47" name="Text 45"/>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6B7B6A"/>
                </a:solidFill>
                <a:latin typeface="MiSans Light" pitchFamily="2" charset="-122"/>
                <a:ea typeface="MiSans Light" pitchFamily="2" charset="-122"/>
                <a:cs typeface="PingFang SC" pitchFamily="34" charset="-120"/>
              </a:rPr>
              <a:t>目 录  /  002</a:t>
            </a:r>
            <a:endParaRPr lang="en-US" sz="800" dirty="0">
              <a:latin typeface="MiSans Light" pitchFamily="2" charset="-122"/>
              <a:ea typeface="MiSans Light" pitchFamily="2" charset="-122"/>
            </a:endParaRPr>
          </a:p>
        </p:txBody>
      </p:sp>
      <p:sp>
        <p:nvSpPr>
          <p:cNvPr id="48" name="Shape 0">
            <a:extLst>
              <a:ext uri="{FF2B5EF4-FFF2-40B4-BE49-F238E27FC236}">
                <a16:creationId xmlns:a16="http://schemas.microsoft.com/office/drawing/2014/main" id="{A005C7F2-5F0B-6C51-7D13-66C2F75BE0D5}"/>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49" name="Text 1">
            <a:extLst>
              <a:ext uri="{FF2B5EF4-FFF2-40B4-BE49-F238E27FC236}">
                <a16:creationId xmlns:a16="http://schemas.microsoft.com/office/drawing/2014/main" id="{CC76D486-86E3-D8D0-86CF-0C51C3EB07FF}"/>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50" name="Text 2">
            <a:extLst>
              <a:ext uri="{FF2B5EF4-FFF2-40B4-BE49-F238E27FC236}">
                <a16:creationId xmlns:a16="http://schemas.microsoft.com/office/drawing/2014/main" id="{CF28DA7A-BAB5-58AE-95B1-518F6B3C2648}"/>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52" name="Text 2">
            <a:extLst>
              <a:ext uri="{FF2B5EF4-FFF2-40B4-BE49-F238E27FC236}">
                <a16:creationId xmlns:a16="http://schemas.microsoft.com/office/drawing/2014/main" id="{BDC44497-C731-D656-1A82-A693E606777D}"/>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目录 </a:t>
            </a:r>
            <a:r>
              <a:rPr lang="en-US" sz="1000" kern="0" spc="400" dirty="0">
                <a:solidFill>
                  <a:srgbClr val="1C1C1C"/>
                </a:solidFill>
                <a:latin typeface="MiSans" pitchFamily="2" charset="-122"/>
                <a:ea typeface="MiSans" pitchFamily="2" charset="-122"/>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EDE4"/>
        </a:solidFill>
        <a:effectLst/>
      </p:bgPr>
    </p:bg>
    <p:spTree>
      <p:nvGrpSpPr>
        <p:cNvPr id="1" name=""/>
        <p:cNvGrpSpPr/>
        <p:nvPr/>
      </p:nvGrpSpPr>
      <p:grpSpPr>
        <a:xfrm>
          <a:off x="0" y="0"/>
          <a:ext cx="0" cy="0"/>
          <a:chOff x="0" y="0"/>
          <a:chExt cx="0" cy="0"/>
        </a:xfrm>
      </p:grpSpPr>
      <p:sp>
        <p:nvSpPr>
          <p:cNvPr id="6" name="Text 4"/>
          <p:cNvSpPr/>
          <p:nvPr/>
        </p:nvSpPr>
        <p:spPr>
          <a:xfrm>
            <a:off x="548640" y="640080"/>
            <a:ext cx="755227" cy="914400"/>
          </a:xfrm>
          <a:prstGeom prst="rect">
            <a:avLst/>
          </a:prstGeom>
          <a:noFill/>
          <a:ln/>
        </p:spPr>
        <p:txBody>
          <a:bodyPr wrap="square" lIns="0" tIns="0" rIns="0" bIns="0" rtlCol="0" anchor="ctr"/>
          <a:lstStyle/>
          <a:p>
            <a:pPr marL="0" indent="0">
              <a:buNone/>
            </a:pPr>
            <a:r>
              <a:rPr lang="en-US" sz="5400" b="1" dirty="0">
                <a:solidFill>
                  <a:srgbClr val="2D5A3D"/>
                </a:solidFill>
                <a:latin typeface="Source Han Serif CN" panose="02020400000000000000" pitchFamily="18" charset="-128"/>
                <a:ea typeface="Source Han Serif CN" panose="02020400000000000000" pitchFamily="18" charset="-128"/>
                <a:cs typeface="Playfair Display" pitchFamily="34" charset="-120"/>
              </a:rPr>
              <a:t>I.</a:t>
            </a:r>
            <a:endParaRPr lang="en-US" sz="5400" b="1" dirty="0">
              <a:latin typeface="Source Han Serif CN" panose="02020400000000000000" pitchFamily="18" charset="-128"/>
              <a:ea typeface="Source Han Serif CN" panose="02020400000000000000" pitchFamily="18" charset="-128"/>
            </a:endParaRPr>
          </a:p>
        </p:txBody>
      </p:sp>
      <p:sp>
        <p:nvSpPr>
          <p:cNvPr id="7" name="Text 5"/>
          <p:cNvSpPr/>
          <p:nvPr/>
        </p:nvSpPr>
        <p:spPr>
          <a:xfrm>
            <a:off x="1195756" y="967163"/>
            <a:ext cx="6119442" cy="548640"/>
          </a:xfrm>
          <a:prstGeom prst="rect">
            <a:avLst/>
          </a:prstGeom>
          <a:noFill/>
          <a:ln/>
        </p:spPr>
        <p:txBody>
          <a:bodyPr wrap="square" lIns="0" tIns="0" rIns="0" bIns="0" rtlCol="0" anchor="ctr"/>
          <a:lstStyle/>
          <a:p>
            <a:pPr marL="0" indent="0">
              <a:buNone/>
            </a:pPr>
            <a:r>
              <a:rPr lang="en-US" sz="2400" b="1" kern="0" spc="400" dirty="0" err="1">
                <a:solidFill>
                  <a:srgbClr val="6B7B6A"/>
                </a:solidFill>
                <a:latin typeface="Source Han Serif CN SemiBold" panose="02020400000000000000" pitchFamily="18" charset="-128"/>
                <a:ea typeface="Source Han Serif CN SemiBold" panose="02020400000000000000" pitchFamily="18" charset="-128"/>
                <a:cs typeface="PingFang SC" pitchFamily="34" charset="-120"/>
              </a:rPr>
              <a:t>神话与起源</a:t>
            </a:r>
            <a:endParaRPr lang="en-US" sz="2400" b="1" dirty="0">
              <a:latin typeface="Source Han Serif CN SemiBold" panose="02020400000000000000" pitchFamily="18" charset="-128"/>
              <a:ea typeface="Source Han Serif CN SemiBold" panose="02020400000000000000" pitchFamily="18" charset="-128"/>
            </a:endParaRPr>
          </a:p>
        </p:txBody>
      </p:sp>
      <p:sp>
        <p:nvSpPr>
          <p:cNvPr id="9" name="Shape 6"/>
          <p:cNvSpPr/>
          <p:nvPr/>
        </p:nvSpPr>
        <p:spPr>
          <a:xfrm>
            <a:off x="548640" y="1737360"/>
            <a:ext cx="6766560" cy="4389120"/>
          </a:xfrm>
          <a:prstGeom prst="rect">
            <a:avLst/>
          </a:prstGeom>
          <a:ln w="6350">
            <a:solidFill>
              <a:srgbClr val="1C1C1C"/>
            </a:solidFill>
            <a:prstDash val="solid"/>
          </a:ln>
        </p:spPr>
        <p:txBody>
          <a:bodyPr/>
          <a:lstStyle/>
          <a:p>
            <a:endParaRPr lang="zh-CN" altLang="en-US"/>
          </a:p>
        </p:txBody>
      </p:sp>
      <p:sp>
        <p:nvSpPr>
          <p:cNvPr id="12" name="Shape 9"/>
          <p:cNvSpPr/>
          <p:nvPr/>
        </p:nvSpPr>
        <p:spPr>
          <a:xfrm>
            <a:off x="7680960" y="1737360"/>
            <a:ext cx="3931920" cy="0"/>
          </a:xfrm>
          <a:prstGeom prst="line">
            <a:avLst/>
          </a:prstGeom>
          <a:noFill/>
          <a:ln w="6350">
            <a:solidFill>
              <a:srgbClr val="1C1C1C"/>
            </a:solidFill>
            <a:prstDash val="solid"/>
          </a:ln>
        </p:spPr>
        <p:txBody>
          <a:bodyPr/>
          <a:lstStyle/>
          <a:p>
            <a:endParaRPr lang="zh-CN" altLang="en-US"/>
          </a:p>
        </p:txBody>
      </p:sp>
      <p:sp>
        <p:nvSpPr>
          <p:cNvPr id="13" name="Text 10"/>
          <p:cNvSpPr/>
          <p:nvPr/>
        </p:nvSpPr>
        <p:spPr>
          <a:xfrm>
            <a:off x="7680960" y="1783080"/>
            <a:ext cx="3931920" cy="228600"/>
          </a:xfrm>
          <a:prstGeom prst="rect">
            <a:avLst/>
          </a:prstGeom>
          <a:noFill/>
          <a:ln/>
        </p:spPr>
        <p:txBody>
          <a:bodyPr wrap="square" lIns="0" tIns="0" rIns="0" bIns="0" rtlCol="0" anchor="ctr"/>
          <a:lstStyle/>
          <a:p>
            <a:pPr marL="0" indent="0">
              <a:buNone/>
            </a:pPr>
            <a:r>
              <a:rPr lang="en-US" sz="900" kern="0" spc="600" dirty="0">
                <a:solidFill>
                  <a:srgbClr val="2D5A3D"/>
                </a:solidFill>
                <a:latin typeface="MiSans Demibold" pitchFamily="2" charset="-122"/>
                <a:ea typeface="MiSans Demibold" pitchFamily="2" charset="-122"/>
                <a:cs typeface="PingFang SC" pitchFamily="34" charset="-120"/>
              </a:rPr>
              <a:t>第 一 章</a:t>
            </a:r>
            <a:endParaRPr lang="en-US" sz="900" dirty="0">
              <a:latin typeface="MiSans Demibold" pitchFamily="2" charset="-122"/>
              <a:ea typeface="MiSans Demibold" pitchFamily="2" charset="-122"/>
            </a:endParaRPr>
          </a:p>
        </p:txBody>
      </p:sp>
      <p:sp>
        <p:nvSpPr>
          <p:cNvPr id="14" name="Text 11"/>
          <p:cNvSpPr/>
          <p:nvPr/>
        </p:nvSpPr>
        <p:spPr>
          <a:xfrm>
            <a:off x="7680960" y="2103121"/>
            <a:ext cx="3931920" cy="992833"/>
          </a:xfrm>
          <a:prstGeom prst="rect">
            <a:avLst/>
          </a:prstGeom>
          <a:noFill/>
          <a:ln/>
        </p:spPr>
        <p:txBody>
          <a:bodyPr wrap="square" lIns="0" tIns="0" rIns="0" bIns="0" rtlCol="0" anchor="ctr"/>
          <a:lstStyle/>
          <a:p>
            <a:pPr marL="0" indent="0">
              <a:buNone/>
            </a:pPr>
            <a:r>
              <a:rPr lang="en-US" sz="22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当 梦 境，</a:t>
            </a:r>
            <a:endParaRPr lang="en-US" sz="2200" b="1" dirty="0">
              <a:latin typeface="Source Han Serif CN SemiBold" panose="02020400000000000000" pitchFamily="18" charset="-128"/>
              <a:ea typeface="Source Han Serif CN SemiBold" panose="02020400000000000000" pitchFamily="18" charset="-128"/>
            </a:endParaRPr>
          </a:p>
          <a:p>
            <a:pPr marL="0" indent="0">
              <a:buNone/>
            </a:pPr>
            <a:r>
              <a:rPr lang="en-US" sz="22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第 一 次 学 会 思 考。</a:t>
            </a:r>
            <a:endParaRPr lang="en-US" sz="2200" b="1" dirty="0">
              <a:latin typeface="Source Han Serif CN SemiBold" panose="02020400000000000000" pitchFamily="18" charset="-128"/>
              <a:ea typeface="Source Han Serif CN SemiBold" panose="02020400000000000000" pitchFamily="18" charset="-128"/>
            </a:endParaRPr>
          </a:p>
        </p:txBody>
      </p:sp>
      <p:sp>
        <p:nvSpPr>
          <p:cNvPr id="15" name="Text 12"/>
          <p:cNvSpPr/>
          <p:nvPr/>
        </p:nvSpPr>
        <p:spPr>
          <a:xfrm>
            <a:off x="7680960" y="3465102"/>
            <a:ext cx="936266" cy="914400"/>
          </a:xfrm>
          <a:prstGeom prst="rect">
            <a:avLst/>
          </a:prstGeom>
          <a:noFill/>
          <a:ln/>
        </p:spPr>
        <p:txBody>
          <a:bodyPr wrap="square" lIns="0" tIns="0" rIns="0" bIns="0" rtlCol="0" anchor="ctr"/>
          <a:lstStyle/>
          <a:p>
            <a:pPr marL="0" indent="0">
              <a:buNone/>
            </a:pPr>
            <a:r>
              <a:rPr lang="en-US" sz="6000" b="1" dirty="0">
                <a:solidFill>
                  <a:srgbClr val="2D5A3D"/>
                </a:solidFill>
                <a:latin typeface="Source Han Serif CN SemiBold" panose="02020400000000000000" pitchFamily="18" charset="-128"/>
                <a:ea typeface="Source Han Serif CN SemiBold" panose="02020400000000000000" pitchFamily="18" charset="-128"/>
                <a:cs typeface="Songti SC" pitchFamily="34" charset="-120"/>
              </a:rPr>
              <a:t>远</a:t>
            </a:r>
            <a:endParaRPr lang="en-US" sz="6000" b="1" dirty="0">
              <a:latin typeface="Source Han Serif CN SemiBold" panose="02020400000000000000" pitchFamily="18" charset="-128"/>
              <a:ea typeface="Source Han Serif CN SemiBold" panose="02020400000000000000" pitchFamily="18" charset="-128"/>
            </a:endParaRPr>
          </a:p>
        </p:txBody>
      </p:sp>
      <p:sp>
        <p:nvSpPr>
          <p:cNvPr id="16" name="Text 13"/>
          <p:cNvSpPr/>
          <p:nvPr/>
        </p:nvSpPr>
        <p:spPr>
          <a:xfrm>
            <a:off x="8617227" y="3512242"/>
            <a:ext cx="2069530" cy="793635"/>
          </a:xfrm>
          <a:prstGeom prst="rect">
            <a:avLst/>
          </a:prstGeom>
          <a:noFill/>
          <a:ln/>
        </p:spPr>
        <p:txBody>
          <a:bodyPr wrap="square" lIns="0" tIns="0" rIns="0" bIns="0" rtlCol="0" anchor="t"/>
          <a:lstStyle/>
          <a:p>
            <a:pPr marL="0" indent="0">
              <a:lnSpc>
                <a:spcPct val="150000"/>
              </a:lnSpc>
              <a:spcAft>
                <a:spcPts val="200"/>
              </a:spcAft>
              <a:buNone/>
            </a:pPr>
            <a:r>
              <a:rPr lang="en-US" sz="1100" dirty="0" err="1">
                <a:solidFill>
                  <a:srgbClr val="1C1C1C"/>
                </a:solidFill>
                <a:latin typeface="Source Han Serif CN" panose="02020400000000000000" pitchFamily="18" charset="-128"/>
                <a:ea typeface="Source Han Serif CN" panose="02020400000000000000" pitchFamily="18" charset="-128"/>
                <a:cs typeface="STSong" pitchFamily="34" charset="-120"/>
              </a:rPr>
              <a:t>在硅之前，人类便已梦想着会思考的机器。从克里特的塔罗斯到布拉格的傀儡</a:t>
            </a:r>
            <a:endParaRPr lang="en-US" sz="1100" dirty="0">
              <a:latin typeface="Source Han Serif CN" panose="02020400000000000000" pitchFamily="18" charset="-128"/>
              <a:ea typeface="Source Han Serif CN" panose="02020400000000000000" pitchFamily="18" charset="-128"/>
            </a:endParaRPr>
          </a:p>
        </p:txBody>
      </p:sp>
      <p:sp>
        <p:nvSpPr>
          <p:cNvPr id="17" name="Text 14"/>
          <p:cNvSpPr/>
          <p:nvPr/>
        </p:nvSpPr>
        <p:spPr>
          <a:xfrm>
            <a:off x="7680960" y="5852160"/>
            <a:ext cx="3931920" cy="228600"/>
          </a:xfrm>
          <a:prstGeom prst="rect">
            <a:avLst/>
          </a:prstGeom>
          <a:noFill/>
          <a:ln/>
        </p:spPr>
        <p:txBody>
          <a:bodyPr wrap="square" lIns="0" tIns="0" rIns="0" bIns="0" rtlCol="0" anchor="ctr"/>
          <a:lstStyle/>
          <a:p>
            <a:pPr marL="0" indent="0">
              <a:buNone/>
            </a:pPr>
            <a:r>
              <a:rPr lang="en-US" sz="900" kern="0" spc="200" dirty="0">
                <a:solidFill>
                  <a:srgbClr val="6B7B6A"/>
                </a:solidFill>
                <a:latin typeface="MiSans Light" pitchFamily="2" charset="-122"/>
                <a:ea typeface="MiSans Light" pitchFamily="2" charset="-122"/>
                <a:cs typeface="PingFang SC" pitchFamily="34" charset="-120"/>
              </a:rPr>
              <a:t>— 公 元 前 八 〇 〇 年 至 公 元 一 五 八 〇 年 —</a:t>
            </a:r>
            <a:endParaRPr lang="en-US" sz="900" dirty="0">
              <a:latin typeface="MiSans Light" pitchFamily="2" charset="-122"/>
              <a:ea typeface="MiSans Light" pitchFamily="2" charset="-122"/>
            </a:endParaRPr>
          </a:p>
        </p:txBody>
      </p:sp>
      <p:sp>
        <p:nvSpPr>
          <p:cNvPr id="18" name="Shape 15"/>
          <p:cNvSpPr/>
          <p:nvPr/>
        </p:nvSpPr>
        <p:spPr>
          <a:xfrm>
            <a:off x="548640" y="6446520"/>
            <a:ext cx="11064240" cy="0"/>
          </a:xfrm>
          <a:prstGeom prst="line">
            <a:avLst/>
          </a:prstGeom>
          <a:noFill/>
          <a:ln w="6350">
            <a:solidFill>
              <a:srgbClr val="1C1C1C"/>
            </a:solidFill>
            <a:prstDash val="solid"/>
          </a:ln>
        </p:spPr>
        <p:txBody>
          <a:bodyPr/>
          <a:lstStyle/>
          <a:p>
            <a:endParaRPr lang="zh-CN" altLang="en-US"/>
          </a:p>
        </p:txBody>
      </p:sp>
      <p:sp>
        <p:nvSpPr>
          <p:cNvPr id="20" name="Text 17"/>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6B7B6A"/>
                </a:solidFill>
                <a:latin typeface="PingFang SC" pitchFamily="34" charset="0"/>
                <a:ea typeface="PingFang SC" pitchFamily="34" charset="-122"/>
                <a:cs typeface="PingFang SC" pitchFamily="34" charset="-120"/>
              </a:rPr>
              <a:t>003</a:t>
            </a:r>
            <a:endParaRPr lang="en-US" sz="800" dirty="0"/>
          </a:p>
        </p:txBody>
      </p:sp>
      <p:sp>
        <p:nvSpPr>
          <p:cNvPr id="21" name="Shape 0">
            <a:extLst>
              <a:ext uri="{FF2B5EF4-FFF2-40B4-BE49-F238E27FC236}">
                <a16:creationId xmlns:a16="http://schemas.microsoft.com/office/drawing/2014/main" id="{C361E7DF-138B-0FE6-353A-F621F5B4EF1F}"/>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22" name="Text 1">
            <a:extLst>
              <a:ext uri="{FF2B5EF4-FFF2-40B4-BE49-F238E27FC236}">
                <a16:creationId xmlns:a16="http://schemas.microsoft.com/office/drawing/2014/main" id="{40080414-AE2E-7F39-12E5-52EC3BAC1268}"/>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23" name="Text 2">
            <a:extLst>
              <a:ext uri="{FF2B5EF4-FFF2-40B4-BE49-F238E27FC236}">
                <a16:creationId xmlns:a16="http://schemas.microsoft.com/office/drawing/2014/main" id="{E87A3D56-CD21-662F-6706-C9AD649E3939}"/>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24" name="Text 2">
            <a:extLst>
              <a:ext uri="{FF2B5EF4-FFF2-40B4-BE49-F238E27FC236}">
                <a16:creationId xmlns:a16="http://schemas.microsoft.com/office/drawing/2014/main" id="{7FE223DB-0122-E80E-82A8-50194D681F8D}"/>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a:t>
            </a:r>
            <a:r>
              <a:rPr lang="en-US" altLang="zh-CN" sz="1000" kern="0" spc="400" dirty="0" err="1">
                <a:solidFill>
                  <a:srgbClr val="1C1C1C"/>
                </a:solidFill>
                <a:latin typeface="MiSans" pitchFamily="2" charset="-122"/>
                <a:ea typeface="MiSans" pitchFamily="2" charset="-122"/>
              </a:rPr>
              <a:t>神</a:t>
            </a:r>
            <a:r>
              <a:rPr lang="en-US" altLang="zh-CN" sz="1000" kern="0" spc="400" dirty="0">
                <a:solidFill>
                  <a:srgbClr val="1C1C1C"/>
                </a:solidFill>
                <a:latin typeface="MiSans" pitchFamily="2" charset="-122"/>
                <a:ea typeface="MiSans" pitchFamily="2" charset="-122"/>
              </a:rPr>
              <a:t> </a:t>
            </a:r>
            <a:r>
              <a:rPr lang="en-US" altLang="zh-CN" sz="1000" kern="0" spc="400" dirty="0" err="1">
                <a:solidFill>
                  <a:srgbClr val="1C1C1C"/>
                </a:solidFill>
                <a:latin typeface="MiSans" pitchFamily="2" charset="-122"/>
                <a:ea typeface="MiSans" pitchFamily="2" charset="-122"/>
              </a:rPr>
              <a:t>话</a:t>
            </a:r>
            <a:r>
              <a:rPr lang="en-US" altLang="zh-CN" sz="1000" kern="0" spc="400" dirty="0">
                <a:solidFill>
                  <a:srgbClr val="1C1C1C"/>
                </a:solidFill>
                <a:latin typeface="MiSans" pitchFamily="2" charset="-122"/>
                <a:ea typeface="MiSans" pitchFamily="2" charset="-122"/>
              </a:rPr>
              <a:t> </a:t>
            </a:r>
            <a:r>
              <a:rPr lang="en-US" altLang="zh-CN" sz="1000" kern="0" spc="400" dirty="0" err="1">
                <a:solidFill>
                  <a:srgbClr val="1C1C1C"/>
                </a:solidFill>
                <a:latin typeface="MiSans" pitchFamily="2" charset="-122"/>
                <a:ea typeface="MiSans" pitchFamily="2" charset="-122"/>
              </a:rPr>
              <a:t>与</a:t>
            </a:r>
            <a:r>
              <a:rPr lang="en-US" altLang="zh-CN" sz="1000" kern="0" spc="400" dirty="0">
                <a:solidFill>
                  <a:srgbClr val="1C1C1C"/>
                </a:solidFill>
                <a:latin typeface="MiSans" pitchFamily="2" charset="-122"/>
                <a:ea typeface="MiSans" pitchFamily="2" charset="-122"/>
              </a:rPr>
              <a:t> </a:t>
            </a:r>
            <a:r>
              <a:rPr lang="en-US" altLang="zh-CN" sz="1000" kern="0" spc="400" dirty="0" err="1">
                <a:solidFill>
                  <a:srgbClr val="1C1C1C"/>
                </a:solidFill>
                <a:latin typeface="MiSans" pitchFamily="2" charset="-122"/>
                <a:ea typeface="MiSans" pitchFamily="2" charset="-122"/>
              </a:rPr>
              <a:t>起</a:t>
            </a:r>
            <a:r>
              <a:rPr lang="en-US" altLang="zh-CN" sz="1000" kern="0" spc="400" dirty="0">
                <a:solidFill>
                  <a:srgbClr val="1C1C1C"/>
                </a:solidFill>
                <a:latin typeface="MiSans" pitchFamily="2" charset="-122"/>
                <a:ea typeface="MiSans" pitchFamily="2" charset="-122"/>
              </a:rPr>
              <a:t> </a:t>
            </a:r>
            <a:r>
              <a:rPr lang="en-US" altLang="zh-CN" sz="1000" kern="0" spc="400" dirty="0" err="1">
                <a:solidFill>
                  <a:srgbClr val="1C1C1C"/>
                </a:solidFill>
                <a:latin typeface="MiSans" pitchFamily="2" charset="-122"/>
                <a:ea typeface="MiSans" pitchFamily="2" charset="-122"/>
              </a:rPr>
              <a:t>源</a:t>
            </a:r>
            <a:r>
              <a:rPr lang="zh-CN" altLang="en-US" sz="1000" kern="0" spc="400" dirty="0">
                <a:solidFill>
                  <a:srgbClr val="1C1C1C"/>
                </a:solidFill>
                <a:latin typeface="MiSans" pitchFamily="2" charset="-122"/>
                <a:ea typeface="MiSans" pitchFamily="2" charset="-122"/>
              </a:rPr>
              <a:t> </a:t>
            </a:r>
            <a:r>
              <a:rPr lang="en-US" sz="1000" kern="0" spc="400" dirty="0">
                <a:solidFill>
                  <a:srgbClr val="1C1C1C"/>
                </a:solidFill>
                <a:latin typeface="MiSans" pitchFamily="2" charset="-122"/>
                <a:ea typeface="MiSans" pitchFamily="2" charset="-122"/>
              </a:rPr>
              <a:t>—</a:t>
            </a:r>
          </a:p>
        </p:txBody>
      </p:sp>
      <p:sp>
        <p:nvSpPr>
          <p:cNvPr id="26" name="Text 13">
            <a:extLst>
              <a:ext uri="{FF2B5EF4-FFF2-40B4-BE49-F238E27FC236}">
                <a16:creationId xmlns:a16="http://schemas.microsoft.com/office/drawing/2014/main" id="{2922CDFC-3CF4-16C6-7B2E-794848F580DD}"/>
              </a:ext>
            </a:extLst>
          </p:cNvPr>
          <p:cNvSpPr/>
          <p:nvPr/>
        </p:nvSpPr>
        <p:spPr>
          <a:xfrm>
            <a:off x="7691103" y="4379502"/>
            <a:ext cx="2995653" cy="1176989"/>
          </a:xfrm>
          <a:prstGeom prst="rect">
            <a:avLst/>
          </a:prstGeom>
          <a:noFill/>
          <a:ln/>
        </p:spPr>
        <p:txBody>
          <a:bodyPr wrap="square" lIns="0" tIns="0" rIns="0" bIns="0" rtlCol="0" anchor="t"/>
          <a:lstStyle/>
          <a:p>
            <a:pPr>
              <a:lnSpc>
                <a:spcPct val="150000"/>
              </a:lnSpc>
              <a:spcAft>
                <a:spcPts val="200"/>
              </a:spcAft>
            </a:pPr>
            <a:r>
              <a:rPr lang="en-US" altLang="zh-CN" sz="1100" dirty="0">
                <a:solidFill>
                  <a:srgbClr val="1C1C1C"/>
                </a:solidFill>
                <a:latin typeface="Source Han Serif CN" panose="02020400000000000000" pitchFamily="18" charset="-128"/>
                <a:ea typeface="Source Han Serif CN" panose="02020400000000000000" pitchFamily="18" charset="-128"/>
                <a:cs typeface="STSong" pitchFamily="34" charset="-120"/>
              </a:rPr>
              <a:t>在硅之前，人类便已梦想着会思考的机器。从克里特的塔罗斯到布拉格的傀儡在硅之前，人类便已梦想着会思考的机器。从克里特的塔罗斯到布拉格的傀儡</a:t>
            </a:r>
            <a:endParaRPr lang="en-US" altLang="zh-CN" sz="1100" dirty="0">
              <a:latin typeface="Source Han Serif CN" panose="02020400000000000000" pitchFamily="18" charset="-128"/>
              <a:ea typeface="Source Han Serif CN" panose="02020400000000000000" pitchFamily="18" charset="-128"/>
            </a:endParaRPr>
          </a:p>
          <a:p>
            <a:pPr>
              <a:lnSpc>
                <a:spcPct val="150000"/>
              </a:lnSpc>
              <a:spcAft>
                <a:spcPts val="200"/>
              </a:spcAft>
            </a:pPr>
            <a:endParaRPr lang="en-US" altLang="zh-CN" sz="1100" dirty="0">
              <a:latin typeface="Source Han Serif CN" panose="02020400000000000000" pitchFamily="18" charset="-128"/>
              <a:ea typeface="Source Han Serif CN" panose="02020400000000000000" pitchFamily="18" charset="-128"/>
            </a:endParaRPr>
          </a:p>
        </p:txBody>
      </p:sp>
      <p:sp>
        <p:nvSpPr>
          <p:cNvPr id="31" name="Text 44">
            <a:extLst>
              <a:ext uri="{FF2B5EF4-FFF2-40B4-BE49-F238E27FC236}">
                <a16:creationId xmlns:a16="http://schemas.microsoft.com/office/drawing/2014/main" id="{8B34A02C-E29D-6F62-173E-693850B7C289}"/>
              </a:ext>
            </a:extLst>
          </p:cNvPr>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err="1">
                <a:solidFill>
                  <a:srgbClr val="6B7B6A"/>
                </a:solidFill>
                <a:latin typeface="MiSans Light" pitchFamily="2" charset="-122"/>
                <a:ea typeface="MiSans Light" pitchFamily="2" charset="-122"/>
                <a:cs typeface="PingFang SC" pitchFamily="34" charset="-120"/>
              </a:rPr>
              <a:t>神话与起源</a:t>
            </a:r>
            <a:endParaRPr lang="en-US" sz="800" dirty="0">
              <a:latin typeface="MiSans Light" pitchFamily="2" charset="-122"/>
              <a:ea typeface="MiSans Light" pitchFamily="2" charset="-122"/>
            </a:endParaRPr>
          </a:p>
        </p:txBody>
      </p:sp>
      <p:pic>
        <p:nvPicPr>
          <p:cNvPr id="2" name="图片 1">
            <a:extLst>
              <a:ext uri="{FF2B5EF4-FFF2-40B4-BE49-F238E27FC236}">
                <a16:creationId xmlns:a16="http://schemas.microsoft.com/office/drawing/2014/main" id="{5F56C9B6-A5BD-4786-1374-D730312F703F}"/>
              </a:ext>
            </a:extLst>
          </p:cNvPr>
          <p:cNvPicPr>
            <a:picLocks noChangeAspect="1"/>
          </p:cNvPicPr>
          <p:nvPr/>
        </p:nvPicPr>
        <p:blipFill>
          <a:blip r:embed="rId3"/>
          <a:stretch>
            <a:fillRect/>
          </a:stretch>
        </p:blipFill>
        <p:spPr>
          <a:xfrm>
            <a:off x="579119" y="1742170"/>
            <a:ext cx="6736079" cy="438430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EDE4"/>
        </a:solidFill>
        <a:effectLst/>
      </p:bgPr>
    </p:bg>
    <p:spTree>
      <p:nvGrpSpPr>
        <p:cNvPr id="1" name=""/>
        <p:cNvGrpSpPr/>
        <p:nvPr/>
      </p:nvGrpSpPr>
      <p:grpSpPr>
        <a:xfrm>
          <a:off x="0" y="0"/>
          <a:ext cx="0" cy="0"/>
          <a:chOff x="0" y="0"/>
          <a:chExt cx="0" cy="0"/>
        </a:xfrm>
      </p:grpSpPr>
      <p:sp>
        <p:nvSpPr>
          <p:cNvPr id="8" name="Text 6"/>
          <p:cNvSpPr/>
          <p:nvPr/>
        </p:nvSpPr>
        <p:spPr>
          <a:xfrm>
            <a:off x="548639" y="1887762"/>
            <a:ext cx="11064240" cy="1289779"/>
          </a:xfrm>
          <a:prstGeom prst="rect">
            <a:avLst/>
          </a:prstGeom>
          <a:noFill/>
          <a:ln/>
        </p:spPr>
        <p:txBody>
          <a:bodyPr wrap="square" lIns="0" tIns="0" rIns="0" bIns="0" rtlCol="0" anchor="t"/>
          <a:lstStyle/>
          <a:p>
            <a:pPr marL="0" indent="0">
              <a:buNone/>
            </a:pPr>
            <a:r>
              <a:rPr lang="en-US" sz="40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计算即是思考</a:t>
            </a:r>
            <a:endParaRPr lang="en-US" sz="4000" b="1" spc="300" dirty="0">
              <a:latin typeface="Source Han Serif CN SemiBold" panose="02020400000000000000" pitchFamily="18" charset="-128"/>
              <a:ea typeface="Source Han Serif CN SemiBold" panose="02020400000000000000" pitchFamily="18" charset="-128"/>
            </a:endParaRPr>
          </a:p>
          <a:p>
            <a:pPr marL="0" indent="0">
              <a:buNone/>
            </a:pPr>
            <a:r>
              <a:rPr lang="en-US" sz="40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然而思考</a:t>
            </a:r>
            <a:r>
              <a:rPr lang="en-US" sz="40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 </a:t>
            </a:r>
            <a:r>
              <a:rPr lang="en-US" sz="40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乃神之事</a:t>
            </a:r>
            <a:r>
              <a:rPr lang="en-US" sz="40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4000" b="1" spc="300" dirty="0">
              <a:latin typeface="Source Han Serif CN SemiBold" panose="02020400000000000000" pitchFamily="18" charset="-128"/>
              <a:ea typeface="Source Han Serif CN SemiBold" panose="02020400000000000000" pitchFamily="18" charset="-128"/>
            </a:endParaRPr>
          </a:p>
        </p:txBody>
      </p:sp>
      <p:sp>
        <p:nvSpPr>
          <p:cNvPr id="9" name="Shape 7"/>
          <p:cNvSpPr/>
          <p:nvPr/>
        </p:nvSpPr>
        <p:spPr>
          <a:xfrm>
            <a:off x="548640" y="3520440"/>
            <a:ext cx="11064240" cy="0"/>
          </a:xfrm>
          <a:prstGeom prst="line">
            <a:avLst/>
          </a:prstGeom>
          <a:noFill/>
          <a:ln w="6350">
            <a:solidFill>
              <a:srgbClr val="1C1C1C"/>
            </a:solidFill>
            <a:prstDash val="solid"/>
          </a:ln>
        </p:spPr>
        <p:txBody>
          <a:bodyPr/>
          <a:lstStyle/>
          <a:p>
            <a:endParaRPr lang="zh-CN" altLang="en-US"/>
          </a:p>
        </p:txBody>
      </p:sp>
      <p:sp>
        <p:nvSpPr>
          <p:cNvPr id="10" name="Text 8"/>
          <p:cNvSpPr/>
          <p:nvPr/>
        </p:nvSpPr>
        <p:spPr>
          <a:xfrm>
            <a:off x="548640" y="3749040"/>
            <a:ext cx="3611880" cy="320040"/>
          </a:xfrm>
          <a:prstGeom prst="rect">
            <a:avLst/>
          </a:prstGeom>
          <a:noFill/>
          <a:ln/>
        </p:spPr>
        <p:txBody>
          <a:bodyPr wrap="square" lIns="0" tIns="0" rIns="0" bIns="0" rtlCol="0" anchor="ctr"/>
          <a:lstStyle/>
          <a:p>
            <a:pPr marL="0" indent="0">
              <a:buNone/>
            </a:pPr>
            <a:r>
              <a:rPr lang="en-US" sz="1100" kern="0" spc="400" dirty="0">
                <a:solidFill>
                  <a:srgbClr val="2D5A3D"/>
                </a:solidFill>
                <a:latin typeface="MiSans Demibold" pitchFamily="2" charset="-122"/>
                <a:ea typeface="MiSans Demibold" pitchFamily="2" charset="-122"/>
                <a:cs typeface="Helvetica Neue" pitchFamily="34" charset="-120"/>
              </a:rPr>
              <a:t>1646</a:t>
            </a:r>
            <a:endParaRPr lang="en-US" sz="1100" dirty="0">
              <a:latin typeface="MiSans Demibold" pitchFamily="2" charset="-122"/>
              <a:ea typeface="MiSans Demibold" pitchFamily="2" charset="-122"/>
            </a:endParaRPr>
          </a:p>
        </p:txBody>
      </p:sp>
      <p:sp>
        <p:nvSpPr>
          <p:cNvPr id="11" name="Text 9"/>
          <p:cNvSpPr/>
          <p:nvPr/>
        </p:nvSpPr>
        <p:spPr>
          <a:xfrm>
            <a:off x="548640" y="4069080"/>
            <a:ext cx="3500846" cy="502920"/>
          </a:xfrm>
          <a:prstGeom prst="rect">
            <a:avLst/>
          </a:prstGeom>
          <a:noFill/>
          <a:ln/>
        </p:spPr>
        <p:txBody>
          <a:bodyPr wrap="square" lIns="0" tIns="0" rIns="0" bIns="0" rtlCol="0" anchor="ctr"/>
          <a:lstStyle/>
          <a:p>
            <a:pPr marL="0" indent="0">
              <a:buNone/>
            </a:pPr>
            <a:r>
              <a:rPr lang="en-US" sz="24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莱 布 尼 茨</a:t>
            </a:r>
            <a:endParaRPr lang="en-US" sz="2400" b="1" dirty="0">
              <a:latin typeface="Source Han Serif CN SemiBold" panose="02020400000000000000" pitchFamily="18" charset="-128"/>
              <a:ea typeface="Source Han Serif CN SemiBold" panose="02020400000000000000" pitchFamily="18" charset="-128"/>
            </a:endParaRPr>
          </a:p>
        </p:txBody>
      </p:sp>
      <p:sp>
        <p:nvSpPr>
          <p:cNvPr id="12" name="Text 10"/>
          <p:cNvSpPr/>
          <p:nvPr/>
        </p:nvSpPr>
        <p:spPr>
          <a:xfrm>
            <a:off x="548640" y="4617720"/>
            <a:ext cx="3500846" cy="274320"/>
          </a:xfrm>
          <a:prstGeom prst="rect">
            <a:avLst/>
          </a:prstGeom>
          <a:noFill/>
          <a:ln/>
        </p:spPr>
        <p:txBody>
          <a:bodyPr wrap="square" lIns="0" tIns="0" rIns="0" bIns="0" rtlCol="0" anchor="ctr"/>
          <a:lstStyle/>
          <a:p>
            <a:pPr marL="0" indent="0">
              <a:buNone/>
            </a:pPr>
            <a:r>
              <a:rPr lang="en-US" sz="1100" kern="0" spc="200" dirty="0">
                <a:solidFill>
                  <a:srgbClr val="6B7B6A"/>
                </a:solidFill>
                <a:latin typeface="MiSans Light" pitchFamily="2" charset="-122"/>
                <a:ea typeface="MiSans Light" pitchFamily="2" charset="-122"/>
                <a:cs typeface="PingFang SC" pitchFamily="34" charset="-120"/>
              </a:rPr>
              <a:t>通 用 演 算 之 梦</a:t>
            </a:r>
            <a:endParaRPr lang="en-US" sz="1100" dirty="0">
              <a:latin typeface="MiSans Light" pitchFamily="2" charset="-122"/>
              <a:ea typeface="MiSans Light" pitchFamily="2" charset="-122"/>
            </a:endParaRPr>
          </a:p>
        </p:txBody>
      </p:sp>
      <p:sp>
        <p:nvSpPr>
          <p:cNvPr id="14" name="Text 12"/>
          <p:cNvSpPr/>
          <p:nvPr/>
        </p:nvSpPr>
        <p:spPr>
          <a:xfrm>
            <a:off x="548640" y="5212081"/>
            <a:ext cx="3303693" cy="1129452"/>
          </a:xfrm>
          <a:prstGeom prst="rect">
            <a:avLst/>
          </a:prstGeom>
          <a:noFill/>
          <a:ln/>
        </p:spPr>
        <p:txBody>
          <a:bodyPr wrap="square" lIns="0" tIns="0" rIns="0" bIns="0" rtlCol="0" anchor="t"/>
          <a:lstStyle/>
          <a:p>
            <a:pPr>
              <a:lnSpc>
                <a:spcPts val="1720"/>
              </a:lnSpc>
              <a:spcAft>
                <a:spcPts val="600"/>
              </a:spcAft>
            </a:pPr>
            <a:r>
              <a:rPr lang="en-US" sz="1100" dirty="0">
                <a:solidFill>
                  <a:srgbClr val="1C1C1C"/>
                </a:solidFill>
                <a:latin typeface="MiSans Light" pitchFamily="2" charset="-122"/>
                <a:ea typeface="MiSans Light" pitchFamily="2" charset="-122"/>
                <a:cs typeface="STSong" pitchFamily="34" charset="-120"/>
              </a:rPr>
              <a:t>他梦想一种「推理演算」——</a:t>
            </a:r>
            <a:r>
              <a:rPr lang="en-US" sz="1100" dirty="0" err="1">
                <a:solidFill>
                  <a:srgbClr val="1C1C1C"/>
                </a:solidFill>
                <a:latin typeface="MiSans Light" pitchFamily="2" charset="-122"/>
                <a:ea typeface="MiSans Light" pitchFamily="2" charset="-122"/>
                <a:cs typeface="STSong" pitchFamily="34" charset="-120"/>
              </a:rPr>
              <a:t>一种通用语言</a:t>
            </a:r>
            <a:r>
              <a:rPr lang="en-US" sz="1100" dirty="0">
                <a:solidFill>
                  <a:srgbClr val="1C1C1C"/>
                </a:solidFill>
                <a:latin typeface="MiSans Light" pitchFamily="2" charset="-122"/>
                <a:ea typeface="MiSans Light" pitchFamily="2" charset="-122"/>
                <a:cs typeface="STSong" pitchFamily="34" charset="-120"/>
              </a:rPr>
              <a:t>，</a:t>
            </a:r>
            <a:r>
              <a:rPr lang="en-US" altLang="zh-CN" sz="1100" dirty="0">
                <a:solidFill>
                  <a:srgbClr val="1C1C1C"/>
                </a:solidFill>
                <a:latin typeface="MiSans Light" pitchFamily="2" charset="-122"/>
                <a:ea typeface="MiSans Light" pitchFamily="2" charset="-122"/>
                <a:cs typeface="STSong" pitchFamily="34" charset="-120"/>
              </a:rPr>
              <a:t> </a:t>
            </a:r>
            <a:r>
              <a:rPr lang="en-US" altLang="zh-CN" sz="1100" dirty="0" err="1">
                <a:solidFill>
                  <a:srgbClr val="1C1C1C"/>
                </a:solidFill>
                <a:latin typeface="MiSans Light" pitchFamily="2" charset="-122"/>
                <a:ea typeface="MiSans Light" pitchFamily="2" charset="-122"/>
                <a:cs typeface="STSong" pitchFamily="34" charset="-120"/>
              </a:rPr>
              <a:t>能让一切分歧只需一句「让我们计算」便归于平息</a:t>
            </a:r>
            <a:r>
              <a:rPr lang="en-US" altLang="zh-CN" sz="1100" dirty="0">
                <a:solidFill>
                  <a:srgbClr val="1C1C1C"/>
                </a:solidFill>
                <a:latin typeface="MiSans Light" pitchFamily="2" charset="-122"/>
                <a:ea typeface="MiSans Light" pitchFamily="2" charset="-122"/>
                <a:cs typeface="STSong" pitchFamily="34" charset="-120"/>
              </a:rPr>
              <a:t>。 </a:t>
            </a:r>
            <a:r>
              <a:rPr lang="en-US" altLang="zh-CN" sz="1100" dirty="0" err="1">
                <a:solidFill>
                  <a:srgbClr val="1C1C1C"/>
                </a:solidFill>
                <a:latin typeface="MiSans Light" pitchFamily="2" charset="-122"/>
                <a:ea typeface="MiSans Light" pitchFamily="2" charset="-122"/>
                <a:cs typeface="STSong" pitchFamily="34" charset="-120"/>
              </a:rPr>
              <a:t>能让一切分歧只需一句「让我们计算」便归于平息</a:t>
            </a:r>
            <a:r>
              <a:rPr lang="en-US" altLang="zh-CN" sz="1100" dirty="0">
                <a:solidFill>
                  <a:srgbClr val="1C1C1C"/>
                </a:solidFill>
                <a:latin typeface="MiSans Light" pitchFamily="2" charset="-122"/>
                <a:ea typeface="MiSans Light" pitchFamily="2" charset="-122"/>
                <a:cs typeface="STSong" pitchFamily="34" charset="-120"/>
              </a:rPr>
              <a:t>。</a:t>
            </a:r>
            <a:endParaRPr lang="en-US" sz="1100" dirty="0">
              <a:latin typeface="MiSans Light" pitchFamily="2" charset="-122"/>
              <a:ea typeface="MiSans Light" pitchFamily="2" charset="-122"/>
            </a:endParaRPr>
          </a:p>
        </p:txBody>
      </p:sp>
      <p:sp>
        <p:nvSpPr>
          <p:cNvPr id="16" name="Text 14"/>
          <p:cNvSpPr/>
          <p:nvPr/>
        </p:nvSpPr>
        <p:spPr>
          <a:xfrm>
            <a:off x="4325112" y="3749040"/>
            <a:ext cx="3500846" cy="320040"/>
          </a:xfrm>
          <a:prstGeom prst="rect">
            <a:avLst/>
          </a:prstGeom>
          <a:noFill/>
          <a:ln/>
        </p:spPr>
        <p:txBody>
          <a:bodyPr wrap="square" lIns="0" tIns="0" rIns="0" bIns="0" rtlCol="0" anchor="ctr"/>
          <a:lstStyle/>
          <a:p>
            <a:pPr marL="0" indent="0">
              <a:buNone/>
            </a:pPr>
            <a:r>
              <a:rPr lang="en-US" sz="1100" kern="0" spc="400" dirty="0">
                <a:solidFill>
                  <a:srgbClr val="2D5A3D"/>
                </a:solidFill>
                <a:latin typeface="MiSans Demibold" pitchFamily="2" charset="-122"/>
                <a:ea typeface="MiSans Demibold" pitchFamily="2" charset="-122"/>
                <a:cs typeface="Helvetica Neue" pitchFamily="34" charset="-120"/>
              </a:rPr>
              <a:t>1854</a:t>
            </a:r>
            <a:endParaRPr lang="en-US" sz="1100" dirty="0">
              <a:latin typeface="MiSans Demibold" pitchFamily="2" charset="-122"/>
              <a:ea typeface="MiSans Demibold" pitchFamily="2" charset="-122"/>
            </a:endParaRPr>
          </a:p>
        </p:txBody>
      </p:sp>
      <p:sp>
        <p:nvSpPr>
          <p:cNvPr id="17" name="Text 15"/>
          <p:cNvSpPr/>
          <p:nvPr/>
        </p:nvSpPr>
        <p:spPr>
          <a:xfrm>
            <a:off x="4325112" y="4069080"/>
            <a:ext cx="3500846" cy="502920"/>
          </a:xfrm>
          <a:prstGeom prst="rect">
            <a:avLst/>
          </a:prstGeom>
          <a:noFill/>
          <a:ln/>
        </p:spPr>
        <p:txBody>
          <a:bodyPr wrap="square" lIns="0" tIns="0" rIns="0" bIns="0" rtlCol="0" anchor="ctr"/>
          <a:lstStyle/>
          <a:p>
            <a:pPr marL="0" indent="0">
              <a:buNone/>
            </a:pPr>
            <a:r>
              <a:rPr lang="en-US" sz="24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乔 治 · 布 尔</a:t>
            </a:r>
            <a:endParaRPr lang="en-US" sz="2400" b="1" dirty="0">
              <a:latin typeface="Source Han Serif CN SemiBold" panose="02020400000000000000" pitchFamily="18" charset="-128"/>
              <a:ea typeface="Source Han Serif CN SemiBold" panose="02020400000000000000" pitchFamily="18" charset="-128"/>
            </a:endParaRPr>
          </a:p>
        </p:txBody>
      </p:sp>
      <p:sp>
        <p:nvSpPr>
          <p:cNvPr id="18" name="Text 16"/>
          <p:cNvSpPr/>
          <p:nvPr/>
        </p:nvSpPr>
        <p:spPr>
          <a:xfrm>
            <a:off x="4325112" y="4617720"/>
            <a:ext cx="3500846" cy="274320"/>
          </a:xfrm>
          <a:prstGeom prst="rect">
            <a:avLst/>
          </a:prstGeom>
          <a:noFill/>
          <a:ln/>
        </p:spPr>
        <p:txBody>
          <a:bodyPr wrap="square" lIns="0" tIns="0" rIns="0" bIns="0" rtlCol="0" anchor="ctr"/>
          <a:lstStyle/>
          <a:p>
            <a:pPr marL="0" indent="0">
              <a:buNone/>
            </a:pPr>
            <a:r>
              <a:rPr lang="en-US" sz="1100" kern="0" spc="200" dirty="0">
                <a:solidFill>
                  <a:srgbClr val="6B7B6A"/>
                </a:solidFill>
                <a:latin typeface="MiSans Light" pitchFamily="2" charset="-122"/>
                <a:ea typeface="MiSans Light" pitchFamily="2" charset="-122"/>
                <a:cs typeface="PingFang SC" pitchFamily="34" charset="-120"/>
              </a:rPr>
              <a:t>思 维 的 法 则</a:t>
            </a:r>
            <a:endParaRPr lang="en-US" sz="1100" dirty="0">
              <a:latin typeface="MiSans Light" pitchFamily="2" charset="-122"/>
              <a:ea typeface="MiSans Light" pitchFamily="2" charset="-122"/>
            </a:endParaRPr>
          </a:p>
        </p:txBody>
      </p:sp>
      <p:sp>
        <p:nvSpPr>
          <p:cNvPr id="20" name="Text 18"/>
          <p:cNvSpPr/>
          <p:nvPr/>
        </p:nvSpPr>
        <p:spPr>
          <a:xfrm>
            <a:off x="4325112" y="5212081"/>
            <a:ext cx="3404955" cy="1129452"/>
          </a:xfrm>
          <a:prstGeom prst="rect">
            <a:avLst/>
          </a:prstGeom>
          <a:noFill/>
          <a:ln/>
        </p:spPr>
        <p:txBody>
          <a:bodyPr wrap="square" lIns="0" tIns="0" rIns="0" bIns="0" rtlCol="0" anchor="t"/>
          <a:lstStyle/>
          <a:p>
            <a:pPr>
              <a:lnSpc>
                <a:spcPts val="1720"/>
              </a:lnSpc>
              <a:spcAft>
                <a:spcPts val="600"/>
              </a:spcAft>
            </a:pPr>
            <a:r>
              <a:rPr lang="en-US" sz="1100" dirty="0" err="1">
                <a:solidFill>
                  <a:srgbClr val="1C1C1C"/>
                </a:solidFill>
                <a:latin typeface="MiSans Light" pitchFamily="2" charset="-122"/>
                <a:ea typeface="MiSans Light" pitchFamily="2" charset="-122"/>
                <a:cs typeface="STSong" pitchFamily="34" charset="-120"/>
              </a:rPr>
              <a:t>他将推理化约为真与假的二元代数</a:t>
            </a:r>
            <a:r>
              <a:rPr lang="en-US" sz="1100" dirty="0">
                <a:solidFill>
                  <a:srgbClr val="1C1C1C"/>
                </a:solidFill>
                <a:latin typeface="MiSans Light" pitchFamily="2" charset="-122"/>
                <a:ea typeface="MiSans Light" pitchFamily="2" charset="-122"/>
                <a:cs typeface="STSong" pitchFamily="34" charset="-120"/>
              </a:rPr>
              <a:t>，</a:t>
            </a:r>
            <a:r>
              <a:rPr lang="en-US" altLang="zh-CN" sz="1100" dirty="0">
                <a:solidFill>
                  <a:srgbClr val="1C1C1C"/>
                </a:solidFill>
                <a:latin typeface="MiSans Light" pitchFamily="2" charset="-122"/>
                <a:ea typeface="MiSans Light" pitchFamily="2" charset="-122"/>
                <a:cs typeface="STSong" pitchFamily="34" charset="-120"/>
              </a:rPr>
              <a:t> </a:t>
            </a:r>
            <a:r>
              <a:rPr lang="en-US" altLang="zh-CN" sz="1100" dirty="0" err="1">
                <a:solidFill>
                  <a:srgbClr val="1C1C1C"/>
                </a:solidFill>
                <a:latin typeface="MiSans Light" pitchFamily="2" charset="-122"/>
                <a:ea typeface="MiSans Light" pitchFamily="2" charset="-122"/>
                <a:cs typeface="STSong" pitchFamily="34" charset="-120"/>
              </a:rPr>
              <a:t>埋下了日后每一片数字电路得以生长的种子</a:t>
            </a:r>
            <a:r>
              <a:rPr lang="en-US" altLang="zh-CN" sz="1100" dirty="0">
                <a:solidFill>
                  <a:srgbClr val="1C1C1C"/>
                </a:solidFill>
                <a:latin typeface="MiSans Light" pitchFamily="2" charset="-122"/>
                <a:ea typeface="MiSans Light" pitchFamily="2" charset="-122"/>
                <a:cs typeface="STSong" pitchFamily="34" charset="-120"/>
              </a:rPr>
              <a:t>。 </a:t>
            </a:r>
            <a:r>
              <a:rPr lang="en-US" altLang="zh-CN" sz="1100" dirty="0" err="1">
                <a:solidFill>
                  <a:srgbClr val="1C1C1C"/>
                </a:solidFill>
                <a:latin typeface="MiSans Light" pitchFamily="2" charset="-122"/>
                <a:ea typeface="MiSans Light" pitchFamily="2" charset="-122"/>
                <a:cs typeface="STSong" pitchFamily="34" charset="-120"/>
              </a:rPr>
              <a:t>埋下了日后每一片数字电路得以生长的种子</a:t>
            </a:r>
            <a:r>
              <a:rPr lang="en-US" altLang="zh-CN" sz="1100" dirty="0">
                <a:solidFill>
                  <a:srgbClr val="1C1C1C"/>
                </a:solidFill>
                <a:latin typeface="MiSans Light" pitchFamily="2" charset="-122"/>
                <a:ea typeface="MiSans Light" pitchFamily="2" charset="-122"/>
                <a:cs typeface="STSong" pitchFamily="34" charset="-120"/>
              </a:rPr>
              <a:t>。</a:t>
            </a:r>
            <a:endParaRPr lang="en-US" sz="1100" dirty="0">
              <a:latin typeface="MiSans Light" pitchFamily="2" charset="-122"/>
              <a:ea typeface="MiSans Light" pitchFamily="2" charset="-122"/>
            </a:endParaRPr>
          </a:p>
        </p:txBody>
      </p:sp>
      <p:sp>
        <p:nvSpPr>
          <p:cNvPr id="22" name="Text 20"/>
          <p:cNvSpPr/>
          <p:nvPr/>
        </p:nvSpPr>
        <p:spPr>
          <a:xfrm>
            <a:off x="8101584" y="3749040"/>
            <a:ext cx="3511295" cy="320040"/>
          </a:xfrm>
          <a:prstGeom prst="rect">
            <a:avLst/>
          </a:prstGeom>
          <a:noFill/>
          <a:ln/>
        </p:spPr>
        <p:txBody>
          <a:bodyPr wrap="square" lIns="0" tIns="0" rIns="0" bIns="0" rtlCol="0" anchor="ctr"/>
          <a:lstStyle/>
          <a:p>
            <a:pPr marL="0" indent="0">
              <a:buNone/>
            </a:pPr>
            <a:r>
              <a:rPr lang="en-US" sz="1100" kern="0" spc="400" dirty="0">
                <a:solidFill>
                  <a:srgbClr val="2D5A3D"/>
                </a:solidFill>
                <a:latin typeface="MiSans Demibold" pitchFamily="2" charset="-122"/>
                <a:ea typeface="MiSans Demibold" pitchFamily="2" charset="-122"/>
                <a:cs typeface="Helvetica Neue" pitchFamily="34" charset="-120"/>
              </a:rPr>
              <a:t>1837</a:t>
            </a:r>
            <a:endParaRPr lang="en-US" sz="1100" dirty="0">
              <a:latin typeface="MiSans Demibold" pitchFamily="2" charset="-122"/>
              <a:ea typeface="MiSans Demibold" pitchFamily="2" charset="-122"/>
            </a:endParaRPr>
          </a:p>
        </p:txBody>
      </p:sp>
      <p:sp>
        <p:nvSpPr>
          <p:cNvPr id="23" name="Text 21"/>
          <p:cNvSpPr/>
          <p:nvPr/>
        </p:nvSpPr>
        <p:spPr>
          <a:xfrm>
            <a:off x="8101584" y="4069080"/>
            <a:ext cx="3511295" cy="502920"/>
          </a:xfrm>
          <a:prstGeom prst="rect">
            <a:avLst/>
          </a:prstGeom>
          <a:noFill/>
          <a:ln/>
        </p:spPr>
        <p:txBody>
          <a:bodyPr wrap="square" lIns="0" tIns="0" rIns="0" bIns="0" rtlCol="0" anchor="ctr"/>
          <a:lstStyle/>
          <a:p>
            <a:pPr marL="0" indent="0">
              <a:buNone/>
            </a:pPr>
            <a:r>
              <a:rPr lang="en-US" sz="24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查 尔 斯 · 巴 贝 奇</a:t>
            </a:r>
            <a:endParaRPr lang="en-US" sz="2400" b="1" dirty="0">
              <a:latin typeface="Source Han Serif CN SemiBold" panose="02020400000000000000" pitchFamily="18" charset="-128"/>
              <a:ea typeface="Source Han Serif CN SemiBold" panose="02020400000000000000" pitchFamily="18" charset="-128"/>
            </a:endParaRPr>
          </a:p>
        </p:txBody>
      </p:sp>
      <p:sp>
        <p:nvSpPr>
          <p:cNvPr id="24" name="Text 22"/>
          <p:cNvSpPr/>
          <p:nvPr/>
        </p:nvSpPr>
        <p:spPr>
          <a:xfrm>
            <a:off x="8101584" y="4617720"/>
            <a:ext cx="3511295" cy="274320"/>
          </a:xfrm>
          <a:prstGeom prst="rect">
            <a:avLst/>
          </a:prstGeom>
          <a:noFill/>
          <a:ln/>
        </p:spPr>
        <p:txBody>
          <a:bodyPr wrap="square" lIns="0" tIns="0" rIns="0" bIns="0" rtlCol="0" anchor="ctr"/>
          <a:lstStyle/>
          <a:p>
            <a:pPr marL="0" indent="0">
              <a:buNone/>
            </a:pPr>
            <a:r>
              <a:rPr lang="en-US" sz="1100" kern="0" spc="200" dirty="0">
                <a:solidFill>
                  <a:srgbClr val="6B7B6A"/>
                </a:solidFill>
                <a:latin typeface="MiSans Light" pitchFamily="2" charset="-122"/>
                <a:ea typeface="MiSans Light" pitchFamily="2" charset="-122"/>
                <a:cs typeface="PingFang SC" pitchFamily="34" charset="-120"/>
              </a:rPr>
              <a:t>分 析 机</a:t>
            </a:r>
            <a:endParaRPr lang="en-US" sz="1100" dirty="0">
              <a:latin typeface="MiSans Light" pitchFamily="2" charset="-122"/>
              <a:ea typeface="MiSans Light" pitchFamily="2" charset="-122"/>
            </a:endParaRPr>
          </a:p>
        </p:txBody>
      </p:sp>
      <p:sp>
        <p:nvSpPr>
          <p:cNvPr id="26" name="Text 24"/>
          <p:cNvSpPr/>
          <p:nvPr/>
        </p:nvSpPr>
        <p:spPr>
          <a:xfrm>
            <a:off x="8101584" y="5212081"/>
            <a:ext cx="3511295" cy="1129452"/>
          </a:xfrm>
          <a:prstGeom prst="rect">
            <a:avLst/>
          </a:prstGeom>
          <a:noFill/>
          <a:ln/>
        </p:spPr>
        <p:txBody>
          <a:bodyPr wrap="square" lIns="0" tIns="0" rIns="0" bIns="0" rtlCol="0" anchor="t"/>
          <a:lstStyle/>
          <a:p>
            <a:pPr>
              <a:lnSpc>
                <a:spcPts val="1720"/>
              </a:lnSpc>
              <a:spcAft>
                <a:spcPts val="600"/>
              </a:spcAft>
            </a:pPr>
            <a:r>
              <a:rPr lang="en-US" sz="1100" dirty="0" err="1">
                <a:solidFill>
                  <a:srgbClr val="1C1C1C"/>
                </a:solidFill>
                <a:latin typeface="MiSans Light" pitchFamily="2" charset="-122"/>
                <a:ea typeface="MiSans Light" pitchFamily="2" charset="-122"/>
                <a:cs typeface="STSong" pitchFamily="34" charset="-120"/>
              </a:rPr>
              <a:t>他设计了一台以黄铜与蒸汽驱动、可执行程序的机器</a:t>
            </a:r>
            <a:r>
              <a:rPr lang="en-US" sz="1100" dirty="0">
                <a:solidFill>
                  <a:srgbClr val="1C1C1C"/>
                </a:solidFill>
                <a:latin typeface="MiSans Light" pitchFamily="2" charset="-122"/>
                <a:ea typeface="MiSans Light" pitchFamily="2" charset="-122"/>
                <a:cs typeface="STSong" pitchFamily="34" charset="-120"/>
              </a:rPr>
              <a:t>；</a:t>
            </a:r>
            <a:r>
              <a:rPr lang="en-US" altLang="zh-CN" sz="1100" dirty="0">
                <a:solidFill>
                  <a:srgbClr val="1C1C1C"/>
                </a:solidFill>
                <a:latin typeface="MiSans Light" pitchFamily="2" charset="-122"/>
                <a:ea typeface="MiSans Light" pitchFamily="2" charset="-122"/>
                <a:cs typeface="STSong" pitchFamily="34" charset="-120"/>
              </a:rPr>
              <a:t> </a:t>
            </a:r>
            <a:r>
              <a:rPr lang="en-US" altLang="zh-CN" sz="1100" dirty="0" err="1">
                <a:solidFill>
                  <a:srgbClr val="1C1C1C"/>
                </a:solidFill>
                <a:latin typeface="MiSans Light" pitchFamily="2" charset="-122"/>
                <a:ea typeface="MiSans Light" pitchFamily="2" charset="-122"/>
                <a:cs typeface="STSong" pitchFamily="34" charset="-120"/>
              </a:rPr>
              <a:t>与阿达·洛芙莱斯一同，他瞥见了第一段算法</a:t>
            </a:r>
            <a:r>
              <a:rPr lang="en-US" altLang="zh-CN" sz="1100" dirty="0">
                <a:solidFill>
                  <a:srgbClr val="1C1C1C"/>
                </a:solidFill>
                <a:latin typeface="MiSans Light" pitchFamily="2" charset="-122"/>
                <a:ea typeface="MiSans Light" pitchFamily="2" charset="-122"/>
                <a:cs typeface="STSong" pitchFamily="34" charset="-120"/>
              </a:rPr>
              <a:t>。 </a:t>
            </a:r>
            <a:r>
              <a:rPr lang="en-US" altLang="zh-CN" sz="1100" dirty="0" err="1">
                <a:solidFill>
                  <a:srgbClr val="1C1C1C"/>
                </a:solidFill>
                <a:latin typeface="MiSans Light" pitchFamily="2" charset="-122"/>
                <a:ea typeface="MiSans Light" pitchFamily="2" charset="-122"/>
                <a:cs typeface="STSong" pitchFamily="34" charset="-120"/>
              </a:rPr>
              <a:t>与阿达·洛芙莱斯一同，他瞥见了第一段算法</a:t>
            </a:r>
            <a:r>
              <a:rPr lang="en-US" altLang="zh-CN" sz="1100" dirty="0">
                <a:solidFill>
                  <a:srgbClr val="1C1C1C"/>
                </a:solidFill>
                <a:latin typeface="MiSans Light" pitchFamily="2" charset="-122"/>
                <a:ea typeface="MiSans Light" pitchFamily="2" charset="-122"/>
                <a:cs typeface="STSong" pitchFamily="34" charset="-120"/>
              </a:rPr>
              <a:t>。</a:t>
            </a:r>
            <a:endParaRPr lang="en-US" sz="1100" dirty="0">
              <a:latin typeface="MiSans Light" pitchFamily="2" charset="-122"/>
              <a:ea typeface="MiSans Light" pitchFamily="2" charset="-122"/>
            </a:endParaRPr>
          </a:p>
        </p:txBody>
      </p:sp>
      <p:sp>
        <p:nvSpPr>
          <p:cNvPr id="27" name="Shape 25"/>
          <p:cNvSpPr/>
          <p:nvPr/>
        </p:nvSpPr>
        <p:spPr>
          <a:xfrm>
            <a:off x="548640" y="6446520"/>
            <a:ext cx="11064240" cy="0"/>
          </a:xfrm>
          <a:prstGeom prst="line">
            <a:avLst/>
          </a:prstGeom>
          <a:noFill/>
          <a:ln w="6350">
            <a:solidFill>
              <a:srgbClr val="1C1C1C"/>
            </a:solidFill>
            <a:prstDash val="solid"/>
          </a:ln>
        </p:spPr>
        <p:txBody>
          <a:bodyPr/>
          <a:lstStyle/>
          <a:p>
            <a:endParaRPr lang="zh-CN" altLang="en-US"/>
          </a:p>
        </p:txBody>
      </p:sp>
      <p:sp>
        <p:nvSpPr>
          <p:cNvPr id="29" name="Text 27"/>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6B7B6A"/>
                </a:solidFill>
                <a:latin typeface="PingFang SC" pitchFamily="34" charset="0"/>
                <a:ea typeface="PingFang SC" pitchFamily="34" charset="-122"/>
                <a:cs typeface="PingFang SC" pitchFamily="34" charset="-120"/>
              </a:rPr>
              <a:t>004</a:t>
            </a:r>
            <a:endParaRPr lang="en-US" sz="800" dirty="0"/>
          </a:p>
        </p:txBody>
      </p:sp>
      <p:sp>
        <p:nvSpPr>
          <p:cNvPr id="30" name="Shape 0">
            <a:extLst>
              <a:ext uri="{FF2B5EF4-FFF2-40B4-BE49-F238E27FC236}">
                <a16:creationId xmlns:a16="http://schemas.microsoft.com/office/drawing/2014/main" id="{79D7C4A7-2291-B540-72A2-C8AEFFDC6CA4}"/>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31" name="Text 1">
            <a:extLst>
              <a:ext uri="{FF2B5EF4-FFF2-40B4-BE49-F238E27FC236}">
                <a16:creationId xmlns:a16="http://schemas.microsoft.com/office/drawing/2014/main" id="{78B3E923-72D2-06CF-785D-98D7EA184195}"/>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32" name="Text 2">
            <a:extLst>
              <a:ext uri="{FF2B5EF4-FFF2-40B4-BE49-F238E27FC236}">
                <a16:creationId xmlns:a16="http://schemas.microsoft.com/office/drawing/2014/main" id="{739DF7AD-3955-20B6-B4EF-4B57EEBA7DD8}"/>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33" name="Text 2">
            <a:extLst>
              <a:ext uri="{FF2B5EF4-FFF2-40B4-BE49-F238E27FC236}">
                <a16:creationId xmlns:a16="http://schemas.microsoft.com/office/drawing/2014/main" id="{A9B183AF-F91F-1E8D-2D76-71E0960917FF}"/>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逻辑的梦想 </a:t>
            </a:r>
            <a:r>
              <a:rPr lang="en-US" sz="1000" kern="0" spc="400" dirty="0">
                <a:solidFill>
                  <a:srgbClr val="1C1C1C"/>
                </a:solidFill>
                <a:latin typeface="MiSans" pitchFamily="2" charset="-122"/>
                <a:ea typeface="MiSans" pitchFamily="2" charset="-122"/>
              </a:rPr>
              <a:t>—</a:t>
            </a:r>
          </a:p>
        </p:txBody>
      </p:sp>
      <p:sp>
        <p:nvSpPr>
          <p:cNvPr id="36" name="Text 4">
            <a:extLst>
              <a:ext uri="{FF2B5EF4-FFF2-40B4-BE49-F238E27FC236}">
                <a16:creationId xmlns:a16="http://schemas.microsoft.com/office/drawing/2014/main" id="{340CF3F0-3A4E-E616-88D8-7CF13300E5BF}"/>
              </a:ext>
            </a:extLst>
          </p:cNvPr>
          <p:cNvSpPr/>
          <p:nvPr/>
        </p:nvSpPr>
        <p:spPr>
          <a:xfrm>
            <a:off x="548640" y="640080"/>
            <a:ext cx="992293" cy="914400"/>
          </a:xfrm>
          <a:prstGeom prst="rect">
            <a:avLst/>
          </a:prstGeom>
          <a:noFill/>
          <a:ln/>
        </p:spPr>
        <p:txBody>
          <a:bodyPr wrap="square" lIns="0" tIns="0" rIns="0" bIns="0" rtlCol="0" anchor="ctr"/>
          <a:lstStyle/>
          <a:p>
            <a:r>
              <a:rPr lang="en-US" altLang="zh-CN" sz="5400" b="1" dirty="0">
                <a:solidFill>
                  <a:srgbClr val="2D5A3D"/>
                </a:solidFill>
                <a:latin typeface="Source Han Serif CN SemiBold" panose="02020400000000000000" pitchFamily="18" charset="-128"/>
                <a:ea typeface="Source Han Serif CN SemiBold" panose="02020400000000000000" pitchFamily="18" charset="-128"/>
                <a:cs typeface="Playfair Display" pitchFamily="34" charset="-120"/>
              </a:rPr>
              <a:t>II</a:t>
            </a:r>
            <a:r>
              <a:rPr lang="en-US" sz="5400" b="1" dirty="0">
                <a:solidFill>
                  <a:srgbClr val="2D5A3D"/>
                </a:solidFill>
                <a:latin typeface="Source Han Serif CN" panose="02020400000000000000" pitchFamily="18" charset="-128"/>
                <a:ea typeface="Source Han Serif CN" panose="02020400000000000000" pitchFamily="18" charset="-128"/>
                <a:cs typeface="Playfair Display" pitchFamily="34" charset="-120"/>
              </a:rPr>
              <a:t>.</a:t>
            </a:r>
            <a:endParaRPr lang="en-US" sz="5400" b="1" dirty="0">
              <a:latin typeface="Source Han Serif CN" panose="02020400000000000000" pitchFamily="18" charset="-128"/>
              <a:ea typeface="Source Han Serif CN" panose="02020400000000000000" pitchFamily="18" charset="-128"/>
            </a:endParaRPr>
          </a:p>
        </p:txBody>
      </p:sp>
      <p:sp>
        <p:nvSpPr>
          <p:cNvPr id="37" name="Text 5">
            <a:extLst>
              <a:ext uri="{FF2B5EF4-FFF2-40B4-BE49-F238E27FC236}">
                <a16:creationId xmlns:a16="http://schemas.microsoft.com/office/drawing/2014/main" id="{A823C250-1AC0-1E9B-2A86-25A8737707FA}"/>
              </a:ext>
            </a:extLst>
          </p:cNvPr>
          <p:cNvSpPr/>
          <p:nvPr/>
        </p:nvSpPr>
        <p:spPr>
          <a:xfrm>
            <a:off x="1540933" y="982980"/>
            <a:ext cx="7315200" cy="548640"/>
          </a:xfrm>
          <a:prstGeom prst="rect">
            <a:avLst/>
          </a:prstGeom>
          <a:noFill/>
          <a:ln/>
        </p:spPr>
        <p:txBody>
          <a:bodyPr wrap="square" lIns="0" tIns="0" rIns="0" bIns="0" rtlCol="0" anchor="ctr"/>
          <a:lstStyle/>
          <a:p>
            <a:pPr marL="0" indent="0">
              <a:buNone/>
            </a:pPr>
            <a:r>
              <a:rPr lang="en-US" sz="2400" b="1" kern="0" spc="400" dirty="0" err="1">
                <a:solidFill>
                  <a:srgbClr val="6B7B6A"/>
                </a:solidFill>
                <a:latin typeface="Source Han Serif CN SemiBold" panose="02020400000000000000" pitchFamily="18" charset="-128"/>
                <a:ea typeface="Source Han Serif CN SemiBold" panose="02020400000000000000" pitchFamily="18" charset="-128"/>
                <a:cs typeface="PingFang SC" pitchFamily="34" charset="-120"/>
              </a:rPr>
              <a:t>逻辑</a:t>
            </a:r>
            <a:r>
              <a:rPr lang="zh-CN" altLang="en-US" sz="2400" b="1" kern="0" spc="400" dirty="0">
                <a:solidFill>
                  <a:srgbClr val="6B7B6A"/>
                </a:solidFill>
                <a:latin typeface="Source Han Serif CN SemiBold" panose="02020400000000000000" pitchFamily="18" charset="-128"/>
                <a:ea typeface="Source Han Serif CN SemiBold" panose="02020400000000000000" pitchFamily="18" charset="-128"/>
                <a:cs typeface="PingFang SC" pitchFamily="34" charset="-120"/>
              </a:rPr>
              <a:t>的梦想</a:t>
            </a:r>
            <a:endParaRPr lang="en-US" sz="2400" b="1" dirty="0">
              <a:latin typeface="Source Han Serif CN SemiBold" panose="02020400000000000000" pitchFamily="18" charset="-128"/>
              <a:ea typeface="Source Han Serif CN SemiBold" panose="02020400000000000000" pitchFamily="18" charset="-128"/>
            </a:endParaRPr>
          </a:p>
        </p:txBody>
      </p:sp>
      <p:sp>
        <p:nvSpPr>
          <p:cNvPr id="38" name="Text 44">
            <a:extLst>
              <a:ext uri="{FF2B5EF4-FFF2-40B4-BE49-F238E27FC236}">
                <a16:creationId xmlns:a16="http://schemas.microsoft.com/office/drawing/2014/main" id="{68980218-C1B9-7160-51B2-A46DC6782137}"/>
              </a:ext>
            </a:extLst>
          </p:cNvPr>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err="1">
                <a:solidFill>
                  <a:srgbClr val="6B7B6A"/>
                </a:solidFill>
                <a:latin typeface="MiSans Light" pitchFamily="2" charset="-122"/>
                <a:ea typeface="MiSans Light" pitchFamily="2" charset="-122"/>
                <a:cs typeface="PingFang SC" pitchFamily="34" charset="-120"/>
              </a:rPr>
              <a:t>逻辑的梦想</a:t>
            </a:r>
            <a:endParaRPr lang="en-US" sz="800" dirty="0">
              <a:latin typeface="MiSans Light" pitchFamily="2" charset="-122"/>
              <a:ea typeface="MiSans Light"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EDE4"/>
        </a:solidFill>
        <a:effectLst/>
      </p:bgPr>
    </p:bg>
    <p:spTree>
      <p:nvGrpSpPr>
        <p:cNvPr id="1" name=""/>
        <p:cNvGrpSpPr/>
        <p:nvPr/>
      </p:nvGrpSpPr>
      <p:grpSpPr>
        <a:xfrm>
          <a:off x="0" y="0"/>
          <a:ext cx="0" cy="0"/>
          <a:chOff x="0" y="0"/>
          <a:chExt cx="0" cy="0"/>
        </a:xfrm>
      </p:grpSpPr>
      <p:pic>
        <p:nvPicPr>
          <p:cNvPr id="6" name="Image 0" descr="./images/turing.png"/>
          <p:cNvPicPr>
            <a:picLocks noChangeAspect="1"/>
          </p:cNvPicPr>
          <p:nvPr/>
        </p:nvPicPr>
        <p:blipFill>
          <a:blip r:embed="rId3"/>
          <a:srcRect/>
          <a:stretch/>
        </p:blipFill>
        <p:spPr>
          <a:xfrm>
            <a:off x="548640" y="960120"/>
            <a:ext cx="4480560" cy="5486399"/>
          </a:xfrm>
          <a:prstGeom prst="rect">
            <a:avLst/>
          </a:prstGeom>
        </p:spPr>
      </p:pic>
      <p:sp>
        <p:nvSpPr>
          <p:cNvPr id="7" name="Shape 4"/>
          <p:cNvSpPr/>
          <p:nvPr/>
        </p:nvSpPr>
        <p:spPr>
          <a:xfrm>
            <a:off x="548638" y="960118"/>
            <a:ext cx="4480561" cy="5486399"/>
          </a:xfrm>
          <a:prstGeom prst="rect">
            <a:avLst/>
          </a:prstGeom>
          <a:ln w="6350">
            <a:solidFill>
              <a:srgbClr val="1C1C1C"/>
            </a:solidFill>
            <a:prstDash val="solid"/>
          </a:ln>
        </p:spPr>
        <p:txBody>
          <a:bodyPr/>
          <a:lstStyle/>
          <a:p>
            <a:endParaRPr lang="zh-CN" altLang="en-US"/>
          </a:p>
        </p:txBody>
      </p:sp>
      <p:sp>
        <p:nvSpPr>
          <p:cNvPr id="12" name="Text 9"/>
          <p:cNvSpPr/>
          <p:nvPr/>
        </p:nvSpPr>
        <p:spPr>
          <a:xfrm>
            <a:off x="5486400" y="960120"/>
            <a:ext cx="6126480" cy="2194560"/>
          </a:xfrm>
          <a:prstGeom prst="rect">
            <a:avLst/>
          </a:prstGeom>
          <a:noFill/>
          <a:ln/>
        </p:spPr>
        <p:txBody>
          <a:bodyPr wrap="square" lIns="0" tIns="0" rIns="0" bIns="0" rtlCol="0" anchor="ctr"/>
          <a:lstStyle/>
          <a:p>
            <a:pPr marL="0" indent="0">
              <a:lnSpc>
                <a:spcPts val="7480"/>
              </a:lnSpc>
              <a:buNone/>
            </a:pPr>
            <a:r>
              <a:rPr lang="en-US" sz="5400" b="1" dirty="0">
                <a:solidFill>
                  <a:srgbClr val="1C1C1C"/>
                </a:solidFill>
                <a:latin typeface="Source Han Serif CN SemiBold" panose="02020400000000000000" pitchFamily="18" charset="-128"/>
                <a:ea typeface="Source Han Serif CN SemiBold" panose="02020400000000000000" pitchFamily="18" charset="-128"/>
              </a:rPr>
              <a:t>“</a:t>
            </a:r>
            <a:r>
              <a:rPr lang="en-US" sz="5400" b="1" dirty="0" err="1">
                <a:solidFill>
                  <a:srgbClr val="1C1C1C"/>
                </a:solidFill>
                <a:latin typeface="Source Han Serif CN SemiBold" panose="02020400000000000000" pitchFamily="18" charset="-128"/>
                <a:ea typeface="Source Han Serif CN SemiBold" panose="02020400000000000000" pitchFamily="18" charset="-128"/>
              </a:rPr>
              <a:t>机器</a:t>
            </a:r>
            <a:r>
              <a:rPr lang="en-US" sz="5400" b="1" dirty="0">
                <a:solidFill>
                  <a:srgbClr val="1C1C1C"/>
                </a:solidFill>
                <a:latin typeface="Source Han Serif CN SemiBold" panose="02020400000000000000" pitchFamily="18" charset="-128"/>
                <a:ea typeface="Source Han Serif CN SemiBold" panose="02020400000000000000" pitchFamily="18" charset="-128"/>
              </a:rPr>
              <a:t>， </a:t>
            </a:r>
          </a:p>
          <a:p>
            <a:pPr marL="0" indent="0">
              <a:lnSpc>
                <a:spcPts val="7480"/>
              </a:lnSpc>
              <a:buNone/>
            </a:pPr>
            <a:r>
              <a:rPr lang="en-US" sz="5400" b="1" dirty="0">
                <a:solidFill>
                  <a:srgbClr val="1C1C1C"/>
                </a:solidFill>
                <a:latin typeface="Source Han Serif CN SemiBold" panose="02020400000000000000" pitchFamily="18" charset="-128"/>
                <a:ea typeface="Source Han Serif CN SemiBold" panose="02020400000000000000" pitchFamily="18" charset="-128"/>
              </a:rPr>
              <a:t>    </a:t>
            </a:r>
            <a:r>
              <a:rPr lang="zh-CN" altLang="en-US" sz="5400" b="1" dirty="0">
                <a:solidFill>
                  <a:srgbClr val="1C1C1C"/>
                </a:solidFill>
                <a:latin typeface="Source Han Serif CN SemiBold" panose="02020400000000000000" pitchFamily="18" charset="-128"/>
                <a:ea typeface="Source Han Serif CN SemiBold" panose="02020400000000000000" pitchFamily="18" charset="-128"/>
              </a:rPr>
              <a:t>    </a:t>
            </a:r>
            <a:r>
              <a:rPr lang="en-US" sz="5400" b="1" dirty="0" err="1">
                <a:solidFill>
                  <a:srgbClr val="1C1C1C"/>
                </a:solidFill>
                <a:latin typeface="Source Han Serif CN SemiBold" panose="02020400000000000000" pitchFamily="18" charset="-128"/>
                <a:ea typeface="Source Han Serif CN SemiBold" panose="02020400000000000000" pitchFamily="18" charset="-128"/>
              </a:rPr>
              <a:t>能思考吗</a:t>
            </a:r>
            <a:r>
              <a:rPr lang="en-US" sz="5400" b="1" dirty="0">
                <a:solidFill>
                  <a:srgbClr val="1C1C1C"/>
                </a:solidFill>
                <a:latin typeface="Source Han Serif CN SemiBold" panose="02020400000000000000" pitchFamily="18" charset="-128"/>
                <a:ea typeface="Source Han Serif CN SemiBold" panose="02020400000000000000" pitchFamily="18" charset="-128"/>
              </a:rPr>
              <a:t>？”</a:t>
            </a:r>
          </a:p>
        </p:txBody>
      </p:sp>
      <p:sp>
        <p:nvSpPr>
          <p:cNvPr id="13" name="Text 10"/>
          <p:cNvSpPr/>
          <p:nvPr/>
        </p:nvSpPr>
        <p:spPr>
          <a:xfrm>
            <a:off x="5486400" y="3703320"/>
            <a:ext cx="6126480" cy="274320"/>
          </a:xfrm>
          <a:prstGeom prst="rect">
            <a:avLst/>
          </a:prstGeom>
          <a:noFill/>
          <a:ln/>
        </p:spPr>
        <p:txBody>
          <a:bodyPr wrap="square" lIns="0" tIns="0" rIns="0" bIns="0" rtlCol="0" anchor="ctr"/>
          <a:lstStyle/>
          <a:p>
            <a:pPr marL="0" indent="0">
              <a:buNone/>
            </a:pPr>
            <a:r>
              <a:rPr lang="en-US" sz="1100" dirty="0">
                <a:solidFill>
                  <a:srgbClr val="6B7B6A"/>
                </a:solidFill>
                <a:latin typeface="Source Han Serif CN Light" panose="02020400000000000000" pitchFamily="18" charset="-128"/>
                <a:ea typeface="Source Han Serif CN Light" panose="02020400000000000000" pitchFamily="18" charset="-128"/>
                <a:cs typeface="STSong" pitchFamily="34" charset="-120"/>
              </a:rPr>
              <a:t>— 阿兰·图灵，《计算机器与智能》，一九五〇年</a:t>
            </a:r>
            <a:endParaRPr lang="en-US" sz="1100" dirty="0">
              <a:latin typeface="Source Han Serif CN Light" panose="02020400000000000000" pitchFamily="18" charset="-128"/>
              <a:ea typeface="Source Han Serif CN Light" panose="02020400000000000000" pitchFamily="18" charset="-128"/>
            </a:endParaRPr>
          </a:p>
        </p:txBody>
      </p:sp>
      <p:sp>
        <p:nvSpPr>
          <p:cNvPr id="14" name="Shape 11"/>
          <p:cNvSpPr/>
          <p:nvPr/>
        </p:nvSpPr>
        <p:spPr>
          <a:xfrm>
            <a:off x="5486400" y="4069080"/>
            <a:ext cx="6126480" cy="0"/>
          </a:xfrm>
          <a:prstGeom prst="line">
            <a:avLst/>
          </a:prstGeom>
          <a:noFill/>
          <a:ln w="6350">
            <a:solidFill>
              <a:srgbClr val="1C1C1C"/>
            </a:solidFill>
            <a:prstDash val="solid"/>
          </a:ln>
        </p:spPr>
        <p:txBody>
          <a:bodyPr/>
          <a:lstStyle/>
          <a:p>
            <a:endParaRPr lang="zh-CN" altLang="en-US"/>
          </a:p>
        </p:txBody>
      </p:sp>
      <p:sp>
        <p:nvSpPr>
          <p:cNvPr id="17" name="Shape 14"/>
          <p:cNvSpPr/>
          <p:nvPr/>
        </p:nvSpPr>
        <p:spPr>
          <a:xfrm>
            <a:off x="548640" y="6446520"/>
            <a:ext cx="11064240" cy="0"/>
          </a:xfrm>
          <a:prstGeom prst="line">
            <a:avLst/>
          </a:prstGeom>
          <a:noFill/>
          <a:ln w="6350">
            <a:solidFill>
              <a:srgbClr val="1C1C1C"/>
            </a:solidFill>
            <a:prstDash val="solid"/>
          </a:ln>
        </p:spPr>
        <p:txBody>
          <a:bodyPr/>
          <a:lstStyle/>
          <a:p>
            <a:endParaRPr lang="zh-CN" altLang="en-US"/>
          </a:p>
        </p:txBody>
      </p:sp>
      <p:sp>
        <p:nvSpPr>
          <p:cNvPr id="19" name="Text 16"/>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6B7B6A"/>
                </a:solidFill>
                <a:latin typeface="PingFang SC" pitchFamily="34" charset="0"/>
                <a:ea typeface="PingFang SC" pitchFamily="34" charset="-122"/>
                <a:cs typeface="PingFang SC" pitchFamily="34" charset="-120"/>
              </a:rPr>
              <a:t>005</a:t>
            </a:r>
            <a:endParaRPr lang="en-US" sz="800" dirty="0"/>
          </a:p>
        </p:txBody>
      </p:sp>
      <p:sp>
        <p:nvSpPr>
          <p:cNvPr id="20" name="Text 44">
            <a:extLst>
              <a:ext uri="{FF2B5EF4-FFF2-40B4-BE49-F238E27FC236}">
                <a16:creationId xmlns:a16="http://schemas.microsoft.com/office/drawing/2014/main" id="{F06B3B04-B995-8CAD-1EEA-A5D66BBA7DA3}"/>
              </a:ext>
            </a:extLst>
          </p:cNvPr>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err="1">
                <a:solidFill>
                  <a:srgbClr val="6B7B6A"/>
                </a:solidFill>
                <a:latin typeface="MiSans Light" pitchFamily="2" charset="-122"/>
                <a:ea typeface="MiSans Light" pitchFamily="2" charset="-122"/>
                <a:cs typeface="PingFang SC" pitchFamily="34" charset="-120"/>
              </a:rPr>
              <a:t>科学的诞生</a:t>
            </a:r>
            <a:endParaRPr lang="en-US" sz="800" dirty="0">
              <a:latin typeface="MiSans Light" pitchFamily="2" charset="-122"/>
              <a:ea typeface="MiSans Light" pitchFamily="2" charset="-122"/>
            </a:endParaRPr>
          </a:p>
        </p:txBody>
      </p:sp>
      <p:sp>
        <p:nvSpPr>
          <p:cNvPr id="23" name="Shape 0">
            <a:extLst>
              <a:ext uri="{FF2B5EF4-FFF2-40B4-BE49-F238E27FC236}">
                <a16:creationId xmlns:a16="http://schemas.microsoft.com/office/drawing/2014/main" id="{20A25758-99EA-C97E-5F86-9165FF02E64B}"/>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24" name="Text 1">
            <a:extLst>
              <a:ext uri="{FF2B5EF4-FFF2-40B4-BE49-F238E27FC236}">
                <a16:creationId xmlns:a16="http://schemas.microsoft.com/office/drawing/2014/main" id="{865A3228-B382-DA3A-D4A6-0A3290F48B16}"/>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25" name="Text 2">
            <a:extLst>
              <a:ext uri="{FF2B5EF4-FFF2-40B4-BE49-F238E27FC236}">
                <a16:creationId xmlns:a16="http://schemas.microsoft.com/office/drawing/2014/main" id="{5DE5EC02-D0DE-A335-746C-F06E3C02E139}"/>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26" name="Text 2">
            <a:extLst>
              <a:ext uri="{FF2B5EF4-FFF2-40B4-BE49-F238E27FC236}">
                <a16:creationId xmlns:a16="http://schemas.microsoft.com/office/drawing/2014/main" id="{8EF7E40C-8D96-E42E-D509-D1E2747B66D4}"/>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科学的诞生 </a:t>
            </a:r>
            <a:r>
              <a:rPr lang="en-US" sz="1000" kern="0" spc="400" dirty="0">
                <a:solidFill>
                  <a:srgbClr val="1C1C1C"/>
                </a:solidFill>
                <a:latin typeface="MiSans" pitchFamily="2" charset="-122"/>
                <a:ea typeface="MiSans" pitchFamily="2" charset="-122"/>
              </a:rPr>
              <a:t>—</a:t>
            </a:r>
          </a:p>
        </p:txBody>
      </p:sp>
      <p:sp>
        <p:nvSpPr>
          <p:cNvPr id="27" name="Text 12">
            <a:extLst>
              <a:ext uri="{FF2B5EF4-FFF2-40B4-BE49-F238E27FC236}">
                <a16:creationId xmlns:a16="http://schemas.microsoft.com/office/drawing/2014/main" id="{98D96B9E-F1E1-AEF1-D6EC-9537A1D7A265}"/>
              </a:ext>
            </a:extLst>
          </p:cNvPr>
          <p:cNvSpPr/>
          <p:nvPr/>
        </p:nvSpPr>
        <p:spPr>
          <a:xfrm>
            <a:off x="5486400" y="4219383"/>
            <a:ext cx="936266" cy="9144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6000" b="1" dirty="0" err="1">
                <a:solidFill>
                  <a:srgbClr val="2D5A3D"/>
                </a:solidFill>
                <a:latin typeface="Source Han Serif CN SemiBold" panose="02020400000000000000" pitchFamily="18" charset="-128"/>
                <a:ea typeface="Source Han Serif CN SemiBold" panose="02020400000000000000" pitchFamily="18" charset="-128"/>
                <a:cs typeface="Songti SC" pitchFamily="34" charset="-120"/>
              </a:rPr>
              <a:t>从</a:t>
            </a:r>
            <a:endParaRPr lang="en-US" sz="6000" b="1" dirty="0">
              <a:latin typeface="Source Han Serif CN SemiBold" panose="02020400000000000000" pitchFamily="18" charset="-128"/>
              <a:ea typeface="Source Han Serif CN SemiBold" panose="02020400000000000000" pitchFamily="18" charset="-128"/>
            </a:endParaRPr>
          </a:p>
        </p:txBody>
      </p:sp>
      <p:sp>
        <p:nvSpPr>
          <p:cNvPr id="28" name="Text 13">
            <a:extLst>
              <a:ext uri="{FF2B5EF4-FFF2-40B4-BE49-F238E27FC236}">
                <a16:creationId xmlns:a16="http://schemas.microsoft.com/office/drawing/2014/main" id="{C41C5753-A882-385A-80B4-DEEE99DD1846}"/>
              </a:ext>
            </a:extLst>
          </p:cNvPr>
          <p:cNvSpPr/>
          <p:nvPr/>
        </p:nvSpPr>
        <p:spPr>
          <a:xfrm>
            <a:off x="6422667" y="4289722"/>
            <a:ext cx="2069530" cy="830918"/>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spcAft>
                <a:spcPts val="200"/>
              </a:spcAft>
            </a:pPr>
            <a:r>
              <a:rPr lang="en-US" sz="1100" dirty="0" err="1">
                <a:solidFill>
                  <a:srgbClr val="1C1C1C"/>
                </a:solidFill>
                <a:latin typeface="Source Han Serif CN" panose="02020400000000000000" pitchFamily="18" charset="-128"/>
                <a:ea typeface="Source Han Serif CN" panose="02020400000000000000" pitchFamily="18" charset="-128"/>
                <a:cs typeface="STSong" pitchFamily="34" charset="-120"/>
              </a:rPr>
              <a:t>在硅之前，人类便已梦想着会思考的机器</a:t>
            </a:r>
            <a:r>
              <a:rPr lang="en-US" sz="1100" dirty="0">
                <a:solidFill>
                  <a:srgbClr val="1C1C1C"/>
                </a:solidFill>
                <a:latin typeface="Source Han Serif CN" panose="02020400000000000000" pitchFamily="18" charset="-128"/>
                <a:ea typeface="Source Han Serif CN" panose="02020400000000000000" pitchFamily="18" charset="-128"/>
                <a:cs typeface="STSong" pitchFamily="34" charset="-120"/>
              </a:rPr>
              <a:t>。</a:t>
            </a:r>
            <a:r>
              <a:rPr lang="en-US" altLang="zh-CN" sz="1100" dirty="0">
                <a:solidFill>
                  <a:srgbClr val="1C1C1C"/>
                </a:solidFill>
                <a:latin typeface="Source Han Serif CN" panose="02020400000000000000" pitchFamily="18" charset="-128"/>
                <a:ea typeface="Source Han Serif CN" panose="02020400000000000000" pitchFamily="18" charset="-128"/>
                <a:cs typeface="STSong" pitchFamily="34" charset="-120"/>
              </a:rPr>
              <a:t> </a:t>
            </a:r>
            <a:r>
              <a:rPr lang="en-US" altLang="zh-CN" sz="1100" dirty="0" err="1">
                <a:solidFill>
                  <a:srgbClr val="1C1C1C"/>
                </a:solidFill>
                <a:latin typeface="Source Han Serif CN" panose="02020400000000000000" pitchFamily="18" charset="-128"/>
                <a:ea typeface="Source Han Serif CN" panose="02020400000000000000" pitchFamily="18" charset="-128"/>
                <a:cs typeface="STSong" pitchFamily="34" charset="-120"/>
              </a:rPr>
              <a:t>从克里特的塔罗斯到布拉格的傀儡</a:t>
            </a:r>
            <a:r>
              <a:rPr lang="en-US" altLang="zh-CN" sz="1100" dirty="0">
                <a:solidFill>
                  <a:srgbClr val="1C1C1C"/>
                </a:solidFill>
                <a:latin typeface="Source Han Serif CN" panose="02020400000000000000" pitchFamily="18" charset="-128"/>
                <a:ea typeface="Source Han Serif CN" panose="02020400000000000000" pitchFamily="18" charset="-128"/>
                <a:cs typeface="STSong" pitchFamily="34" charset="-120"/>
              </a:rPr>
              <a:t> </a:t>
            </a:r>
            <a:r>
              <a:rPr lang="en-US" altLang="zh-CN" sz="1100" dirty="0" err="1">
                <a:solidFill>
                  <a:srgbClr val="1C1C1C"/>
                </a:solidFill>
                <a:latin typeface="Source Han Serif CN" panose="02020400000000000000" pitchFamily="18" charset="-128"/>
                <a:ea typeface="Source Han Serif CN" panose="02020400000000000000" pitchFamily="18" charset="-128"/>
                <a:cs typeface="STSong" pitchFamily="34" charset="-120"/>
              </a:rPr>
              <a:t>从克里特的塔罗到布拉格的傀儡</a:t>
            </a:r>
            <a:endParaRPr lang="en-US" sz="1100" dirty="0">
              <a:latin typeface="Source Han Serif CN" panose="02020400000000000000" pitchFamily="18" charset="-128"/>
              <a:ea typeface="Source Han Serif CN" panose="02020400000000000000" pitchFamily="18" charset="-128"/>
            </a:endParaRPr>
          </a:p>
        </p:txBody>
      </p:sp>
      <p:sp>
        <p:nvSpPr>
          <p:cNvPr id="29" name="Text 13">
            <a:extLst>
              <a:ext uri="{FF2B5EF4-FFF2-40B4-BE49-F238E27FC236}">
                <a16:creationId xmlns:a16="http://schemas.microsoft.com/office/drawing/2014/main" id="{2922CDFC-3CF4-16C6-7B2E-794848F580DD}"/>
              </a:ext>
            </a:extLst>
          </p:cNvPr>
          <p:cNvSpPr/>
          <p:nvPr/>
        </p:nvSpPr>
        <p:spPr>
          <a:xfrm>
            <a:off x="5496543" y="5133783"/>
            <a:ext cx="2995653" cy="1176989"/>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spcAft>
                <a:spcPts val="200"/>
              </a:spcAft>
            </a:pPr>
            <a:r>
              <a:rPr lang="en-US" altLang="zh-CN" sz="1100" dirty="0">
                <a:solidFill>
                  <a:srgbClr val="1C1C1C"/>
                </a:solidFill>
                <a:latin typeface="Source Han Serif CN" panose="02020400000000000000" pitchFamily="18" charset="-128"/>
                <a:ea typeface="Source Han Serif CN" panose="02020400000000000000" pitchFamily="18" charset="-128"/>
                <a:cs typeface="STSong" pitchFamily="34" charset="-120"/>
              </a:rPr>
              <a:t>在硅之前，人类便已梦想着会思考的机器。从克里特的塔罗斯到布拉格的傀儡在硅之前，人类便已梦想着会思考的机器。从克里特的塔罗斯到布拉格的傀儡</a:t>
            </a:r>
            <a:endParaRPr lang="en-US" altLang="zh-CN" sz="1100" dirty="0">
              <a:latin typeface="Source Han Serif CN" panose="02020400000000000000" pitchFamily="18" charset="-128"/>
              <a:ea typeface="Source Han Serif CN" panose="02020400000000000000" pitchFamily="18" charset="-128"/>
            </a:endParaRPr>
          </a:p>
          <a:p>
            <a:pPr>
              <a:lnSpc>
                <a:spcPct val="150000"/>
              </a:lnSpc>
              <a:spcAft>
                <a:spcPts val="200"/>
              </a:spcAft>
            </a:pPr>
            <a:endParaRPr lang="en-US" altLang="zh-CN" sz="1100" dirty="0">
              <a:latin typeface="Source Han Serif CN" panose="02020400000000000000" pitchFamily="18" charset="-128"/>
              <a:ea typeface="Source Han Serif CN" panose="02020400000000000000" pitchFamily="18" charset="-128"/>
            </a:endParaRPr>
          </a:p>
        </p:txBody>
      </p:sp>
      <p:sp>
        <p:nvSpPr>
          <p:cNvPr id="32" name="Text 13">
            <a:extLst>
              <a:ext uri="{FF2B5EF4-FFF2-40B4-BE49-F238E27FC236}">
                <a16:creationId xmlns:a16="http://schemas.microsoft.com/office/drawing/2014/main" id="{C65C5266-1970-5BB4-638A-4F26D59579AD}"/>
              </a:ext>
            </a:extLst>
          </p:cNvPr>
          <p:cNvSpPr/>
          <p:nvPr/>
        </p:nvSpPr>
        <p:spPr>
          <a:xfrm>
            <a:off x="8959539" y="4289722"/>
            <a:ext cx="2650996" cy="1973914"/>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spcAft>
                <a:spcPts val="200"/>
              </a:spcAft>
            </a:pPr>
            <a:r>
              <a:rPr lang="en-US" altLang="zh-CN" sz="1100" dirty="0">
                <a:solidFill>
                  <a:srgbClr val="1C1C1C"/>
                </a:solidFill>
                <a:latin typeface="Source Han Serif CN" panose="02020400000000000000" pitchFamily="18" charset="-128"/>
                <a:ea typeface="Source Han Serif CN" panose="02020400000000000000" pitchFamily="18" charset="-128"/>
                <a:cs typeface="STSong" pitchFamily="34" charset="-120"/>
              </a:rPr>
              <a:t>在硅之前，人类便已梦想着会思考的机器。从克里特的塔罗斯到布拉格的傀儡在硅之前，人类便已梦想着会思考的机器。从克里特的塔罗斯到布拉格的傀儡</a:t>
            </a:r>
            <a:endParaRPr lang="en-US" altLang="zh-CN" sz="1100" dirty="0">
              <a:latin typeface="Source Han Serif CN" panose="02020400000000000000" pitchFamily="18" charset="-128"/>
              <a:ea typeface="Source Han Serif CN" panose="02020400000000000000" pitchFamily="18" charset="-128"/>
            </a:endParaRPr>
          </a:p>
          <a:p>
            <a:pPr>
              <a:lnSpc>
                <a:spcPct val="150000"/>
              </a:lnSpc>
              <a:spcAft>
                <a:spcPts val="200"/>
              </a:spcAft>
            </a:pPr>
            <a:r>
              <a:rPr lang="en-US" altLang="zh-CN" sz="1100" dirty="0" err="1">
                <a:solidFill>
                  <a:srgbClr val="1C1C1C"/>
                </a:solidFill>
                <a:latin typeface="Source Han Serif CN" panose="02020400000000000000" pitchFamily="18" charset="-128"/>
                <a:ea typeface="Source Han Serif CN" panose="02020400000000000000" pitchFamily="18" charset="-128"/>
                <a:cs typeface="STSong" pitchFamily="34" charset="-120"/>
              </a:rPr>
              <a:t>在硅之前，人类便已梦想着会思考的机器。从克里特的塔罗斯到布拉格的傀儡在硅之前，人类便已梦想着会思考的机器</a:t>
            </a:r>
            <a:r>
              <a:rPr lang="en-US" altLang="zh-CN" sz="1100" dirty="0">
                <a:solidFill>
                  <a:srgbClr val="1C1C1C"/>
                </a:solidFill>
                <a:latin typeface="Source Han Serif CN" panose="02020400000000000000" pitchFamily="18" charset="-128"/>
                <a:ea typeface="Source Han Serif CN" panose="02020400000000000000" pitchFamily="18" charset="-128"/>
                <a:cs typeface="STSong" pitchFamily="34" charset="-120"/>
              </a:rPr>
              <a:t>。</a:t>
            </a:r>
            <a:endParaRPr lang="en-US" altLang="zh-CN" sz="1100" dirty="0">
              <a:latin typeface="Source Han Serif CN" panose="02020400000000000000" pitchFamily="18" charset="-128"/>
              <a:ea typeface="Source Han Serif CN" panose="02020400000000000000" pitchFamily="18"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EDE4"/>
        </a:solidFill>
        <a:effectLst/>
      </p:bgPr>
    </p:bg>
    <p:spTree>
      <p:nvGrpSpPr>
        <p:cNvPr id="1" name=""/>
        <p:cNvGrpSpPr/>
        <p:nvPr/>
      </p:nvGrpSpPr>
      <p:grpSpPr>
        <a:xfrm>
          <a:off x="0" y="0"/>
          <a:ext cx="0" cy="0"/>
          <a:chOff x="0" y="0"/>
          <a:chExt cx="0" cy="0"/>
        </a:xfrm>
      </p:grpSpPr>
      <p:sp>
        <p:nvSpPr>
          <p:cNvPr id="6" name="Text 4"/>
          <p:cNvSpPr/>
          <p:nvPr/>
        </p:nvSpPr>
        <p:spPr>
          <a:xfrm>
            <a:off x="548640" y="777240"/>
            <a:ext cx="10972800" cy="740661"/>
          </a:xfrm>
          <a:prstGeom prst="rect">
            <a:avLst/>
          </a:prstGeom>
          <a:noFill/>
          <a:ln/>
        </p:spPr>
        <p:txBody>
          <a:bodyPr wrap="square" lIns="0" tIns="0" rIns="0" bIns="0" rtlCol="0" anchor="ctr"/>
          <a:lstStyle/>
          <a:p>
            <a:pPr marL="0" indent="0">
              <a:buNone/>
            </a:pPr>
            <a:r>
              <a:rPr lang="en-US" sz="4000" b="1" spc="300" dirty="0" err="1">
                <a:solidFill>
                  <a:srgbClr val="1C1C1C"/>
                </a:solidFill>
                <a:latin typeface="Source Han Serif CN SemiBold" panose="02020400000000000000" pitchFamily="18" charset="-128"/>
                <a:ea typeface="Source Han Serif CN SemiBold" panose="02020400000000000000" pitchFamily="18" charset="-128"/>
              </a:rPr>
              <a:t>达特茅斯</a:t>
            </a:r>
            <a:endParaRPr lang="en-US" sz="3600" b="1" dirty="0">
              <a:solidFill>
                <a:srgbClr val="1C1C1C"/>
              </a:solidFill>
              <a:latin typeface="Source Han Serif CN SemiBold" panose="02020400000000000000" pitchFamily="18" charset="-128"/>
              <a:ea typeface="Source Han Serif CN SemiBold" panose="02020400000000000000" pitchFamily="18" charset="-128"/>
            </a:endParaRPr>
          </a:p>
        </p:txBody>
      </p:sp>
      <p:sp>
        <p:nvSpPr>
          <p:cNvPr id="7" name="Text 5"/>
          <p:cNvSpPr/>
          <p:nvPr/>
        </p:nvSpPr>
        <p:spPr>
          <a:xfrm>
            <a:off x="548640" y="1508760"/>
            <a:ext cx="10972800" cy="640080"/>
          </a:xfrm>
          <a:prstGeom prst="rect">
            <a:avLst/>
          </a:prstGeom>
          <a:noFill/>
          <a:ln/>
        </p:spPr>
        <p:txBody>
          <a:bodyPr wrap="square" lIns="0" tIns="0" rIns="0" bIns="0" rtlCol="0" anchor="ctr"/>
          <a:lstStyle/>
          <a:p>
            <a:pPr marL="0" indent="0">
              <a:buNone/>
            </a:pPr>
            <a:r>
              <a:rPr lang="en-US" sz="3200" b="1" spc="300" dirty="0" err="1">
                <a:solidFill>
                  <a:srgbClr val="2D5A3D"/>
                </a:solidFill>
                <a:latin typeface="Source Han Serif CN SemiBold" panose="02020400000000000000" pitchFamily="18" charset="-128"/>
                <a:ea typeface="Source Han Serif CN SemiBold" panose="02020400000000000000" pitchFamily="18" charset="-128"/>
                <a:cs typeface="Songti SC" pitchFamily="34" charset="-120"/>
              </a:rPr>
              <a:t>一个词，于此夏诞生</a:t>
            </a:r>
            <a:r>
              <a:rPr lang="en-US" sz="3200" b="1" spc="300" dirty="0">
                <a:solidFill>
                  <a:srgbClr val="2D5A3D"/>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3200" b="1" spc="300" dirty="0">
              <a:latin typeface="Source Han Serif CN SemiBold" panose="02020400000000000000" pitchFamily="18" charset="-128"/>
              <a:ea typeface="Source Han Serif CN SemiBold" panose="02020400000000000000" pitchFamily="18" charset="-128"/>
            </a:endParaRPr>
          </a:p>
        </p:txBody>
      </p:sp>
      <p:sp>
        <p:nvSpPr>
          <p:cNvPr id="8" name="Shape 6"/>
          <p:cNvSpPr/>
          <p:nvPr/>
        </p:nvSpPr>
        <p:spPr>
          <a:xfrm>
            <a:off x="548640" y="2286000"/>
            <a:ext cx="11064240" cy="0"/>
          </a:xfrm>
          <a:prstGeom prst="line">
            <a:avLst/>
          </a:prstGeom>
          <a:noFill/>
          <a:ln w="6350">
            <a:solidFill>
              <a:srgbClr val="1C1C1C"/>
            </a:solidFill>
            <a:prstDash val="solid"/>
          </a:ln>
        </p:spPr>
        <p:txBody>
          <a:bodyPr/>
          <a:lstStyle/>
          <a:p>
            <a:endParaRPr lang="zh-CN" altLang="en-US"/>
          </a:p>
        </p:txBody>
      </p:sp>
      <p:sp>
        <p:nvSpPr>
          <p:cNvPr id="9" name="Text 7"/>
          <p:cNvSpPr/>
          <p:nvPr/>
        </p:nvSpPr>
        <p:spPr>
          <a:xfrm>
            <a:off x="548639" y="2432301"/>
            <a:ext cx="11064240" cy="493777"/>
          </a:xfrm>
          <a:prstGeom prst="rect">
            <a:avLst/>
          </a:prstGeom>
          <a:noFill/>
          <a:ln/>
        </p:spPr>
        <p:txBody>
          <a:bodyPr wrap="square" lIns="0" tIns="0" rIns="0" bIns="0" rtlCol="0" anchor="ctr"/>
          <a:lstStyle/>
          <a:p>
            <a:pPr marL="0" indent="0">
              <a:buNone/>
            </a:pPr>
            <a:r>
              <a:rPr lang="en-US" sz="1300" dirty="0" err="1">
                <a:solidFill>
                  <a:srgbClr val="6B7B6A"/>
                </a:solidFill>
                <a:latin typeface="Source Han Serif CN" panose="02020400000000000000" pitchFamily="18" charset="-128"/>
                <a:ea typeface="Source Han Serif CN" panose="02020400000000000000" pitchFamily="18" charset="-128"/>
                <a:cs typeface="STSong" pitchFamily="34" charset="-120"/>
              </a:rPr>
              <a:t>一九五六年的夏天，十位学者聚集在新罕布什尔州的校园里，为一门新生的科学命名。他们第一次称它为</a:t>
            </a:r>
            <a:r>
              <a:rPr lang="en-US" altLang="zh-CN" sz="1300" dirty="0">
                <a:solidFill>
                  <a:srgbClr val="6B7B6A"/>
                </a:solidFill>
                <a:latin typeface="Source Han Serif CN" panose="02020400000000000000" pitchFamily="18" charset="-128"/>
                <a:ea typeface="Source Han Serif CN" panose="02020400000000000000" pitchFamily="18" charset="-128"/>
                <a:cs typeface="STSong" pitchFamily="34" charset="-120"/>
              </a:rPr>
              <a:t>——</a:t>
            </a:r>
            <a:r>
              <a:rPr lang="en-US" sz="1300" dirty="0" err="1">
                <a:solidFill>
                  <a:srgbClr val="6B7B6A"/>
                </a:solidFill>
                <a:latin typeface="Source Han Serif CN" panose="02020400000000000000" pitchFamily="18" charset="-128"/>
                <a:ea typeface="Source Han Serif CN" panose="02020400000000000000" pitchFamily="18" charset="-128"/>
                <a:cs typeface="STSong" pitchFamily="34" charset="-120"/>
              </a:rPr>
              <a:t>人工智能</a:t>
            </a:r>
            <a:r>
              <a:rPr lang="en-US" sz="1300" dirty="0">
                <a:solidFill>
                  <a:srgbClr val="6B7B6A"/>
                </a:solidFill>
                <a:latin typeface="Source Han Serif CN" panose="02020400000000000000" pitchFamily="18" charset="-128"/>
                <a:ea typeface="Source Han Serif CN" panose="02020400000000000000" pitchFamily="18" charset="-128"/>
                <a:cs typeface="STSong" pitchFamily="34" charset="-120"/>
              </a:rPr>
              <a:t>。</a:t>
            </a:r>
            <a:endParaRPr lang="en-US" sz="1300" dirty="0">
              <a:latin typeface="Source Han Serif CN" panose="02020400000000000000" pitchFamily="18" charset="-128"/>
              <a:ea typeface="Source Han Serif CN" panose="02020400000000000000" pitchFamily="18" charset="-128"/>
            </a:endParaRPr>
          </a:p>
        </p:txBody>
      </p:sp>
      <p:pic>
        <p:nvPicPr>
          <p:cNvPr id="10" name="Image 0" descr="./images/mccarthy.png"/>
          <p:cNvPicPr>
            <a:picLocks noChangeAspect="1"/>
          </p:cNvPicPr>
          <p:nvPr/>
        </p:nvPicPr>
        <p:blipFill>
          <a:blip r:embed="rId3"/>
          <a:srcRect/>
          <a:stretch/>
        </p:blipFill>
        <p:spPr>
          <a:xfrm>
            <a:off x="548640" y="3200400"/>
            <a:ext cx="3291840" cy="2743200"/>
          </a:xfrm>
          <a:prstGeom prst="rect">
            <a:avLst/>
          </a:prstGeom>
        </p:spPr>
      </p:pic>
      <p:sp>
        <p:nvSpPr>
          <p:cNvPr id="11" name="Shape 8"/>
          <p:cNvSpPr/>
          <p:nvPr/>
        </p:nvSpPr>
        <p:spPr>
          <a:xfrm>
            <a:off x="548640" y="3200400"/>
            <a:ext cx="3291840" cy="2743200"/>
          </a:xfrm>
          <a:prstGeom prst="rect">
            <a:avLst/>
          </a:prstGeom>
          <a:ln w="6350">
            <a:solidFill>
              <a:srgbClr val="1C1C1C"/>
            </a:solidFill>
            <a:prstDash val="solid"/>
          </a:ln>
        </p:spPr>
        <p:txBody>
          <a:bodyPr/>
          <a:lstStyle/>
          <a:p>
            <a:endParaRPr lang="zh-CN" altLang="en-US"/>
          </a:p>
        </p:txBody>
      </p:sp>
      <p:sp>
        <p:nvSpPr>
          <p:cNvPr id="12" name="Text 9"/>
          <p:cNvSpPr/>
          <p:nvPr/>
        </p:nvSpPr>
        <p:spPr>
          <a:xfrm>
            <a:off x="548640" y="6030468"/>
            <a:ext cx="3108960" cy="164592"/>
          </a:xfrm>
          <a:prstGeom prst="rect">
            <a:avLst/>
          </a:prstGeom>
          <a:noFill/>
          <a:ln/>
        </p:spPr>
        <p:txBody>
          <a:bodyPr wrap="square" lIns="0" tIns="0" rIns="0" bIns="0" rtlCol="0" anchor="ctr"/>
          <a:lstStyle/>
          <a:p>
            <a:pPr marL="0" indent="0">
              <a:buNone/>
            </a:pPr>
            <a:r>
              <a:rPr lang="en-US" sz="900" kern="0" dirty="0">
                <a:solidFill>
                  <a:srgbClr val="4A5A48"/>
                </a:solidFill>
                <a:latin typeface="MiSans" pitchFamily="2" charset="-122"/>
                <a:ea typeface="MiSans" pitchFamily="2" charset="-122"/>
                <a:cs typeface="PingFang SC" pitchFamily="34" charset="-120"/>
              </a:rPr>
              <a:t>约 翰 · 麦 卡 锡</a:t>
            </a:r>
            <a:endParaRPr lang="en-US" sz="900" dirty="0">
              <a:latin typeface="MiSans" pitchFamily="2" charset="-122"/>
              <a:ea typeface="MiSans" pitchFamily="2" charset="-122"/>
            </a:endParaRPr>
          </a:p>
        </p:txBody>
      </p:sp>
      <p:pic>
        <p:nvPicPr>
          <p:cNvPr id="14" name="Image 1" descr="./images/minsky.png"/>
          <p:cNvPicPr>
            <a:picLocks noChangeAspect="1"/>
          </p:cNvPicPr>
          <p:nvPr/>
        </p:nvPicPr>
        <p:blipFill>
          <a:blip r:embed="rId4"/>
          <a:srcRect/>
          <a:stretch/>
        </p:blipFill>
        <p:spPr>
          <a:xfrm>
            <a:off x="4206240" y="3204972"/>
            <a:ext cx="3657600" cy="2738628"/>
          </a:xfrm>
          <a:prstGeom prst="rect">
            <a:avLst/>
          </a:prstGeom>
        </p:spPr>
      </p:pic>
      <p:sp>
        <p:nvSpPr>
          <p:cNvPr id="15" name="Shape 11"/>
          <p:cNvSpPr/>
          <p:nvPr/>
        </p:nvSpPr>
        <p:spPr>
          <a:xfrm>
            <a:off x="4206240" y="3200399"/>
            <a:ext cx="3657600" cy="2743200"/>
          </a:xfrm>
          <a:prstGeom prst="rect">
            <a:avLst/>
          </a:prstGeom>
          <a:ln w="6350">
            <a:solidFill>
              <a:srgbClr val="1C1C1C"/>
            </a:solidFill>
            <a:prstDash val="solid"/>
          </a:ln>
        </p:spPr>
        <p:txBody>
          <a:bodyPr/>
          <a:lstStyle/>
          <a:p>
            <a:endParaRPr lang="zh-CN" altLang="en-US"/>
          </a:p>
        </p:txBody>
      </p:sp>
      <p:sp>
        <p:nvSpPr>
          <p:cNvPr id="16" name="Text 12"/>
          <p:cNvSpPr/>
          <p:nvPr/>
        </p:nvSpPr>
        <p:spPr>
          <a:xfrm>
            <a:off x="4206240" y="6030468"/>
            <a:ext cx="3474720" cy="164592"/>
          </a:xfrm>
          <a:prstGeom prst="rect">
            <a:avLst/>
          </a:prstGeom>
          <a:noFill/>
          <a:ln/>
        </p:spPr>
        <p:txBody>
          <a:bodyPr wrap="square" lIns="0" tIns="0" rIns="0" bIns="0" rtlCol="0" anchor="ctr"/>
          <a:lstStyle/>
          <a:p>
            <a:pPr marL="0" indent="0">
              <a:buNone/>
            </a:pPr>
            <a:r>
              <a:rPr lang="en-US" sz="900" kern="0" dirty="0">
                <a:solidFill>
                  <a:srgbClr val="4A5A48"/>
                </a:solidFill>
                <a:latin typeface="MiSans" pitchFamily="2" charset="-122"/>
                <a:ea typeface="MiSans" pitchFamily="2" charset="-122"/>
                <a:cs typeface="PingFang SC" pitchFamily="34" charset="-120"/>
              </a:rPr>
              <a:t>马 文 · 明 斯 基</a:t>
            </a:r>
            <a:endParaRPr lang="en-US" sz="900" dirty="0">
              <a:latin typeface="MiSans" pitchFamily="2" charset="-122"/>
              <a:ea typeface="MiSans" pitchFamily="2" charset="-122"/>
            </a:endParaRPr>
          </a:p>
        </p:txBody>
      </p:sp>
      <p:pic>
        <p:nvPicPr>
          <p:cNvPr id="18" name="Image 2" descr="./images/shannon-simon.png"/>
          <p:cNvPicPr>
            <a:picLocks noChangeAspect="1"/>
          </p:cNvPicPr>
          <p:nvPr/>
        </p:nvPicPr>
        <p:blipFill>
          <a:blip r:embed="rId5"/>
          <a:srcRect/>
          <a:stretch/>
        </p:blipFill>
        <p:spPr>
          <a:xfrm>
            <a:off x="8229600" y="3200399"/>
            <a:ext cx="3383280" cy="2724912"/>
          </a:xfrm>
          <a:prstGeom prst="rect">
            <a:avLst/>
          </a:prstGeom>
        </p:spPr>
      </p:pic>
      <p:sp>
        <p:nvSpPr>
          <p:cNvPr id="19" name="Shape 14"/>
          <p:cNvSpPr/>
          <p:nvPr/>
        </p:nvSpPr>
        <p:spPr>
          <a:xfrm>
            <a:off x="8229600" y="3200399"/>
            <a:ext cx="3383280" cy="2724912"/>
          </a:xfrm>
          <a:prstGeom prst="rect">
            <a:avLst/>
          </a:prstGeom>
          <a:ln w="6350">
            <a:solidFill>
              <a:srgbClr val="1C1C1C"/>
            </a:solidFill>
            <a:prstDash val="solid"/>
          </a:ln>
        </p:spPr>
        <p:txBody>
          <a:bodyPr/>
          <a:lstStyle/>
          <a:p>
            <a:endParaRPr lang="zh-CN" altLang="en-US"/>
          </a:p>
        </p:txBody>
      </p:sp>
      <p:sp>
        <p:nvSpPr>
          <p:cNvPr id="20" name="Text 15"/>
          <p:cNvSpPr/>
          <p:nvPr/>
        </p:nvSpPr>
        <p:spPr>
          <a:xfrm>
            <a:off x="8229600" y="6030468"/>
            <a:ext cx="3200400" cy="164592"/>
          </a:xfrm>
          <a:prstGeom prst="rect">
            <a:avLst/>
          </a:prstGeom>
          <a:noFill/>
          <a:ln/>
        </p:spPr>
        <p:txBody>
          <a:bodyPr wrap="square" lIns="0" tIns="0" rIns="0" bIns="0" rtlCol="0" anchor="ctr"/>
          <a:lstStyle/>
          <a:p>
            <a:pPr marL="0" indent="0">
              <a:buNone/>
            </a:pPr>
            <a:r>
              <a:rPr lang="en-US" sz="900" kern="0" dirty="0">
                <a:solidFill>
                  <a:srgbClr val="4A5A48"/>
                </a:solidFill>
                <a:latin typeface="MiSans" pitchFamily="2" charset="-122"/>
                <a:ea typeface="MiSans" pitchFamily="2" charset="-122"/>
                <a:cs typeface="PingFang SC" pitchFamily="34" charset="-120"/>
              </a:rPr>
              <a:t>香 农 与 西 蒙</a:t>
            </a:r>
            <a:endParaRPr lang="en-US" sz="900" dirty="0">
              <a:latin typeface="MiSans" pitchFamily="2" charset="-122"/>
              <a:ea typeface="MiSans" pitchFamily="2" charset="-122"/>
            </a:endParaRPr>
          </a:p>
        </p:txBody>
      </p:sp>
      <p:sp>
        <p:nvSpPr>
          <p:cNvPr id="23" name="Shape 18"/>
          <p:cNvSpPr/>
          <p:nvPr/>
        </p:nvSpPr>
        <p:spPr>
          <a:xfrm>
            <a:off x="548640" y="6446520"/>
            <a:ext cx="11064240" cy="0"/>
          </a:xfrm>
          <a:prstGeom prst="line">
            <a:avLst/>
          </a:prstGeom>
          <a:noFill/>
          <a:ln w="6350">
            <a:solidFill>
              <a:srgbClr val="1C1C1C"/>
            </a:solidFill>
            <a:prstDash val="solid"/>
          </a:ln>
        </p:spPr>
        <p:txBody>
          <a:bodyPr/>
          <a:lstStyle/>
          <a:p>
            <a:endParaRPr lang="zh-CN" altLang="en-US"/>
          </a:p>
        </p:txBody>
      </p:sp>
      <p:sp>
        <p:nvSpPr>
          <p:cNvPr id="25" name="Text 20"/>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6B7B6A"/>
                </a:solidFill>
                <a:latin typeface="PingFang SC" pitchFamily="34" charset="0"/>
                <a:ea typeface="PingFang SC" pitchFamily="34" charset="-122"/>
                <a:cs typeface="PingFang SC" pitchFamily="34" charset="-120"/>
              </a:rPr>
              <a:t>006</a:t>
            </a:r>
            <a:endParaRPr lang="en-US" sz="800" dirty="0"/>
          </a:p>
        </p:txBody>
      </p:sp>
      <p:sp>
        <p:nvSpPr>
          <p:cNvPr id="30" name="Shape 0">
            <a:extLst>
              <a:ext uri="{FF2B5EF4-FFF2-40B4-BE49-F238E27FC236}">
                <a16:creationId xmlns:a16="http://schemas.microsoft.com/office/drawing/2014/main" id="{A0CE1029-E3C0-9A8A-757C-6CCABEDF7632}"/>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31" name="Text 1">
            <a:extLst>
              <a:ext uri="{FF2B5EF4-FFF2-40B4-BE49-F238E27FC236}">
                <a16:creationId xmlns:a16="http://schemas.microsoft.com/office/drawing/2014/main" id="{6FE3B2DC-6658-88E0-4F93-AAA7326348C4}"/>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32" name="Text 2">
            <a:extLst>
              <a:ext uri="{FF2B5EF4-FFF2-40B4-BE49-F238E27FC236}">
                <a16:creationId xmlns:a16="http://schemas.microsoft.com/office/drawing/2014/main" id="{01BC5176-618A-6F19-F5C1-A32FDF5DA2C3}"/>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33" name="Text 2">
            <a:extLst>
              <a:ext uri="{FF2B5EF4-FFF2-40B4-BE49-F238E27FC236}">
                <a16:creationId xmlns:a16="http://schemas.microsoft.com/office/drawing/2014/main" id="{D6C581DB-8B71-A6AD-2065-84CF2D047DC9}"/>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科学的诞生 </a:t>
            </a:r>
            <a:r>
              <a:rPr lang="en-US" sz="1000" kern="0" spc="400" dirty="0">
                <a:solidFill>
                  <a:srgbClr val="1C1C1C"/>
                </a:solidFill>
                <a:latin typeface="MiSans" pitchFamily="2" charset="-122"/>
                <a:ea typeface="MiSans" pitchFamily="2" charset="-122"/>
              </a:rPr>
              <a:t>—</a:t>
            </a:r>
          </a:p>
        </p:txBody>
      </p:sp>
      <p:sp>
        <p:nvSpPr>
          <p:cNvPr id="38" name="Text 44">
            <a:extLst>
              <a:ext uri="{FF2B5EF4-FFF2-40B4-BE49-F238E27FC236}">
                <a16:creationId xmlns:a16="http://schemas.microsoft.com/office/drawing/2014/main" id="{37D0C42A-28BF-899C-5898-255B543ED440}"/>
              </a:ext>
            </a:extLst>
          </p:cNvPr>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err="1">
                <a:solidFill>
                  <a:srgbClr val="6B7B6A"/>
                </a:solidFill>
                <a:latin typeface="MiSans Light" pitchFamily="2" charset="-122"/>
                <a:ea typeface="MiSans Light" pitchFamily="2" charset="-122"/>
                <a:cs typeface="PingFang SC" pitchFamily="34" charset="-120"/>
              </a:rPr>
              <a:t>科学的诞生</a:t>
            </a:r>
            <a:endParaRPr lang="en-US" sz="800" dirty="0">
              <a:latin typeface="MiSans Light" pitchFamily="2" charset="-122"/>
              <a:ea typeface="MiSans Light"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EDE4"/>
        </a:solidFill>
        <a:effectLst/>
      </p:bgPr>
    </p:bg>
    <p:spTree>
      <p:nvGrpSpPr>
        <p:cNvPr id="1" name=""/>
        <p:cNvGrpSpPr/>
        <p:nvPr/>
      </p:nvGrpSpPr>
      <p:grpSpPr>
        <a:xfrm>
          <a:off x="0" y="0"/>
          <a:ext cx="0" cy="0"/>
          <a:chOff x="0" y="0"/>
          <a:chExt cx="0" cy="0"/>
        </a:xfrm>
      </p:grpSpPr>
      <p:sp>
        <p:nvSpPr>
          <p:cNvPr id="6" name="Text 4"/>
          <p:cNvSpPr/>
          <p:nvPr/>
        </p:nvSpPr>
        <p:spPr>
          <a:xfrm>
            <a:off x="548640" y="731520"/>
            <a:ext cx="1254760" cy="914400"/>
          </a:xfrm>
          <a:prstGeom prst="rect">
            <a:avLst/>
          </a:prstGeom>
          <a:noFill/>
          <a:ln/>
        </p:spPr>
        <p:txBody>
          <a:bodyPr wrap="square" lIns="0" tIns="0" rIns="0" bIns="0" rtlCol="0" anchor="ctr"/>
          <a:lstStyle/>
          <a:p>
            <a:pPr marL="0" indent="0">
              <a:buNone/>
            </a:pPr>
            <a:r>
              <a:rPr lang="en-US" sz="5400" b="1" dirty="0">
                <a:solidFill>
                  <a:srgbClr val="2D5A3D"/>
                </a:solidFill>
                <a:latin typeface="Source Han Serif CN SemiBold" panose="02020400000000000000" pitchFamily="18" charset="-128"/>
                <a:ea typeface="Source Han Serif CN SemiBold" panose="02020400000000000000" pitchFamily="18" charset="-128"/>
                <a:cs typeface="Playfair Display" pitchFamily="34" charset="-120"/>
              </a:rPr>
              <a:t>IV.</a:t>
            </a:r>
            <a:endParaRPr lang="en-US" sz="5400" b="1" dirty="0">
              <a:latin typeface="Source Han Serif CN SemiBold" panose="02020400000000000000" pitchFamily="18" charset="-128"/>
              <a:ea typeface="Source Han Serif CN SemiBold" panose="02020400000000000000" pitchFamily="18" charset="-128"/>
            </a:endParaRPr>
          </a:p>
        </p:txBody>
      </p:sp>
      <p:sp>
        <p:nvSpPr>
          <p:cNvPr id="7" name="Text 5"/>
          <p:cNvSpPr/>
          <p:nvPr/>
        </p:nvSpPr>
        <p:spPr>
          <a:xfrm>
            <a:off x="1833438" y="1005840"/>
            <a:ext cx="6030402" cy="640080"/>
          </a:xfrm>
          <a:prstGeom prst="rect">
            <a:avLst/>
          </a:prstGeom>
          <a:noFill/>
          <a:ln/>
        </p:spPr>
        <p:txBody>
          <a:bodyPr wrap="square" lIns="0" tIns="0" rIns="0" bIns="0" rtlCol="0" anchor="ctr"/>
          <a:lstStyle/>
          <a:p>
            <a:pPr marL="0" indent="0">
              <a:buNone/>
            </a:pPr>
            <a:r>
              <a:rPr lang="en-US" sz="30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一段漫长而庄重的寒冬</a:t>
            </a:r>
            <a:r>
              <a:rPr lang="en-US" sz="30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3000" b="1" spc="300" dirty="0">
              <a:latin typeface="Source Han Serif CN SemiBold" panose="02020400000000000000" pitchFamily="18" charset="-128"/>
              <a:ea typeface="Source Han Serif CN SemiBold" panose="02020400000000000000" pitchFamily="18" charset="-128"/>
            </a:endParaRPr>
          </a:p>
        </p:txBody>
      </p:sp>
      <p:sp>
        <p:nvSpPr>
          <p:cNvPr id="8" name="Shape 6"/>
          <p:cNvSpPr/>
          <p:nvPr/>
        </p:nvSpPr>
        <p:spPr>
          <a:xfrm>
            <a:off x="548640" y="1828800"/>
            <a:ext cx="11064240" cy="0"/>
          </a:xfrm>
          <a:prstGeom prst="line">
            <a:avLst/>
          </a:prstGeom>
          <a:noFill/>
          <a:ln w="6350">
            <a:solidFill>
              <a:srgbClr val="1C1C1C"/>
            </a:solidFill>
            <a:prstDash val="solid"/>
          </a:ln>
        </p:spPr>
        <p:txBody>
          <a:bodyPr/>
          <a:lstStyle/>
          <a:p>
            <a:endParaRPr lang="zh-CN" altLang="en-US"/>
          </a:p>
        </p:txBody>
      </p:sp>
      <p:sp>
        <p:nvSpPr>
          <p:cNvPr id="9" name="Text 7"/>
          <p:cNvSpPr/>
          <p:nvPr/>
        </p:nvSpPr>
        <p:spPr>
          <a:xfrm>
            <a:off x="548640" y="2148840"/>
            <a:ext cx="5212080" cy="274320"/>
          </a:xfrm>
          <a:prstGeom prst="rect">
            <a:avLst/>
          </a:prstGeom>
          <a:noFill/>
          <a:ln/>
        </p:spPr>
        <p:txBody>
          <a:bodyPr wrap="square" lIns="0" tIns="0" rIns="0" bIns="0" rtlCol="0" anchor="ctr"/>
          <a:lstStyle/>
          <a:p>
            <a:pPr marL="0" indent="0">
              <a:buNone/>
            </a:pPr>
            <a:r>
              <a:rPr lang="en-US" sz="1100" kern="0" spc="400" dirty="0" err="1">
                <a:solidFill>
                  <a:srgbClr val="2D5A3D"/>
                </a:solidFill>
                <a:latin typeface="MiSans Semibold" pitchFamily="2" charset="-122"/>
                <a:ea typeface="MiSans Semibold" pitchFamily="2" charset="-122"/>
                <a:cs typeface="PingFang SC" pitchFamily="34" charset="-120"/>
              </a:rPr>
              <a:t>霜·THE</a:t>
            </a:r>
            <a:r>
              <a:rPr lang="en-US" sz="1100" kern="0" spc="400" dirty="0">
                <a:solidFill>
                  <a:srgbClr val="2D5A3D"/>
                </a:solidFill>
                <a:latin typeface="MiSans Semibold" pitchFamily="2" charset="-122"/>
                <a:ea typeface="MiSans Semibold" pitchFamily="2" charset="-122"/>
                <a:cs typeface="PingFang SC" pitchFamily="34" charset="-120"/>
              </a:rPr>
              <a:t> FROST</a:t>
            </a:r>
            <a:endParaRPr lang="en-US" sz="1100" dirty="0">
              <a:latin typeface="MiSans Semibold" pitchFamily="2" charset="-122"/>
              <a:ea typeface="MiSans Semibold" pitchFamily="2" charset="-122"/>
            </a:endParaRPr>
          </a:p>
        </p:txBody>
      </p:sp>
      <p:sp>
        <p:nvSpPr>
          <p:cNvPr id="10" name="Text 8"/>
          <p:cNvSpPr/>
          <p:nvPr/>
        </p:nvSpPr>
        <p:spPr>
          <a:xfrm>
            <a:off x="548640" y="2468880"/>
            <a:ext cx="5212080" cy="365760"/>
          </a:xfrm>
          <a:prstGeom prst="rect">
            <a:avLst/>
          </a:prstGeom>
          <a:noFill/>
          <a:ln/>
        </p:spPr>
        <p:txBody>
          <a:bodyPr wrap="square" lIns="0" tIns="0" rIns="0" bIns="0" rtlCol="0" anchor="ctr"/>
          <a:lstStyle/>
          <a:p>
            <a:pPr marL="0" indent="0">
              <a:buNone/>
            </a:pPr>
            <a:r>
              <a:rPr lang="en-US" sz="1400" dirty="0">
                <a:solidFill>
                  <a:srgbClr val="6B7B6A"/>
                </a:solidFill>
                <a:latin typeface="Source Han Serif CN Medium" panose="02020400000000000000" pitchFamily="18" charset="-128"/>
                <a:ea typeface="Source Han Serif CN Medium" panose="02020400000000000000" pitchFamily="18" charset="-128"/>
                <a:cs typeface="STSong" pitchFamily="34" charset="-120"/>
              </a:rPr>
              <a:t>一九七四 — 一九八〇,  一九八七 — 一九九三</a:t>
            </a:r>
            <a:endParaRPr lang="en-US" sz="1400" dirty="0">
              <a:latin typeface="Source Han Serif CN Medium" panose="02020400000000000000" pitchFamily="18" charset="-128"/>
              <a:ea typeface="Source Han Serif CN Medium" panose="02020400000000000000" pitchFamily="18" charset="-128"/>
            </a:endParaRPr>
          </a:p>
        </p:txBody>
      </p:sp>
      <p:sp>
        <p:nvSpPr>
          <p:cNvPr id="11" name="Text 9"/>
          <p:cNvSpPr/>
          <p:nvPr/>
        </p:nvSpPr>
        <p:spPr>
          <a:xfrm>
            <a:off x="548640" y="2926080"/>
            <a:ext cx="3692716" cy="3200400"/>
          </a:xfrm>
          <a:prstGeom prst="rect">
            <a:avLst/>
          </a:prstGeom>
          <a:noFill/>
          <a:ln/>
        </p:spPr>
        <p:txBody>
          <a:bodyPr wrap="square" lIns="0" tIns="0" rIns="0" bIns="0" rtlCol="0" anchor="ctr"/>
          <a:lstStyle/>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承诺远远跑在了硅之前。英国</a:t>
            </a:r>
            <a:endParaRPr lang="en-US" sz="1100" dirty="0">
              <a:latin typeface="MiSans Light" pitchFamily="2" charset="-122"/>
              <a:ea typeface="MiSans Light" pitchFamily="2" charset="-122"/>
            </a:endParaRPr>
          </a:p>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的莱特希尔报告，美国的曼斯</a:t>
            </a:r>
            <a:endParaRPr lang="en-US" sz="1100" dirty="0">
              <a:latin typeface="MiSans Light" pitchFamily="2" charset="-122"/>
              <a:ea typeface="MiSans Light" pitchFamily="2" charset="-122"/>
            </a:endParaRPr>
          </a:p>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菲尔德修正案，先后撤回了信</a:t>
            </a:r>
            <a:endParaRPr lang="en-US" sz="1100" dirty="0">
              <a:latin typeface="MiSans Light" pitchFamily="2" charset="-122"/>
              <a:ea typeface="MiSans Light" pitchFamily="2" charset="-122"/>
            </a:endParaRPr>
          </a:p>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任，也撤回了经费。这门学科</a:t>
            </a:r>
            <a:endParaRPr lang="en-US" sz="1100" dirty="0">
              <a:latin typeface="MiSans Light" pitchFamily="2" charset="-122"/>
              <a:ea typeface="MiSans Light" pitchFamily="2" charset="-122"/>
            </a:endParaRPr>
          </a:p>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安静下来。然而霜雪之下，思</a:t>
            </a:r>
            <a:endParaRPr lang="en-US" sz="1100" dirty="0">
              <a:latin typeface="MiSans Light" pitchFamily="2" charset="-122"/>
              <a:ea typeface="MiSans Light" pitchFamily="2" charset="-122"/>
            </a:endParaRPr>
          </a:p>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想并未死去——它只是在等待。</a:t>
            </a:r>
            <a:endParaRPr lang="en-US" sz="1100" dirty="0">
              <a:latin typeface="MiSans Light" pitchFamily="2" charset="-122"/>
              <a:ea typeface="MiSans Light" pitchFamily="2" charset="-122"/>
            </a:endParaRPr>
          </a:p>
        </p:txBody>
      </p:sp>
      <p:sp>
        <p:nvSpPr>
          <p:cNvPr id="12" name="Shape 10"/>
          <p:cNvSpPr/>
          <p:nvPr/>
        </p:nvSpPr>
        <p:spPr>
          <a:xfrm>
            <a:off x="6096000" y="2148840"/>
            <a:ext cx="0" cy="3977629"/>
          </a:xfrm>
          <a:prstGeom prst="line">
            <a:avLst/>
          </a:prstGeom>
          <a:noFill/>
          <a:ln w="6350">
            <a:solidFill>
              <a:srgbClr val="1C1C1C"/>
            </a:solidFill>
            <a:prstDash val="solid"/>
          </a:ln>
        </p:spPr>
        <p:txBody>
          <a:bodyPr/>
          <a:lstStyle/>
          <a:p>
            <a:endParaRPr lang="zh-CN" altLang="en-US"/>
          </a:p>
        </p:txBody>
      </p:sp>
      <p:sp>
        <p:nvSpPr>
          <p:cNvPr id="13" name="Text 11"/>
          <p:cNvSpPr/>
          <p:nvPr/>
        </p:nvSpPr>
        <p:spPr>
          <a:xfrm>
            <a:off x="6400800" y="2148840"/>
            <a:ext cx="5212080" cy="274320"/>
          </a:xfrm>
          <a:prstGeom prst="rect">
            <a:avLst/>
          </a:prstGeom>
          <a:noFill/>
          <a:ln/>
        </p:spPr>
        <p:txBody>
          <a:bodyPr wrap="square" lIns="0" tIns="0" rIns="0" bIns="0" rtlCol="0" anchor="ctr"/>
          <a:lstStyle/>
          <a:p>
            <a:pPr marL="0" indent="0">
              <a:buNone/>
            </a:pPr>
            <a:r>
              <a:rPr lang="en-US" sz="1100" kern="0" spc="400" dirty="0" err="1">
                <a:solidFill>
                  <a:srgbClr val="2D5A3D"/>
                </a:solidFill>
                <a:latin typeface="MiSans Semibold" pitchFamily="2" charset="-122"/>
                <a:ea typeface="MiSans Semibold" pitchFamily="2" charset="-122"/>
                <a:cs typeface="PingFang SC" pitchFamily="34" charset="-120"/>
              </a:rPr>
              <a:t>融·THE</a:t>
            </a:r>
            <a:r>
              <a:rPr lang="zh-CN" altLang="en-US" sz="1100" kern="0" spc="400" dirty="0">
                <a:solidFill>
                  <a:srgbClr val="2D5A3D"/>
                </a:solidFill>
                <a:latin typeface="MiSans Semibold" pitchFamily="2" charset="-122"/>
                <a:ea typeface="MiSans Semibold" pitchFamily="2" charset="-122"/>
                <a:cs typeface="PingFang SC" pitchFamily="34" charset="-120"/>
              </a:rPr>
              <a:t> </a:t>
            </a:r>
            <a:r>
              <a:rPr lang="en-US" sz="1100" kern="0" spc="400" dirty="0">
                <a:solidFill>
                  <a:srgbClr val="2D5A3D"/>
                </a:solidFill>
                <a:latin typeface="MiSans Semibold" pitchFamily="2" charset="-122"/>
                <a:ea typeface="MiSans Semibold" pitchFamily="2" charset="-122"/>
                <a:cs typeface="PingFang SC" pitchFamily="34" charset="-120"/>
              </a:rPr>
              <a:t>THAW</a:t>
            </a:r>
            <a:endParaRPr lang="en-US" sz="1100" dirty="0">
              <a:latin typeface="MiSans Semibold" pitchFamily="2" charset="-122"/>
              <a:ea typeface="MiSans Semibold" pitchFamily="2" charset="-122"/>
            </a:endParaRPr>
          </a:p>
        </p:txBody>
      </p:sp>
      <p:sp>
        <p:nvSpPr>
          <p:cNvPr id="14" name="Text 12"/>
          <p:cNvSpPr/>
          <p:nvPr/>
        </p:nvSpPr>
        <p:spPr>
          <a:xfrm>
            <a:off x="6400800" y="2468880"/>
            <a:ext cx="5212080" cy="365760"/>
          </a:xfrm>
          <a:prstGeom prst="rect">
            <a:avLst/>
          </a:prstGeom>
          <a:noFill/>
          <a:ln/>
        </p:spPr>
        <p:txBody>
          <a:bodyPr wrap="square" lIns="0" tIns="0" rIns="0" bIns="0" rtlCol="0" anchor="ctr"/>
          <a:lstStyle/>
          <a:p>
            <a:pPr marL="0" indent="0">
              <a:buNone/>
            </a:pPr>
            <a:r>
              <a:rPr lang="en-US" sz="1400" dirty="0">
                <a:solidFill>
                  <a:srgbClr val="6B7B6A"/>
                </a:solidFill>
                <a:latin typeface="Source Han Serif CN Medium" panose="02020400000000000000" pitchFamily="18" charset="-128"/>
                <a:ea typeface="Source Han Serif CN Medium" panose="02020400000000000000" pitchFamily="18" charset="-128"/>
                <a:cs typeface="STSong" pitchFamily="34" charset="-120"/>
              </a:rPr>
              <a:t>专 家 系 统  ·  一九八〇年代</a:t>
            </a:r>
            <a:endParaRPr lang="en-US" sz="1400" dirty="0">
              <a:latin typeface="Source Han Serif CN Medium" panose="02020400000000000000" pitchFamily="18" charset="-128"/>
              <a:ea typeface="Source Han Serif CN Medium" panose="02020400000000000000" pitchFamily="18" charset="-128"/>
            </a:endParaRPr>
          </a:p>
        </p:txBody>
      </p:sp>
      <p:sp>
        <p:nvSpPr>
          <p:cNvPr id="16" name="Shape 14"/>
          <p:cNvSpPr/>
          <p:nvPr/>
        </p:nvSpPr>
        <p:spPr>
          <a:xfrm>
            <a:off x="548640" y="6446520"/>
            <a:ext cx="11064240" cy="0"/>
          </a:xfrm>
          <a:prstGeom prst="line">
            <a:avLst/>
          </a:prstGeom>
          <a:noFill/>
          <a:ln w="6350">
            <a:solidFill>
              <a:srgbClr val="1C1C1C"/>
            </a:solidFill>
            <a:prstDash val="solid"/>
          </a:ln>
        </p:spPr>
        <p:txBody>
          <a:bodyPr/>
          <a:lstStyle/>
          <a:p>
            <a:endParaRPr lang="zh-CN" altLang="en-US"/>
          </a:p>
        </p:txBody>
      </p:sp>
      <p:sp>
        <p:nvSpPr>
          <p:cNvPr id="18" name="Text 16"/>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6B7B6A"/>
                </a:solidFill>
                <a:latin typeface="PingFang SC" pitchFamily="34" charset="0"/>
                <a:ea typeface="PingFang SC" pitchFamily="34" charset="-122"/>
                <a:cs typeface="PingFang SC" pitchFamily="34" charset="-120"/>
              </a:rPr>
              <a:t>007</a:t>
            </a:r>
            <a:endParaRPr lang="en-US" sz="800" dirty="0"/>
          </a:p>
        </p:txBody>
      </p:sp>
      <p:sp>
        <p:nvSpPr>
          <p:cNvPr id="20" name="Shape 0">
            <a:extLst>
              <a:ext uri="{FF2B5EF4-FFF2-40B4-BE49-F238E27FC236}">
                <a16:creationId xmlns:a16="http://schemas.microsoft.com/office/drawing/2014/main" id="{16D1FDFF-C564-5B1F-3A07-1D1B8F210789}"/>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21" name="Text 1">
            <a:extLst>
              <a:ext uri="{FF2B5EF4-FFF2-40B4-BE49-F238E27FC236}">
                <a16:creationId xmlns:a16="http://schemas.microsoft.com/office/drawing/2014/main" id="{F6D931BB-43B1-CBDD-0524-A553C2E174C5}"/>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22" name="Text 2">
            <a:extLst>
              <a:ext uri="{FF2B5EF4-FFF2-40B4-BE49-F238E27FC236}">
                <a16:creationId xmlns:a16="http://schemas.microsoft.com/office/drawing/2014/main" id="{6E0C7990-780B-A1E9-334C-436AD8B77B33}"/>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23" name="Text 2">
            <a:extLst>
              <a:ext uri="{FF2B5EF4-FFF2-40B4-BE49-F238E27FC236}">
                <a16:creationId xmlns:a16="http://schemas.microsoft.com/office/drawing/2014/main" id="{BAF53BFC-D277-B12C-91A8-D1980F637168}"/>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寒冬与复兴 </a:t>
            </a:r>
            <a:r>
              <a:rPr lang="en-US" sz="1000" kern="0" spc="400" dirty="0">
                <a:solidFill>
                  <a:srgbClr val="1C1C1C"/>
                </a:solidFill>
                <a:latin typeface="MiSans" pitchFamily="2" charset="-122"/>
                <a:ea typeface="MiSans" pitchFamily="2" charset="-122"/>
              </a:rPr>
              <a:t>—</a:t>
            </a:r>
          </a:p>
        </p:txBody>
      </p:sp>
      <p:sp>
        <p:nvSpPr>
          <p:cNvPr id="24" name="Text 44">
            <a:extLst>
              <a:ext uri="{FF2B5EF4-FFF2-40B4-BE49-F238E27FC236}">
                <a16:creationId xmlns:a16="http://schemas.microsoft.com/office/drawing/2014/main" id="{C8A804EA-5F34-DADB-992F-C7048EF5DD8B}"/>
              </a:ext>
            </a:extLst>
          </p:cNvPr>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err="1">
                <a:solidFill>
                  <a:srgbClr val="6B7B6A"/>
                </a:solidFill>
                <a:latin typeface="MiSans Light" pitchFamily="2" charset="-122"/>
                <a:ea typeface="MiSans Light" pitchFamily="2" charset="-122"/>
                <a:cs typeface="PingFang SC" pitchFamily="34" charset="-120"/>
              </a:rPr>
              <a:t>寒冬与复兴</a:t>
            </a:r>
            <a:endParaRPr lang="en-US" sz="800" dirty="0">
              <a:latin typeface="MiSans Light" pitchFamily="2" charset="-122"/>
              <a:ea typeface="MiSans Light" pitchFamily="2" charset="-122"/>
            </a:endParaRPr>
          </a:p>
        </p:txBody>
      </p:sp>
      <p:sp>
        <p:nvSpPr>
          <p:cNvPr id="2" name="Text 9">
            <a:extLst>
              <a:ext uri="{FF2B5EF4-FFF2-40B4-BE49-F238E27FC236}">
                <a16:creationId xmlns:a16="http://schemas.microsoft.com/office/drawing/2014/main" id="{7BBE0304-F746-6D34-767C-74139B3DA0FE}"/>
              </a:ext>
            </a:extLst>
          </p:cNvPr>
          <p:cNvSpPr/>
          <p:nvPr/>
        </p:nvSpPr>
        <p:spPr>
          <a:xfrm>
            <a:off x="6399107" y="2926080"/>
            <a:ext cx="3692716" cy="3200400"/>
          </a:xfrm>
          <a:prstGeom prst="rect">
            <a:avLst/>
          </a:prstGeom>
          <a:noFill/>
          <a:ln/>
        </p:spPr>
        <p:txBody>
          <a:bodyPr wrap="square" lIns="0" tIns="0" rIns="0" bIns="0" rtlCol="0" anchor="ctr"/>
          <a:lstStyle/>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承诺远远跑在了硅之前。英国</a:t>
            </a:r>
            <a:endParaRPr lang="en-US" sz="1100" dirty="0">
              <a:latin typeface="MiSans Light" pitchFamily="2" charset="-122"/>
              <a:ea typeface="MiSans Light" pitchFamily="2" charset="-122"/>
            </a:endParaRPr>
          </a:p>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的莱特希尔报告，美国的曼斯</a:t>
            </a:r>
            <a:endParaRPr lang="en-US" sz="1100" dirty="0">
              <a:latin typeface="MiSans Light" pitchFamily="2" charset="-122"/>
              <a:ea typeface="MiSans Light" pitchFamily="2" charset="-122"/>
            </a:endParaRPr>
          </a:p>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菲尔德修正案，先后撤回了信</a:t>
            </a:r>
            <a:endParaRPr lang="en-US" sz="1100" dirty="0">
              <a:latin typeface="MiSans Light" pitchFamily="2" charset="-122"/>
              <a:ea typeface="MiSans Light" pitchFamily="2" charset="-122"/>
            </a:endParaRPr>
          </a:p>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任，也撤回了经费。这门学科</a:t>
            </a:r>
            <a:endParaRPr lang="en-US" sz="1100" dirty="0">
              <a:latin typeface="MiSans Light" pitchFamily="2" charset="-122"/>
              <a:ea typeface="MiSans Light" pitchFamily="2" charset="-122"/>
            </a:endParaRPr>
          </a:p>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安静下来。然而霜雪之下，思</a:t>
            </a:r>
            <a:endParaRPr lang="en-US" sz="1100" dirty="0">
              <a:latin typeface="MiSans Light" pitchFamily="2" charset="-122"/>
              <a:ea typeface="MiSans Light" pitchFamily="2" charset="-122"/>
            </a:endParaRPr>
          </a:p>
          <a:p>
            <a:pPr marL="0" indent="0">
              <a:lnSpc>
                <a:spcPts val="2060"/>
              </a:lnSpc>
              <a:buNone/>
            </a:pPr>
            <a:r>
              <a:rPr lang="en-US" sz="1100" dirty="0">
                <a:solidFill>
                  <a:srgbClr val="1C1C1C"/>
                </a:solidFill>
                <a:latin typeface="MiSans Light" pitchFamily="2" charset="-122"/>
                <a:ea typeface="MiSans Light" pitchFamily="2" charset="-122"/>
                <a:cs typeface="STSong" pitchFamily="34" charset="-120"/>
              </a:rPr>
              <a:t>想并未死去——它只是在等待。</a:t>
            </a:r>
            <a:endParaRPr lang="en-US" sz="1100" dirty="0">
              <a:latin typeface="MiSans Light" pitchFamily="2" charset="-122"/>
              <a:ea typeface="MiSans Light"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EDE4"/>
        </a:solidFill>
        <a:effectLst/>
      </p:bgPr>
    </p:bg>
    <p:spTree>
      <p:nvGrpSpPr>
        <p:cNvPr id="1" name=""/>
        <p:cNvGrpSpPr/>
        <p:nvPr/>
      </p:nvGrpSpPr>
      <p:grpSpPr>
        <a:xfrm>
          <a:off x="0" y="0"/>
          <a:ext cx="0" cy="0"/>
          <a:chOff x="0" y="0"/>
          <a:chExt cx="0" cy="0"/>
        </a:xfrm>
      </p:grpSpPr>
      <p:sp>
        <p:nvSpPr>
          <p:cNvPr id="6" name="Text 4"/>
          <p:cNvSpPr/>
          <p:nvPr/>
        </p:nvSpPr>
        <p:spPr>
          <a:xfrm>
            <a:off x="544419" y="968256"/>
            <a:ext cx="10972800" cy="777238"/>
          </a:xfrm>
          <a:prstGeom prst="rect">
            <a:avLst/>
          </a:prstGeom>
          <a:noFill/>
          <a:ln/>
        </p:spPr>
        <p:txBody>
          <a:bodyPr wrap="square" lIns="0" tIns="0" rIns="0" bIns="0" rtlCol="0" anchor="ctr"/>
          <a:lstStyle/>
          <a:p>
            <a:pPr marL="0" indent="0">
              <a:buNone/>
            </a:pPr>
            <a:r>
              <a:rPr lang="en-US" sz="44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里程碑</a:t>
            </a:r>
            <a:endParaRPr lang="en-US" sz="4400" b="1" spc="300" dirty="0">
              <a:latin typeface="Source Han Serif CN SemiBold" panose="02020400000000000000" pitchFamily="18" charset="-128"/>
              <a:ea typeface="Source Han Serif CN SemiBold" panose="02020400000000000000" pitchFamily="18" charset="-128"/>
            </a:endParaRPr>
          </a:p>
        </p:txBody>
      </p:sp>
      <p:sp>
        <p:nvSpPr>
          <p:cNvPr id="7" name="Text 5"/>
          <p:cNvSpPr/>
          <p:nvPr/>
        </p:nvSpPr>
        <p:spPr>
          <a:xfrm>
            <a:off x="544419" y="1746160"/>
            <a:ext cx="10972800" cy="860383"/>
          </a:xfrm>
          <a:prstGeom prst="rect">
            <a:avLst/>
          </a:prstGeom>
          <a:noFill/>
          <a:ln/>
        </p:spPr>
        <p:txBody>
          <a:bodyPr wrap="square" lIns="0" tIns="0" rIns="0" bIns="0" rtlCol="0" anchor="ctr"/>
          <a:lstStyle/>
          <a:p>
            <a:pPr marL="0" indent="0">
              <a:buNone/>
            </a:pPr>
            <a:r>
              <a:rPr lang="en-US" sz="4400" b="1" spc="300" dirty="0" err="1">
                <a:solidFill>
                  <a:srgbClr val="2D5A3D"/>
                </a:solidFill>
                <a:latin typeface="Source Han Serif CN SemiBold" panose="02020400000000000000" pitchFamily="18" charset="-128"/>
                <a:ea typeface="Source Han Serif CN SemiBold" panose="02020400000000000000" pitchFamily="18" charset="-128"/>
                <a:cs typeface="Songti SC" pitchFamily="34" charset="-120"/>
              </a:rPr>
              <a:t>铸于铁与硅之中</a:t>
            </a:r>
            <a:r>
              <a:rPr lang="en-US" sz="4400" b="1" spc="300" dirty="0">
                <a:solidFill>
                  <a:srgbClr val="2D5A3D"/>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4400" b="1" spc="300" dirty="0">
              <a:latin typeface="Source Han Serif CN SemiBold" panose="02020400000000000000" pitchFamily="18" charset="-128"/>
              <a:ea typeface="Source Han Serif CN SemiBold" panose="02020400000000000000" pitchFamily="18" charset="-128"/>
            </a:endParaRPr>
          </a:p>
        </p:txBody>
      </p:sp>
      <p:sp>
        <p:nvSpPr>
          <p:cNvPr id="9" name="Shape 7"/>
          <p:cNvSpPr/>
          <p:nvPr/>
        </p:nvSpPr>
        <p:spPr>
          <a:xfrm>
            <a:off x="612412" y="3982717"/>
            <a:ext cx="10909028" cy="0"/>
          </a:xfrm>
          <a:prstGeom prst="line">
            <a:avLst/>
          </a:prstGeom>
          <a:noFill/>
          <a:ln w="9525">
            <a:solidFill>
              <a:srgbClr val="1B4D2E"/>
            </a:solidFill>
            <a:prstDash val="solid"/>
          </a:ln>
        </p:spPr>
        <p:txBody>
          <a:bodyPr/>
          <a:lstStyle/>
          <a:p>
            <a:endParaRPr lang="zh-CN" altLang="en-US"/>
          </a:p>
        </p:txBody>
      </p:sp>
      <p:sp>
        <p:nvSpPr>
          <p:cNvPr id="14" name="Shape 12"/>
          <p:cNvSpPr/>
          <p:nvPr/>
        </p:nvSpPr>
        <p:spPr>
          <a:xfrm>
            <a:off x="1157067" y="3909565"/>
            <a:ext cx="146304" cy="146304"/>
          </a:xfrm>
          <a:prstGeom prst="ellipse">
            <a:avLst/>
          </a:prstGeom>
          <a:solidFill>
            <a:srgbClr val="2D5A3D"/>
          </a:solidFill>
          <a:ln w="12700">
            <a:solidFill>
              <a:srgbClr val="2D5A3D"/>
            </a:solidFill>
            <a:prstDash val="solid"/>
          </a:ln>
        </p:spPr>
        <p:txBody>
          <a:bodyPr/>
          <a:lstStyle/>
          <a:p>
            <a:endParaRPr lang="zh-CN" altLang="en-US"/>
          </a:p>
        </p:txBody>
      </p:sp>
      <p:sp>
        <p:nvSpPr>
          <p:cNvPr id="15" name="Text 13"/>
          <p:cNvSpPr/>
          <p:nvPr/>
        </p:nvSpPr>
        <p:spPr>
          <a:xfrm>
            <a:off x="590139" y="3246624"/>
            <a:ext cx="1280160" cy="320040"/>
          </a:xfrm>
          <a:prstGeom prst="rect">
            <a:avLst/>
          </a:prstGeom>
          <a:noFill/>
          <a:ln/>
        </p:spPr>
        <p:txBody>
          <a:bodyPr wrap="square" lIns="0" tIns="0" rIns="0" bIns="0" rtlCol="0" anchor="ctr"/>
          <a:lstStyle/>
          <a:p>
            <a:pPr marL="0" indent="0" algn="ctr">
              <a:buNone/>
            </a:pPr>
            <a:r>
              <a:rPr lang="en-US" sz="2000" b="1" dirty="0">
                <a:solidFill>
                  <a:srgbClr val="1C1C1C"/>
                </a:solidFill>
                <a:latin typeface="Source Han Serif CN Heavy" panose="02020400000000000000" pitchFamily="18" charset="-128"/>
                <a:ea typeface="Source Han Serif CN Heavy" panose="02020400000000000000" pitchFamily="18" charset="-128"/>
                <a:cs typeface="Playfair Display" pitchFamily="34" charset="-120"/>
              </a:rPr>
              <a:t>1966</a:t>
            </a:r>
            <a:endParaRPr lang="en-US" sz="2000" b="1" dirty="0">
              <a:latin typeface="Source Han Serif CN Heavy" panose="02020400000000000000" pitchFamily="18" charset="-128"/>
              <a:ea typeface="Source Han Serif CN Heavy" panose="02020400000000000000" pitchFamily="18" charset="-128"/>
            </a:endParaRPr>
          </a:p>
        </p:txBody>
      </p:sp>
      <p:sp>
        <p:nvSpPr>
          <p:cNvPr id="16" name="Text 14"/>
          <p:cNvSpPr/>
          <p:nvPr/>
        </p:nvSpPr>
        <p:spPr>
          <a:xfrm>
            <a:off x="544419" y="4147309"/>
            <a:ext cx="1371600" cy="292608"/>
          </a:xfrm>
          <a:prstGeom prst="rect">
            <a:avLst/>
          </a:prstGeom>
          <a:noFill/>
          <a:ln/>
        </p:spPr>
        <p:txBody>
          <a:bodyPr wrap="square" lIns="0" tIns="0" rIns="0" bIns="0" rtlCol="0" anchor="ctr"/>
          <a:lstStyle/>
          <a:p>
            <a:pPr marL="0" indent="0" algn="ctr">
              <a:buNone/>
            </a:pPr>
            <a:r>
              <a:rPr lang="en-US" sz="1000" kern="0" spc="100" dirty="0">
                <a:solidFill>
                  <a:srgbClr val="1C1C1C"/>
                </a:solidFill>
                <a:latin typeface="MiSans Demibold" pitchFamily="2" charset="-122"/>
                <a:ea typeface="MiSans Demibold" pitchFamily="2" charset="-122"/>
                <a:cs typeface="PingFang SC" pitchFamily="34" charset="-120"/>
              </a:rPr>
              <a:t>ELIZA</a:t>
            </a:r>
            <a:endParaRPr lang="en-US" sz="1000" dirty="0">
              <a:latin typeface="MiSans Demibold" pitchFamily="2" charset="-122"/>
              <a:ea typeface="MiSans Demibold" pitchFamily="2" charset="-122"/>
            </a:endParaRPr>
          </a:p>
        </p:txBody>
      </p:sp>
      <p:sp>
        <p:nvSpPr>
          <p:cNvPr id="18" name="Shape 16"/>
          <p:cNvSpPr/>
          <p:nvPr/>
        </p:nvSpPr>
        <p:spPr>
          <a:xfrm>
            <a:off x="2865170" y="3909565"/>
            <a:ext cx="146304" cy="146304"/>
          </a:xfrm>
          <a:prstGeom prst="ellipse">
            <a:avLst/>
          </a:prstGeom>
          <a:solidFill>
            <a:srgbClr val="2D5A3D"/>
          </a:solidFill>
          <a:ln w="12700">
            <a:solidFill>
              <a:srgbClr val="2D5A3D"/>
            </a:solidFill>
            <a:prstDash val="solid"/>
          </a:ln>
        </p:spPr>
        <p:txBody>
          <a:bodyPr/>
          <a:lstStyle/>
          <a:p>
            <a:endParaRPr lang="zh-CN" altLang="en-US"/>
          </a:p>
        </p:txBody>
      </p:sp>
      <p:sp>
        <p:nvSpPr>
          <p:cNvPr id="19" name="Text 17"/>
          <p:cNvSpPr/>
          <p:nvPr/>
        </p:nvSpPr>
        <p:spPr>
          <a:xfrm>
            <a:off x="2298242" y="3246624"/>
            <a:ext cx="1280160" cy="320040"/>
          </a:xfrm>
          <a:prstGeom prst="rect">
            <a:avLst/>
          </a:prstGeom>
          <a:noFill/>
          <a:ln/>
        </p:spPr>
        <p:txBody>
          <a:bodyPr wrap="square" lIns="0" tIns="0" rIns="0" bIns="0" rtlCol="0" anchor="ctr"/>
          <a:lstStyle/>
          <a:p>
            <a:pPr marL="0" indent="0" algn="ctr">
              <a:buNone/>
            </a:pPr>
            <a:r>
              <a:rPr lang="en-US" sz="2000" b="1" dirty="0">
                <a:solidFill>
                  <a:srgbClr val="1C1C1C"/>
                </a:solidFill>
                <a:latin typeface="Source Han Serif CN Heavy" panose="02020400000000000000" pitchFamily="18" charset="-128"/>
                <a:ea typeface="Source Han Serif CN Heavy" panose="02020400000000000000" pitchFamily="18" charset="-128"/>
                <a:cs typeface="Playfair Display" pitchFamily="34" charset="-120"/>
              </a:rPr>
              <a:t>1980</a:t>
            </a:r>
            <a:endParaRPr lang="en-US" sz="2000" b="1" dirty="0">
              <a:latin typeface="Source Han Serif CN Heavy" panose="02020400000000000000" pitchFamily="18" charset="-128"/>
              <a:ea typeface="Source Han Serif CN Heavy" panose="02020400000000000000" pitchFamily="18" charset="-128"/>
            </a:endParaRPr>
          </a:p>
        </p:txBody>
      </p:sp>
      <p:sp>
        <p:nvSpPr>
          <p:cNvPr id="20" name="Text 18"/>
          <p:cNvSpPr/>
          <p:nvPr/>
        </p:nvSpPr>
        <p:spPr>
          <a:xfrm>
            <a:off x="2250126" y="4147309"/>
            <a:ext cx="1371600" cy="292608"/>
          </a:xfrm>
          <a:prstGeom prst="rect">
            <a:avLst/>
          </a:prstGeom>
          <a:noFill/>
          <a:ln/>
        </p:spPr>
        <p:txBody>
          <a:bodyPr wrap="square" lIns="0" tIns="0" rIns="0" bIns="0" rtlCol="0" anchor="ctr"/>
          <a:lstStyle/>
          <a:p>
            <a:pPr marL="0" indent="0" algn="ctr">
              <a:buNone/>
            </a:pPr>
            <a:r>
              <a:rPr lang="en-US" sz="1000" kern="0" spc="100" dirty="0">
                <a:solidFill>
                  <a:srgbClr val="1C1C1C"/>
                </a:solidFill>
                <a:latin typeface="MiSans Demibold" pitchFamily="2" charset="-122"/>
                <a:ea typeface="MiSans Demibold" pitchFamily="2" charset="-122"/>
                <a:cs typeface="PingFang SC" pitchFamily="34" charset="-120"/>
              </a:rPr>
              <a:t>专家系统</a:t>
            </a:r>
            <a:endParaRPr lang="en-US" sz="1000" dirty="0">
              <a:latin typeface="MiSans Demibold" pitchFamily="2" charset="-122"/>
              <a:ea typeface="MiSans Demibold" pitchFamily="2" charset="-122"/>
            </a:endParaRPr>
          </a:p>
        </p:txBody>
      </p:sp>
      <p:sp>
        <p:nvSpPr>
          <p:cNvPr id="22" name="Shape 20"/>
          <p:cNvSpPr/>
          <p:nvPr/>
        </p:nvSpPr>
        <p:spPr>
          <a:xfrm>
            <a:off x="4522761" y="3909565"/>
            <a:ext cx="146304" cy="146304"/>
          </a:xfrm>
          <a:prstGeom prst="ellipse">
            <a:avLst/>
          </a:prstGeom>
          <a:solidFill>
            <a:srgbClr val="2D5A3D"/>
          </a:solidFill>
          <a:ln w="12700">
            <a:solidFill>
              <a:srgbClr val="2D5A3D"/>
            </a:solidFill>
            <a:prstDash val="solid"/>
          </a:ln>
        </p:spPr>
        <p:txBody>
          <a:bodyPr/>
          <a:lstStyle/>
          <a:p>
            <a:endParaRPr lang="zh-CN" altLang="en-US"/>
          </a:p>
        </p:txBody>
      </p:sp>
      <p:sp>
        <p:nvSpPr>
          <p:cNvPr id="23" name="Text 21"/>
          <p:cNvSpPr/>
          <p:nvPr/>
        </p:nvSpPr>
        <p:spPr>
          <a:xfrm>
            <a:off x="3955833" y="3246624"/>
            <a:ext cx="1280160" cy="320040"/>
          </a:xfrm>
          <a:prstGeom prst="rect">
            <a:avLst/>
          </a:prstGeom>
          <a:noFill/>
          <a:ln/>
        </p:spPr>
        <p:txBody>
          <a:bodyPr wrap="square" lIns="0" tIns="0" rIns="0" bIns="0" rtlCol="0" anchor="ctr"/>
          <a:lstStyle/>
          <a:p>
            <a:pPr marL="0" indent="0" algn="ctr">
              <a:buNone/>
            </a:pPr>
            <a:r>
              <a:rPr lang="en-US" sz="2000" b="1" dirty="0">
                <a:solidFill>
                  <a:srgbClr val="1C1C1C"/>
                </a:solidFill>
                <a:latin typeface="Source Han Serif CN Heavy" panose="02020400000000000000" pitchFamily="18" charset="-128"/>
                <a:ea typeface="Source Han Serif CN Heavy" panose="02020400000000000000" pitchFamily="18" charset="-128"/>
                <a:cs typeface="Playfair Display" pitchFamily="34" charset="-120"/>
              </a:rPr>
              <a:t>1997</a:t>
            </a:r>
            <a:endParaRPr lang="en-US" sz="2000" b="1" dirty="0">
              <a:latin typeface="Source Han Serif CN Heavy" panose="02020400000000000000" pitchFamily="18" charset="-128"/>
              <a:ea typeface="Source Han Serif CN Heavy" panose="02020400000000000000" pitchFamily="18" charset="-128"/>
            </a:endParaRPr>
          </a:p>
        </p:txBody>
      </p:sp>
      <p:sp>
        <p:nvSpPr>
          <p:cNvPr id="24" name="Text 22"/>
          <p:cNvSpPr/>
          <p:nvPr/>
        </p:nvSpPr>
        <p:spPr>
          <a:xfrm>
            <a:off x="3887814" y="4147309"/>
            <a:ext cx="1371600" cy="292608"/>
          </a:xfrm>
          <a:prstGeom prst="rect">
            <a:avLst/>
          </a:prstGeom>
          <a:noFill/>
          <a:ln/>
        </p:spPr>
        <p:txBody>
          <a:bodyPr wrap="square" lIns="0" tIns="0" rIns="0" bIns="0" rtlCol="0" anchor="ctr"/>
          <a:lstStyle/>
          <a:p>
            <a:pPr marL="0" indent="0" algn="ctr">
              <a:buNone/>
            </a:pPr>
            <a:r>
              <a:rPr lang="en-US" sz="1000" kern="0" spc="100" dirty="0">
                <a:solidFill>
                  <a:srgbClr val="1C1C1C"/>
                </a:solidFill>
                <a:latin typeface="MiSans Demibold" pitchFamily="2" charset="-122"/>
                <a:ea typeface="MiSans Demibold" pitchFamily="2" charset="-122"/>
                <a:cs typeface="PingFang SC" pitchFamily="34" charset="-120"/>
              </a:rPr>
              <a:t>深 蓝</a:t>
            </a:r>
            <a:endParaRPr lang="en-US" sz="1000" dirty="0">
              <a:latin typeface="MiSans Demibold" pitchFamily="2" charset="-122"/>
              <a:ea typeface="MiSans Demibold" pitchFamily="2" charset="-122"/>
            </a:endParaRPr>
          </a:p>
        </p:txBody>
      </p:sp>
      <p:sp>
        <p:nvSpPr>
          <p:cNvPr id="26" name="Shape 24"/>
          <p:cNvSpPr/>
          <p:nvPr/>
        </p:nvSpPr>
        <p:spPr>
          <a:xfrm>
            <a:off x="6136919" y="3909565"/>
            <a:ext cx="146304" cy="146304"/>
          </a:xfrm>
          <a:prstGeom prst="ellipse">
            <a:avLst/>
          </a:prstGeom>
          <a:solidFill>
            <a:srgbClr val="2D5A3D"/>
          </a:solidFill>
          <a:ln w="12700">
            <a:solidFill>
              <a:srgbClr val="2D5A3D"/>
            </a:solidFill>
            <a:prstDash val="solid"/>
          </a:ln>
        </p:spPr>
        <p:txBody>
          <a:bodyPr/>
          <a:lstStyle/>
          <a:p>
            <a:endParaRPr lang="zh-CN" altLang="en-US"/>
          </a:p>
        </p:txBody>
      </p:sp>
      <p:sp>
        <p:nvSpPr>
          <p:cNvPr id="27" name="Text 25"/>
          <p:cNvSpPr/>
          <p:nvPr/>
        </p:nvSpPr>
        <p:spPr>
          <a:xfrm>
            <a:off x="5569991" y="3246624"/>
            <a:ext cx="1280160" cy="320040"/>
          </a:xfrm>
          <a:prstGeom prst="rect">
            <a:avLst/>
          </a:prstGeom>
          <a:noFill/>
          <a:ln/>
        </p:spPr>
        <p:txBody>
          <a:bodyPr wrap="square" lIns="0" tIns="0" rIns="0" bIns="0" rtlCol="0" anchor="ctr"/>
          <a:lstStyle/>
          <a:p>
            <a:pPr marL="0" indent="0" algn="ctr">
              <a:buNone/>
            </a:pPr>
            <a:r>
              <a:rPr lang="en-US" sz="2000" b="1" dirty="0">
                <a:solidFill>
                  <a:srgbClr val="1C1C1C"/>
                </a:solidFill>
                <a:latin typeface="Source Han Serif CN Heavy" panose="02020400000000000000" pitchFamily="18" charset="-128"/>
                <a:ea typeface="Source Han Serif CN Heavy" panose="02020400000000000000" pitchFamily="18" charset="-128"/>
                <a:cs typeface="Playfair Display" pitchFamily="34" charset="-120"/>
              </a:rPr>
              <a:t>2011</a:t>
            </a:r>
            <a:endParaRPr lang="en-US" sz="2000" b="1" dirty="0">
              <a:latin typeface="Source Han Serif CN Heavy" panose="02020400000000000000" pitchFamily="18" charset="-128"/>
              <a:ea typeface="Source Han Serif CN Heavy" panose="02020400000000000000" pitchFamily="18" charset="-128"/>
            </a:endParaRPr>
          </a:p>
        </p:txBody>
      </p:sp>
      <p:sp>
        <p:nvSpPr>
          <p:cNvPr id="28" name="Text 26"/>
          <p:cNvSpPr/>
          <p:nvPr/>
        </p:nvSpPr>
        <p:spPr>
          <a:xfrm>
            <a:off x="5524271" y="4147309"/>
            <a:ext cx="1371600" cy="292608"/>
          </a:xfrm>
          <a:prstGeom prst="rect">
            <a:avLst/>
          </a:prstGeom>
          <a:noFill/>
          <a:ln/>
        </p:spPr>
        <p:txBody>
          <a:bodyPr wrap="square" lIns="0" tIns="0" rIns="0" bIns="0" rtlCol="0" anchor="ctr"/>
          <a:lstStyle/>
          <a:p>
            <a:pPr marL="0" indent="0" algn="ctr">
              <a:buNone/>
            </a:pPr>
            <a:r>
              <a:rPr lang="en-US" sz="1000" kern="0" spc="100" dirty="0">
                <a:solidFill>
                  <a:srgbClr val="1C1C1C"/>
                </a:solidFill>
                <a:latin typeface="MiSans Demibold" pitchFamily="2" charset="-122"/>
                <a:ea typeface="MiSans Demibold" pitchFamily="2" charset="-122"/>
                <a:cs typeface="PingFang SC" pitchFamily="34" charset="-120"/>
              </a:rPr>
              <a:t>IBM Watson</a:t>
            </a:r>
            <a:endParaRPr lang="en-US" sz="1000" dirty="0">
              <a:latin typeface="MiSans Demibold" pitchFamily="2" charset="-122"/>
              <a:ea typeface="MiSans Demibold" pitchFamily="2" charset="-122"/>
            </a:endParaRPr>
          </a:p>
        </p:txBody>
      </p:sp>
      <p:sp>
        <p:nvSpPr>
          <p:cNvPr id="30" name="Shape 28"/>
          <p:cNvSpPr/>
          <p:nvPr/>
        </p:nvSpPr>
        <p:spPr>
          <a:xfrm>
            <a:off x="7727656" y="3909565"/>
            <a:ext cx="146304" cy="146304"/>
          </a:xfrm>
          <a:prstGeom prst="ellipse">
            <a:avLst/>
          </a:prstGeom>
          <a:solidFill>
            <a:srgbClr val="2D5A3D"/>
          </a:solidFill>
          <a:ln w="12700">
            <a:solidFill>
              <a:srgbClr val="2D5A3D"/>
            </a:solidFill>
            <a:prstDash val="solid"/>
          </a:ln>
        </p:spPr>
        <p:txBody>
          <a:bodyPr/>
          <a:lstStyle/>
          <a:p>
            <a:endParaRPr lang="zh-CN" altLang="en-US"/>
          </a:p>
        </p:txBody>
      </p:sp>
      <p:sp>
        <p:nvSpPr>
          <p:cNvPr id="31" name="Text 29"/>
          <p:cNvSpPr/>
          <p:nvPr/>
        </p:nvSpPr>
        <p:spPr>
          <a:xfrm>
            <a:off x="7160728" y="3246624"/>
            <a:ext cx="1280160" cy="320040"/>
          </a:xfrm>
          <a:prstGeom prst="rect">
            <a:avLst/>
          </a:prstGeom>
          <a:noFill/>
          <a:ln/>
        </p:spPr>
        <p:txBody>
          <a:bodyPr wrap="square" lIns="0" tIns="0" rIns="0" bIns="0" rtlCol="0" anchor="ctr"/>
          <a:lstStyle/>
          <a:p>
            <a:pPr marL="0" indent="0" algn="ctr">
              <a:buNone/>
            </a:pPr>
            <a:r>
              <a:rPr lang="en-US" sz="2000" b="1" dirty="0">
                <a:solidFill>
                  <a:srgbClr val="1C1C1C"/>
                </a:solidFill>
                <a:latin typeface="Source Han Serif CN Heavy" panose="02020400000000000000" pitchFamily="18" charset="-128"/>
                <a:ea typeface="Source Han Serif CN Heavy" panose="02020400000000000000" pitchFamily="18" charset="-128"/>
                <a:cs typeface="Playfair Display" pitchFamily="34" charset="-120"/>
              </a:rPr>
              <a:t>2012</a:t>
            </a:r>
            <a:endParaRPr lang="en-US" sz="2000" b="1" dirty="0">
              <a:latin typeface="Source Han Serif CN Heavy" panose="02020400000000000000" pitchFamily="18" charset="-128"/>
              <a:ea typeface="Source Han Serif CN Heavy" panose="02020400000000000000" pitchFamily="18" charset="-128"/>
            </a:endParaRPr>
          </a:p>
        </p:txBody>
      </p:sp>
      <p:sp>
        <p:nvSpPr>
          <p:cNvPr id="32" name="Text 30"/>
          <p:cNvSpPr/>
          <p:nvPr/>
        </p:nvSpPr>
        <p:spPr>
          <a:xfrm>
            <a:off x="7209966" y="4147309"/>
            <a:ext cx="1276642" cy="292608"/>
          </a:xfrm>
          <a:prstGeom prst="rect">
            <a:avLst/>
          </a:prstGeom>
          <a:noFill/>
          <a:ln/>
        </p:spPr>
        <p:txBody>
          <a:bodyPr wrap="square" lIns="0" tIns="0" rIns="0" bIns="0" rtlCol="0" anchor="ctr"/>
          <a:lstStyle/>
          <a:p>
            <a:pPr marL="0" indent="0" algn="ctr">
              <a:buNone/>
            </a:pPr>
            <a:r>
              <a:rPr lang="en-US" sz="1000" kern="0" spc="100" dirty="0">
                <a:solidFill>
                  <a:srgbClr val="1C1C1C"/>
                </a:solidFill>
                <a:latin typeface="MiSans Demibold" pitchFamily="2" charset="-122"/>
                <a:ea typeface="MiSans Demibold" pitchFamily="2" charset="-122"/>
                <a:cs typeface="PingFang SC" pitchFamily="34" charset="-120"/>
              </a:rPr>
              <a:t>AlexNet</a:t>
            </a:r>
            <a:endParaRPr lang="en-US" sz="1000" dirty="0">
              <a:latin typeface="MiSans Demibold" pitchFamily="2" charset="-122"/>
              <a:ea typeface="MiSans Demibold" pitchFamily="2" charset="-122"/>
            </a:endParaRPr>
          </a:p>
        </p:txBody>
      </p:sp>
      <p:sp>
        <p:nvSpPr>
          <p:cNvPr id="34" name="Shape 32"/>
          <p:cNvSpPr/>
          <p:nvPr/>
        </p:nvSpPr>
        <p:spPr>
          <a:xfrm>
            <a:off x="9318393" y="3909565"/>
            <a:ext cx="146304" cy="146304"/>
          </a:xfrm>
          <a:prstGeom prst="ellipse">
            <a:avLst/>
          </a:prstGeom>
          <a:solidFill>
            <a:srgbClr val="2D5A3D"/>
          </a:solidFill>
          <a:ln w="12700">
            <a:solidFill>
              <a:srgbClr val="2D5A3D"/>
            </a:solidFill>
            <a:prstDash val="solid"/>
          </a:ln>
        </p:spPr>
        <p:txBody>
          <a:bodyPr/>
          <a:lstStyle/>
          <a:p>
            <a:endParaRPr lang="zh-CN" altLang="en-US"/>
          </a:p>
        </p:txBody>
      </p:sp>
      <p:sp>
        <p:nvSpPr>
          <p:cNvPr id="35" name="Text 33"/>
          <p:cNvSpPr/>
          <p:nvPr/>
        </p:nvSpPr>
        <p:spPr>
          <a:xfrm>
            <a:off x="8751465" y="3246624"/>
            <a:ext cx="1280160" cy="320040"/>
          </a:xfrm>
          <a:prstGeom prst="rect">
            <a:avLst/>
          </a:prstGeom>
          <a:noFill/>
          <a:ln/>
        </p:spPr>
        <p:txBody>
          <a:bodyPr wrap="square" lIns="0" tIns="0" rIns="0" bIns="0" rtlCol="0" anchor="ctr"/>
          <a:lstStyle/>
          <a:p>
            <a:pPr marL="0" indent="0" algn="ctr">
              <a:buNone/>
            </a:pPr>
            <a:r>
              <a:rPr lang="en-US" sz="2000" b="1" dirty="0">
                <a:solidFill>
                  <a:srgbClr val="1C1C1C"/>
                </a:solidFill>
                <a:latin typeface="Source Han Serif CN Heavy" panose="02020400000000000000" pitchFamily="18" charset="-128"/>
                <a:ea typeface="Source Han Serif CN Heavy" panose="02020400000000000000" pitchFamily="18" charset="-128"/>
                <a:cs typeface="Playfair Display" pitchFamily="34" charset="-120"/>
              </a:rPr>
              <a:t>2016</a:t>
            </a:r>
            <a:endParaRPr lang="en-US" sz="2000" b="1" dirty="0">
              <a:latin typeface="Source Han Serif CN Heavy" panose="02020400000000000000" pitchFamily="18" charset="-128"/>
              <a:ea typeface="Source Han Serif CN Heavy" panose="02020400000000000000" pitchFamily="18" charset="-128"/>
            </a:endParaRPr>
          </a:p>
        </p:txBody>
      </p:sp>
      <p:sp>
        <p:nvSpPr>
          <p:cNvPr id="36" name="Text 34"/>
          <p:cNvSpPr/>
          <p:nvPr/>
        </p:nvSpPr>
        <p:spPr>
          <a:xfrm>
            <a:off x="8705745" y="4147309"/>
            <a:ext cx="1371600" cy="292608"/>
          </a:xfrm>
          <a:prstGeom prst="rect">
            <a:avLst/>
          </a:prstGeom>
          <a:noFill/>
          <a:ln/>
        </p:spPr>
        <p:txBody>
          <a:bodyPr wrap="square" lIns="0" tIns="0" rIns="0" bIns="0" rtlCol="0" anchor="ctr"/>
          <a:lstStyle/>
          <a:p>
            <a:pPr marL="0" indent="0" algn="ctr">
              <a:buNone/>
            </a:pPr>
            <a:r>
              <a:rPr lang="en-US" sz="1000" kern="0" spc="100" dirty="0">
                <a:solidFill>
                  <a:srgbClr val="1C1C1C"/>
                </a:solidFill>
                <a:latin typeface="MiSans Demibold" pitchFamily="2" charset="-122"/>
                <a:ea typeface="MiSans Demibold" pitchFamily="2" charset="-122"/>
                <a:cs typeface="PingFang SC" pitchFamily="34" charset="-120"/>
              </a:rPr>
              <a:t>AlphaGo</a:t>
            </a:r>
            <a:endParaRPr lang="en-US" sz="1000" dirty="0">
              <a:latin typeface="MiSans Demibold" pitchFamily="2" charset="-122"/>
              <a:ea typeface="MiSans Demibold" pitchFamily="2" charset="-122"/>
            </a:endParaRPr>
          </a:p>
        </p:txBody>
      </p:sp>
      <p:sp>
        <p:nvSpPr>
          <p:cNvPr id="38" name="Shape 36"/>
          <p:cNvSpPr/>
          <p:nvPr/>
        </p:nvSpPr>
        <p:spPr>
          <a:xfrm>
            <a:off x="10835978" y="3909565"/>
            <a:ext cx="146304" cy="146304"/>
          </a:xfrm>
          <a:prstGeom prst="ellipse">
            <a:avLst/>
          </a:prstGeom>
          <a:solidFill>
            <a:srgbClr val="2D5A3D"/>
          </a:solidFill>
          <a:ln w="12700">
            <a:solidFill>
              <a:srgbClr val="2D5A3D"/>
            </a:solidFill>
            <a:prstDash val="solid"/>
          </a:ln>
        </p:spPr>
        <p:txBody>
          <a:bodyPr/>
          <a:lstStyle/>
          <a:p>
            <a:endParaRPr lang="zh-CN" altLang="en-US"/>
          </a:p>
        </p:txBody>
      </p:sp>
      <p:sp>
        <p:nvSpPr>
          <p:cNvPr id="39" name="Text 37"/>
          <p:cNvSpPr/>
          <p:nvPr/>
        </p:nvSpPr>
        <p:spPr>
          <a:xfrm>
            <a:off x="10269050" y="3246624"/>
            <a:ext cx="1280160" cy="320040"/>
          </a:xfrm>
          <a:prstGeom prst="rect">
            <a:avLst/>
          </a:prstGeom>
          <a:noFill/>
          <a:ln/>
        </p:spPr>
        <p:txBody>
          <a:bodyPr wrap="square" lIns="0" tIns="0" rIns="0" bIns="0" rtlCol="0" anchor="ctr"/>
          <a:lstStyle/>
          <a:p>
            <a:pPr marL="0" indent="0" algn="ctr">
              <a:buNone/>
            </a:pPr>
            <a:r>
              <a:rPr lang="en-US" sz="2000" b="1" dirty="0">
                <a:solidFill>
                  <a:srgbClr val="1C1C1C"/>
                </a:solidFill>
                <a:latin typeface="Source Han Serif CN Heavy" panose="02020400000000000000" pitchFamily="18" charset="-128"/>
                <a:ea typeface="Source Han Serif CN Heavy" panose="02020400000000000000" pitchFamily="18" charset="-128"/>
                <a:cs typeface="Playfair Display" pitchFamily="34" charset="-120"/>
              </a:rPr>
              <a:t>2022</a:t>
            </a:r>
            <a:endParaRPr lang="en-US" sz="2000" b="1" dirty="0">
              <a:latin typeface="Source Han Serif CN Heavy" panose="02020400000000000000" pitchFamily="18" charset="-128"/>
              <a:ea typeface="Source Han Serif CN Heavy" panose="02020400000000000000" pitchFamily="18" charset="-128"/>
            </a:endParaRPr>
          </a:p>
        </p:txBody>
      </p:sp>
      <p:sp>
        <p:nvSpPr>
          <p:cNvPr id="40" name="Text 38"/>
          <p:cNvSpPr/>
          <p:nvPr/>
        </p:nvSpPr>
        <p:spPr>
          <a:xfrm>
            <a:off x="10269050" y="4147309"/>
            <a:ext cx="1280160" cy="292608"/>
          </a:xfrm>
          <a:prstGeom prst="rect">
            <a:avLst/>
          </a:prstGeom>
          <a:noFill/>
          <a:ln/>
        </p:spPr>
        <p:txBody>
          <a:bodyPr wrap="square" lIns="0" tIns="0" rIns="0" bIns="0" rtlCol="0" anchor="ctr"/>
          <a:lstStyle/>
          <a:p>
            <a:pPr marL="0" indent="0" algn="ctr">
              <a:buNone/>
            </a:pPr>
            <a:r>
              <a:rPr lang="en-US" sz="1000" kern="0" spc="100" dirty="0">
                <a:solidFill>
                  <a:srgbClr val="1C1C1C"/>
                </a:solidFill>
                <a:latin typeface="MiSans Demibold" pitchFamily="2" charset="-122"/>
                <a:ea typeface="MiSans Demibold" pitchFamily="2" charset="-122"/>
                <a:cs typeface="PingFang SC" pitchFamily="34" charset="-120"/>
              </a:rPr>
              <a:t>ChatGPT</a:t>
            </a:r>
            <a:endParaRPr lang="en-US" sz="1000" dirty="0">
              <a:latin typeface="MiSans Demibold" pitchFamily="2" charset="-122"/>
              <a:ea typeface="MiSans Demibold" pitchFamily="2" charset="-122"/>
            </a:endParaRPr>
          </a:p>
        </p:txBody>
      </p:sp>
      <p:sp>
        <p:nvSpPr>
          <p:cNvPr id="43" name="Shape 41"/>
          <p:cNvSpPr/>
          <p:nvPr/>
        </p:nvSpPr>
        <p:spPr>
          <a:xfrm>
            <a:off x="548640" y="6446520"/>
            <a:ext cx="11064240" cy="0"/>
          </a:xfrm>
          <a:prstGeom prst="line">
            <a:avLst/>
          </a:prstGeom>
          <a:noFill/>
          <a:ln w="6350">
            <a:solidFill>
              <a:srgbClr val="1C1C1C"/>
            </a:solidFill>
            <a:prstDash val="solid"/>
          </a:ln>
        </p:spPr>
        <p:txBody>
          <a:bodyPr/>
          <a:lstStyle/>
          <a:p>
            <a:endParaRPr lang="zh-CN" altLang="en-US"/>
          </a:p>
        </p:txBody>
      </p:sp>
      <p:sp>
        <p:nvSpPr>
          <p:cNvPr id="45" name="Text 43"/>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6B7B6A"/>
                </a:solidFill>
                <a:latin typeface="PingFang SC" pitchFamily="34" charset="0"/>
                <a:ea typeface="PingFang SC" pitchFamily="34" charset="-122"/>
                <a:cs typeface="PingFang SC" pitchFamily="34" charset="-120"/>
              </a:rPr>
              <a:t>008</a:t>
            </a:r>
            <a:endParaRPr lang="en-US" sz="800" dirty="0"/>
          </a:p>
        </p:txBody>
      </p:sp>
      <p:sp>
        <p:nvSpPr>
          <p:cNvPr id="46" name="Shape 0">
            <a:extLst>
              <a:ext uri="{FF2B5EF4-FFF2-40B4-BE49-F238E27FC236}">
                <a16:creationId xmlns:a16="http://schemas.microsoft.com/office/drawing/2014/main" id="{6E0CDE58-01D3-B6FA-F13B-ABACC734F95F}"/>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47" name="Text 1">
            <a:extLst>
              <a:ext uri="{FF2B5EF4-FFF2-40B4-BE49-F238E27FC236}">
                <a16:creationId xmlns:a16="http://schemas.microsoft.com/office/drawing/2014/main" id="{F9125F95-1A05-BEE1-3C8A-A7AA5AFD95B6}"/>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48" name="Text 2">
            <a:extLst>
              <a:ext uri="{FF2B5EF4-FFF2-40B4-BE49-F238E27FC236}">
                <a16:creationId xmlns:a16="http://schemas.microsoft.com/office/drawing/2014/main" id="{40216C9D-B219-F90C-4FA5-ECD94E75A209}"/>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49" name="Text 2">
            <a:extLst>
              <a:ext uri="{FF2B5EF4-FFF2-40B4-BE49-F238E27FC236}">
                <a16:creationId xmlns:a16="http://schemas.microsoft.com/office/drawing/2014/main" id="{5D6495C6-FAF0-2AC2-6C48-78C8E8BF0794}"/>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寒冬与复兴 </a:t>
            </a:r>
            <a:r>
              <a:rPr lang="en-US" sz="1000" kern="0" spc="400" dirty="0">
                <a:solidFill>
                  <a:srgbClr val="1C1C1C"/>
                </a:solidFill>
                <a:latin typeface="MiSans" pitchFamily="2" charset="-122"/>
                <a:ea typeface="MiSans" pitchFamily="2" charset="-122"/>
              </a:rPr>
              <a:t>—</a:t>
            </a:r>
          </a:p>
        </p:txBody>
      </p:sp>
      <p:sp>
        <p:nvSpPr>
          <p:cNvPr id="50" name="Text 44">
            <a:extLst>
              <a:ext uri="{FF2B5EF4-FFF2-40B4-BE49-F238E27FC236}">
                <a16:creationId xmlns:a16="http://schemas.microsoft.com/office/drawing/2014/main" id="{A715AAE0-1617-E370-2243-D286FCE00FA1}"/>
              </a:ext>
            </a:extLst>
          </p:cNvPr>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err="1">
                <a:solidFill>
                  <a:srgbClr val="6B7B6A"/>
                </a:solidFill>
                <a:latin typeface="MiSans Light" pitchFamily="2" charset="-122"/>
                <a:ea typeface="MiSans Light" pitchFamily="2" charset="-122"/>
                <a:cs typeface="PingFang SC" pitchFamily="34" charset="-120"/>
              </a:rPr>
              <a:t>寒冬与复兴</a:t>
            </a:r>
            <a:endParaRPr lang="en-US" sz="800" dirty="0">
              <a:latin typeface="MiSans Light" pitchFamily="2" charset="-122"/>
              <a:ea typeface="MiSans Light" pitchFamily="2" charset="-122"/>
            </a:endParaRPr>
          </a:p>
        </p:txBody>
      </p:sp>
      <p:sp>
        <p:nvSpPr>
          <p:cNvPr id="52" name="Text 11">
            <a:extLst>
              <a:ext uri="{FF2B5EF4-FFF2-40B4-BE49-F238E27FC236}">
                <a16:creationId xmlns:a16="http://schemas.microsoft.com/office/drawing/2014/main" id="{31613038-05CB-3807-5B4E-C9A32643E536}"/>
              </a:ext>
            </a:extLst>
          </p:cNvPr>
          <p:cNvSpPr/>
          <p:nvPr/>
        </p:nvSpPr>
        <p:spPr>
          <a:xfrm>
            <a:off x="612412" y="4622796"/>
            <a:ext cx="1237893" cy="1312668"/>
          </a:xfrm>
          <a:prstGeom prst="rect">
            <a:avLst/>
          </a:prstGeom>
          <a:noFill/>
          <a:ln/>
        </p:spPr>
        <p:txBody>
          <a:bodyPr wrap="square" lIns="0" tIns="0" rIns="0" bIns="0" rtlCol="0" anchor="t"/>
          <a:lstStyle/>
          <a:p>
            <a:pPr>
              <a:lnSpc>
                <a:spcPct val="150000"/>
              </a:lnSpc>
            </a:pPr>
            <a:r>
              <a:rPr lang="zh-CN" altLang="en-US" sz="1000" dirty="0">
                <a:solidFill>
                  <a:srgbClr val="6B7B6A"/>
                </a:solidFill>
                <a:latin typeface="Source Han Serif CN" panose="02020400000000000000" pitchFamily="18" charset="-128"/>
                <a:ea typeface="Source Han Serif CN" panose="02020400000000000000" pitchFamily="18" charset="-128"/>
                <a:cs typeface="STSong" pitchFamily="34" charset="-120"/>
              </a:rPr>
              <a:t>首个聊天机器人诞生但是首个聊天机器人诞生但是</a:t>
            </a:r>
            <a:endParaRPr lang="en-US" altLang="zh-CN" sz="1000" dirty="0">
              <a:latin typeface="Source Han Serif CN" panose="02020400000000000000" pitchFamily="18" charset="-128"/>
              <a:ea typeface="Source Han Serif CN" panose="02020400000000000000" pitchFamily="18" charset="-128"/>
            </a:endParaRPr>
          </a:p>
        </p:txBody>
      </p:sp>
      <p:sp>
        <p:nvSpPr>
          <p:cNvPr id="53" name="Text 11">
            <a:extLst>
              <a:ext uri="{FF2B5EF4-FFF2-40B4-BE49-F238E27FC236}">
                <a16:creationId xmlns:a16="http://schemas.microsoft.com/office/drawing/2014/main" id="{B0F10E2D-AC79-9022-8765-B91A5FEC5276}"/>
              </a:ext>
            </a:extLst>
          </p:cNvPr>
          <p:cNvSpPr/>
          <p:nvPr/>
        </p:nvSpPr>
        <p:spPr>
          <a:xfrm>
            <a:off x="2312309" y="4622796"/>
            <a:ext cx="1237893" cy="1312668"/>
          </a:xfrm>
          <a:prstGeom prst="rect">
            <a:avLst/>
          </a:prstGeom>
          <a:noFill/>
          <a:ln/>
        </p:spPr>
        <p:txBody>
          <a:bodyPr wrap="square" lIns="0" tIns="0" rIns="0" bIns="0" rtlCol="0" anchor="t"/>
          <a:lstStyle/>
          <a:p>
            <a:pPr>
              <a:lnSpc>
                <a:spcPct val="150000"/>
              </a:lnSpc>
            </a:pPr>
            <a:r>
              <a:rPr lang="zh-CN" altLang="en-US" sz="1000" dirty="0">
                <a:solidFill>
                  <a:srgbClr val="6B7B6A"/>
                </a:solidFill>
                <a:latin typeface="Source Han Serif CN" panose="02020400000000000000" pitchFamily="18" charset="-128"/>
                <a:ea typeface="Source Han Serif CN" panose="02020400000000000000" pitchFamily="18" charset="-128"/>
              </a:rPr>
              <a:t>专家系统专家系统专家系统专家系统专家系统专家系统专家系统专家系统</a:t>
            </a:r>
            <a:endParaRPr lang="en-US" altLang="zh-CN" sz="1000" dirty="0">
              <a:latin typeface="Source Han Serif CN" panose="02020400000000000000" pitchFamily="18" charset="-128"/>
              <a:ea typeface="Source Han Serif CN" panose="02020400000000000000" pitchFamily="18" charset="-128"/>
            </a:endParaRPr>
          </a:p>
        </p:txBody>
      </p:sp>
      <p:sp>
        <p:nvSpPr>
          <p:cNvPr id="56" name="Text 11">
            <a:extLst>
              <a:ext uri="{FF2B5EF4-FFF2-40B4-BE49-F238E27FC236}">
                <a16:creationId xmlns:a16="http://schemas.microsoft.com/office/drawing/2014/main" id="{B5877081-ECD5-A783-B3C7-8DB8AED2F65E}"/>
              </a:ext>
            </a:extLst>
          </p:cNvPr>
          <p:cNvSpPr/>
          <p:nvPr/>
        </p:nvSpPr>
        <p:spPr>
          <a:xfrm>
            <a:off x="3954667" y="4622796"/>
            <a:ext cx="1237893" cy="1312668"/>
          </a:xfrm>
          <a:prstGeom prst="rect">
            <a:avLst/>
          </a:prstGeom>
          <a:noFill/>
          <a:ln/>
        </p:spPr>
        <p:txBody>
          <a:bodyPr wrap="square" lIns="0" tIns="0" rIns="0" bIns="0" rtlCol="0" anchor="t"/>
          <a:lstStyle/>
          <a:p>
            <a:pPr>
              <a:lnSpc>
                <a:spcPct val="150000"/>
              </a:lnSpc>
            </a:pPr>
            <a:r>
              <a:rPr lang="en-US" altLang="zh-CN" sz="1000" dirty="0" err="1">
                <a:solidFill>
                  <a:srgbClr val="6B7B6A"/>
                </a:solidFill>
                <a:latin typeface="Source Han Serif CN" panose="02020400000000000000" pitchFamily="18" charset="-128"/>
                <a:ea typeface="Source Han Serif CN" panose="02020400000000000000" pitchFamily="18" charset="-128"/>
                <a:cs typeface="STSong" pitchFamily="34" charset="-120"/>
              </a:rPr>
              <a:t>击败卡斯帕罗夫击败卡斯帕罗夫击败卡斯帕罗夫</a:t>
            </a:r>
            <a:endParaRPr lang="en-US" altLang="zh-CN" sz="1000" dirty="0">
              <a:latin typeface="Source Han Serif CN" panose="02020400000000000000" pitchFamily="18" charset="-128"/>
              <a:ea typeface="Source Han Serif CN" panose="02020400000000000000" pitchFamily="18" charset="-128"/>
            </a:endParaRPr>
          </a:p>
          <a:p>
            <a:pPr>
              <a:lnSpc>
                <a:spcPct val="150000"/>
              </a:lnSpc>
            </a:pPr>
            <a:endParaRPr lang="en-US" altLang="zh-CN" sz="1000" dirty="0">
              <a:latin typeface="Source Han Serif CN" panose="02020400000000000000" pitchFamily="18" charset="-128"/>
              <a:ea typeface="Source Han Serif CN" panose="02020400000000000000" pitchFamily="18" charset="-128"/>
            </a:endParaRPr>
          </a:p>
          <a:p>
            <a:pPr>
              <a:lnSpc>
                <a:spcPct val="150000"/>
              </a:lnSpc>
            </a:pPr>
            <a:endParaRPr lang="en-US" altLang="zh-CN" sz="1000" dirty="0">
              <a:latin typeface="Source Han Serif CN" panose="02020400000000000000" pitchFamily="18" charset="-128"/>
              <a:ea typeface="Source Han Serif CN" panose="02020400000000000000" pitchFamily="18" charset="-128"/>
            </a:endParaRPr>
          </a:p>
        </p:txBody>
      </p:sp>
      <p:sp>
        <p:nvSpPr>
          <p:cNvPr id="57" name="Text 11">
            <a:extLst>
              <a:ext uri="{FF2B5EF4-FFF2-40B4-BE49-F238E27FC236}">
                <a16:creationId xmlns:a16="http://schemas.microsoft.com/office/drawing/2014/main" id="{1827EBBB-BED2-3CF6-76BA-27BDDA2CE124}"/>
              </a:ext>
            </a:extLst>
          </p:cNvPr>
          <p:cNvSpPr/>
          <p:nvPr/>
        </p:nvSpPr>
        <p:spPr>
          <a:xfrm>
            <a:off x="5595788" y="4622796"/>
            <a:ext cx="1237893" cy="1312668"/>
          </a:xfrm>
          <a:prstGeom prst="rect">
            <a:avLst/>
          </a:prstGeom>
          <a:noFill/>
          <a:ln/>
        </p:spPr>
        <p:txBody>
          <a:bodyPr wrap="square" lIns="0" tIns="0" rIns="0" bIns="0" rtlCol="0" anchor="t"/>
          <a:lstStyle/>
          <a:p>
            <a:pPr>
              <a:lnSpc>
                <a:spcPct val="150000"/>
              </a:lnSpc>
            </a:pPr>
            <a:r>
              <a:rPr lang="en-US" altLang="zh-CN" sz="1000" dirty="0" err="1">
                <a:solidFill>
                  <a:srgbClr val="6B7B6A"/>
                </a:solidFill>
                <a:latin typeface="Source Han Serif CN" panose="02020400000000000000" pitchFamily="18" charset="-128"/>
                <a:ea typeface="Source Han Serif CN" panose="02020400000000000000" pitchFamily="18" charset="-128"/>
                <a:cs typeface="STSong" pitchFamily="34" charset="-120"/>
              </a:rPr>
              <a:t>击败卡斯帕罗夫击败卡斯帕罗夫击败卡斯帕罗夫夺得《危险边缘》冠军</a:t>
            </a:r>
            <a:r>
              <a:rPr lang="en-US" altLang="zh-CN" sz="1000" dirty="0">
                <a:solidFill>
                  <a:srgbClr val="6B7B6A"/>
                </a:solidFill>
                <a:latin typeface="Source Han Serif CN" panose="02020400000000000000" pitchFamily="18" charset="-128"/>
                <a:ea typeface="Source Han Serif CN" panose="02020400000000000000" pitchFamily="18" charset="-128"/>
                <a:cs typeface="STSong" pitchFamily="34" charset="-120"/>
              </a:rPr>
              <a:t>。</a:t>
            </a:r>
            <a:endParaRPr lang="en-US" altLang="zh-CN" sz="1000" dirty="0">
              <a:latin typeface="Source Han Serif CN" panose="02020400000000000000" pitchFamily="18" charset="-128"/>
              <a:ea typeface="Source Han Serif CN" panose="02020400000000000000" pitchFamily="18" charset="-128"/>
            </a:endParaRPr>
          </a:p>
          <a:p>
            <a:pPr>
              <a:lnSpc>
                <a:spcPct val="150000"/>
              </a:lnSpc>
            </a:pPr>
            <a:endParaRPr lang="en-US" altLang="zh-CN" sz="1000" dirty="0">
              <a:latin typeface="Source Han Serif CN" panose="02020400000000000000" pitchFamily="18" charset="-128"/>
              <a:ea typeface="Source Han Serif CN" panose="02020400000000000000" pitchFamily="18" charset="-128"/>
            </a:endParaRPr>
          </a:p>
          <a:p>
            <a:pPr>
              <a:lnSpc>
                <a:spcPct val="150000"/>
              </a:lnSpc>
            </a:pPr>
            <a:endParaRPr lang="en-US" altLang="zh-CN" sz="1000" dirty="0">
              <a:latin typeface="Source Han Serif CN" panose="02020400000000000000" pitchFamily="18" charset="-128"/>
              <a:ea typeface="Source Han Serif CN" panose="02020400000000000000" pitchFamily="18" charset="-128"/>
            </a:endParaRPr>
          </a:p>
          <a:p>
            <a:pPr>
              <a:lnSpc>
                <a:spcPct val="150000"/>
              </a:lnSpc>
            </a:pPr>
            <a:endParaRPr lang="en-US" altLang="zh-CN" sz="1000" dirty="0">
              <a:latin typeface="Source Han Serif CN" panose="02020400000000000000" pitchFamily="18" charset="-128"/>
              <a:ea typeface="Source Han Serif CN" panose="02020400000000000000" pitchFamily="18" charset="-128"/>
            </a:endParaRPr>
          </a:p>
        </p:txBody>
      </p:sp>
      <p:sp>
        <p:nvSpPr>
          <p:cNvPr id="58" name="Text 11">
            <a:extLst>
              <a:ext uri="{FF2B5EF4-FFF2-40B4-BE49-F238E27FC236}">
                <a16:creationId xmlns:a16="http://schemas.microsoft.com/office/drawing/2014/main" id="{09925281-B3FF-4369-7502-6305E9666C64}"/>
              </a:ext>
            </a:extLst>
          </p:cNvPr>
          <p:cNvSpPr/>
          <p:nvPr/>
        </p:nvSpPr>
        <p:spPr>
          <a:xfrm>
            <a:off x="7185345" y="4622796"/>
            <a:ext cx="1237893" cy="1312668"/>
          </a:xfrm>
          <a:prstGeom prst="rect">
            <a:avLst/>
          </a:prstGeom>
          <a:noFill/>
          <a:ln/>
        </p:spPr>
        <p:txBody>
          <a:bodyPr wrap="square" lIns="0" tIns="0" rIns="0" bIns="0" rtlCol="0" anchor="t"/>
          <a:lstStyle/>
          <a:p>
            <a:pPr>
              <a:lnSpc>
                <a:spcPct val="150000"/>
              </a:lnSpc>
            </a:pPr>
            <a:r>
              <a:rPr lang="zh-CN" altLang="en-US" sz="1000" dirty="0">
                <a:solidFill>
                  <a:srgbClr val="6B7B6A"/>
                </a:solidFill>
                <a:latin typeface="Source Han Serif CN" panose="02020400000000000000" pitchFamily="18" charset="-128"/>
                <a:ea typeface="Source Han Serif CN" panose="02020400000000000000" pitchFamily="18" charset="-128"/>
              </a:rPr>
              <a:t>专家系统专家系统专家系统专家系统</a:t>
            </a:r>
            <a:r>
              <a:rPr lang="en-US" altLang="zh-CN" sz="1000" dirty="0" err="1">
                <a:solidFill>
                  <a:srgbClr val="6B7B6A"/>
                </a:solidFill>
                <a:latin typeface="Source Han Serif CN" panose="02020400000000000000" pitchFamily="18" charset="-128"/>
                <a:ea typeface="Source Han Serif CN" panose="02020400000000000000" pitchFamily="18" charset="-128"/>
                <a:cs typeface="STSong" pitchFamily="34" charset="-120"/>
              </a:rPr>
              <a:t>视觉学会了深度</a:t>
            </a:r>
            <a:r>
              <a:rPr lang="en-US" altLang="zh-CN" sz="1000" dirty="0">
                <a:solidFill>
                  <a:srgbClr val="6B7B6A"/>
                </a:solidFill>
                <a:latin typeface="Source Han Serif CN" panose="02020400000000000000" pitchFamily="18" charset="-128"/>
                <a:ea typeface="Source Han Serif CN" panose="02020400000000000000" pitchFamily="18" charset="-128"/>
                <a:cs typeface="STSong" pitchFamily="34" charset="-120"/>
              </a:rPr>
              <a:t>。</a:t>
            </a:r>
            <a:endParaRPr lang="en-US" altLang="zh-CN" sz="1000" dirty="0">
              <a:latin typeface="Source Han Serif CN" panose="02020400000000000000" pitchFamily="18" charset="-128"/>
              <a:ea typeface="Source Han Serif CN" panose="02020400000000000000" pitchFamily="18" charset="-128"/>
            </a:endParaRPr>
          </a:p>
          <a:p>
            <a:pPr>
              <a:lnSpc>
                <a:spcPct val="150000"/>
              </a:lnSpc>
            </a:pPr>
            <a:endParaRPr lang="en-US" altLang="zh-CN" sz="1000" dirty="0">
              <a:latin typeface="Source Han Serif CN" panose="02020400000000000000" pitchFamily="18" charset="-128"/>
              <a:ea typeface="Source Han Serif CN" panose="02020400000000000000" pitchFamily="18" charset="-128"/>
            </a:endParaRPr>
          </a:p>
          <a:p>
            <a:pPr>
              <a:lnSpc>
                <a:spcPct val="150000"/>
              </a:lnSpc>
            </a:pPr>
            <a:endParaRPr lang="en-US" altLang="zh-CN" sz="1000" dirty="0">
              <a:latin typeface="Source Han Serif CN" panose="02020400000000000000" pitchFamily="18" charset="-128"/>
              <a:ea typeface="Source Han Serif CN" panose="02020400000000000000" pitchFamily="18" charset="-128"/>
            </a:endParaRPr>
          </a:p>
        </p:txBody>
      </p:sp>
      <p:sp>
        <p:nvSpPr>
          <p:cNvPr id="59" name="Text 11">
            <a:extLst>
              <a:ext uri="{FF2B5EF4-FFF2-40B4-BE49-F238E27FC236}">
                <a16:creationId xmlns:a16="http://schemas.microsoft.com/office/drawing/2014/main" id="{D279C450-5B50-7AF9-C5B2-D2FE39DA3F55}"/>
              </a:ext>
            </a:extLst>
          </p:cNvPr>
          <p:cNvSpPr/>
          <p:nvPr/>
        </p:nvSpPr>
        <p:spPr>
          <a:xfrm>
            <a:off x="8791322" y="4622796"/>
            <a:ext cx="1237893" cy="1312668"/>
          </a:xfrm>
          <a:prstGeom prst="rect">
            <a:avLst/>
          </a:prstGeom>
          <a:noFill/>
          <a:ln/>
        </p:spPr>
        <p:txBody>
          <a:bodyPr wrap="square" lIns="0" tIns="0" rIns="0" bIns="0" rtlCol="0" anchor="t"/>
          <a:lstStyle/>
          <a:p>
            <a:pPr>
              <a:lnSpc>
                <a:spcPct val="150000"/>
              </a:lnSpc>
            </a:pPr>
            <a:r>
              <a:rPr lang="en-US" altLang="zh-CN" sz="1000" dirty="0" err="1">
                <a:solidFill>
                  <a:srgbClr val="6B7B6A"/>
                </a:solidFill>
                <a:latin typeface="Source Han Serif CN" panose="02020400000000000000" pitchFamily="18" charset="-128"/>
                <a:ea typeface="Source Han Serif CN" panose="02020400000000000000" pitchFamily="18" charset="-128"/>
                <a:cs typeface="STSong" pitchFamily="34" charset="-120"/>
              </a:rPr>
              <a:t>击败李世石</a:t>
            </a:r>
            <a:r>
              <a:rPr lang="zh-CN" altLang="en-US" sz="1000" dirty="0">
                <a:solidFill>
                  <a:srgbClr val="6B7B6A"/>
                </a:solidFill>
                <a:latin typeface="Source Han Serif CN" panose="02020400000000000000" pitchFamily="18" charset="-128"/>
                <a:ea typeface="Source Han Serif CN" panose="02020400000000000000" pitchFamily="18" charset="-128"/>
                <a:cs typeface="STSong" pitchFamily="34" charset="-120"/>
              </a:rPr>
              <a:t>，</a:t>
            </a:r>
            <a:r>
              <a:rPr lang="en-US" altLang="zh-CN" sz="1000" dirty="0" err="1">
                <a:solidFill>
                  <a:srgbClr val="6B7B6A"/>
                </a:solidFill>
                <a:latin typeface="Source Han Serif CN" panose="02020400000000000000" pitchFamily="18" charset="-128"/>
                <a:ea typeface="Source Han Serif CN" panose="02020400000000000000" pitchFamily="18" charset="-128"/>
                <a:cs typeface="STSong" pitchFamily="34" charset="-120"/>
              </a:rPr>
              <a:t>击败李世石</a:t>
            </a:r>
            <a:r>
              <a:rPr lang="en-US" altLang="zh-CN" sz="1000" dirty="0">
                <a:solidFill>
                  <a:srgbClr val="6B7B6A"/>
                </a:solidFill>
                <a:latin typeface="Source Han Serif CN" panose="02020400000000000000" pitchFamily="18" charset="-128"/>
                <a:ea typeface="Source Han Serif CN" panose="02020400000000000000" pitchFamily="18" charset="-128"/>
                <a:cs typeface="STSong" pitchFamily="34" charset="-120"/>
              </a:rPr>
              <a:t>。</a:t>
            </a:r>
            <a:endParaRPr lang="en-US" altLang="zh-CN" sz="1000" dirty="0">
              <a:latin typeface="Source Han Serif CN" panose="02020400000000000000" pitchFamily="18" charset="-128"/>
              <a:ea typeface="Source Han Serif CN" panose="02020400000000000000" pitchFamily="18" charset="-128"/>
            </a:endParaRPr>
          </a:p>
          <a:p>
            <a:pPr>
              <a:lnSpc>
                <a:spcPct val="150000"/>
              </a:lnSpc>
            </a:pPr>
            <a:endParaRPr lang="en-US" altLang="zh-CN" sz="1000" dirty="0">
              <a:latin typeface="Source Han Serif CN" panose="02020400000000000000" pitchFamily="18" charset="-128"/>
              <a:ea typeface="Source Han Serif CN" panose="02020400000000000000" pitchFamily="18" charset="-128"/>
            </a:endParaRPr>
          </a:p>
          <a:p>
            <a:pPr>
              <a:lnSpc>
                <a:spcPct val="150000"/>
              </a:lnSpc>
            </a:pPr>
            <a:endParaRPr lang="en-US" altLang="zh-CN" sz="1000" dirty="0">
              <a:latin typeface="Source Han Serif CN" panose="02020400000000000000" pitchFamily="18" charset="-128"/>
              <a:ea typeface="Source Han Serif CN" panose="02020400000000000000" pitchFamily="18" charset="-128"/>
            </a:endParaRPr>
          </a:p>
        </p:txBody>
      </p:sp>
      <p:sp>
        <p:nvSpPr>
          <p:cNvPr id="60" name="Text 11">
            <a:extLst>
              <a:ext uri="{FF2B5EF4-FFF2-40B4-BE49-F238E27FC236}">
                <a16:creationId xmlns:a16="http://schemas.microsoft.com/office/drawing/2014/main" id="{7AC76A95-8364-6544-052C-CA19D32AB187}"/>
              </a:ext>
            </a:extLst>
          </p:cNvPr>
          <p:cNvSpPr/>
          <p:nvPr/>
        </p:nvSpPr>
        <p:spPr>
          <a:xfrm>
            <a:off x="10287806" y="4622796"/>
            <a:ext cx="1237893" cy="1312668"/>
          </a:xfrm>
          <a:prstGeom prst="rect">
            <a:avLst/>
          </a:prstGeom>
          <a:noFill/>
          <a:ln/>
        </p:spPr>
        <p:txBody>
          <a:bodyPr wrap="square" lIns="0" tIns="0" rIns="0" bIns="0" rtlCol="0" anchor="t"/>
          <a:lstStyle/>
          <a:p>
            <a:pPr>
              <a:lnSpc>
                <a:spcPct val="150000"/>
              </a:lnSpc>
            </a:pPr>
            <a:r>
              <a:rPr lang="zh-CN" altLang="en-US" sz="1000" dirty="0">
                <a:solidFill>
                  <a:srgbClr val="6B7B6A"/>
                </a:solidFill>
                <a:latin typeface="Source Han Serif CN" panose="02020400000000000000" pitchFamily="18" charset="-128"/>
                <a:ea typeface="Source Han Serif CN" panose="02020400000000000000" pitchFamily="18" charset="-128"/>
              </a:rPr>
              <a:t>系统专家系统专家系统专家系统</a:t>
            </a:r>
            <a:endParaRPr lang="en-US" altLang="zh-CN" sz="1000" dirty="0">
              <a:latin typeface="Source Han Serif CN" panose="02020400000000000000" pitchFamily="18" charset="-128"/>
              <a:ea typeface="Source Han Serif CN" panose="02020400000000000000" pitchFamily="18" charset="-128"/>
            </a:endParaRPr>
          </a:p>
          <a:p>
            <a:pPr>
              <a:lnSpc>
                <a:spcPct val="150000"/>
              </a:lnSpc>
            </a:pPr>
            <a:endParaRPr lang="en-US" altLang="zh-CN" sz="1000" dirty="0">
              <a:latin typeface="Source Han Serif CN" panose="02020400000000000000" pitchFamily="18" charset="-128"/>
              <a:ea typeface="Source Han Serif CN" panose="02020400000000000000" pitchFamily="18" charset="-12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EDE4"/>
        </a:solidFill>
        <a:effectLst/>
      </p:bgPr>
    </p:bg>
    <p:spTree>
      <p:nvGrpSpPr>
        <p:cNvPr id="1" name=""/>
        <p:cNvGrpSpPr/>
        <p:nvPr/>
      </p:nvGrpSpPr>
      <p:grpSpPr>
        <a:xfrm>
          <a:off x="0" y="0"/>
          <a:ext cx="0" cy="0"/>
          <a:chOff x="0" y="0"/>
          <a:chExt cx="0" cy="0"/>
        </a:xfrm>
      </p:grpSpPr>
      <p:sp>
        <p:nvSpPr>
          <p:cNvPr id="6" name="Text 4"/>
          <p:cNvSpPr/>
          <p:nvPr/>
        </p:nvSpPr>
        <p:spPr>
          <a:xfrm>
            <a:off x="548640" y="640080"/>
            <a:ext cx="1026941" cy="914400"/>
          </a:xfrm>
          <a:prstGeom prst="rect">
            <a:avLst/>
          </a:prstGeom>
          <a:noFill/>
          <a:ln/>
        </p:spPr>
        <p:txBody>
          <a:bodyPr wrap="square" lIns="0" tIns="0" rIns="0" bIns="0" rtlCol="0" anchor="ctr"/>
          <a:lstStyle/>
          <a:p>
            <a:pPr marL="0" indent="0">
              <a:buNone/>
            </a:pPr>
            <a:r>
              <a:rPr lang="en-US" sz="5400" b="1" dirty="0">
                <a:solidFill>
                  <a:srgbClr val="2D5A3D"/>
                </a:solidFill>
                <a:latin typeface="Source Han Serif CN SemiBold" panose="02020400000000000000" pitchFamily="18" charset="-128"/>
                <a:ea typeface="Source Han Serif CN SemiBold" panose="02020400000000000000" pitchFamily="18" charset="-128"/>
                <a:cs typeface="Playfair Display" pitchFamily="34" charset="-120"/>
              </a:rPr>
              <a:t>V.</a:t>
            </a:r>
            <a:endParaRPr lang="en-US" sz="5400" b="1" dirty="0">
              <a:latin typeface="Source Han Serif CN SemiBold" panose="02020400000000000000" pitchFamily="18" charset="-128"/>
              <a:ea typeface="Source Han Serif CN SemiBold" panose="02020400000000000000" pitchFamily="18" charset="-128"/>
            </a:endParaRPr>
          </a:p>
        </p:txBody>
      </p:sp>
      <p:sp>
        <p:nvSpPr>
          <p:cNvPr id="7" name="Text 5"/>
          <p:cNvSpPr/>
          <p:nvPr/>
        </p:nvSpPr>
        <p:spPr>
          <a:xfrm>
            <a:off x="1499381" y="961321"/>
            <a:ext cx="7315200" cy="548640"/>
          </a:xfrm>
          <a:prstGeom prst="rect">
            <a:avLst/>
          </a:prstGeom>
          <a:noFill/>
          <a:ln/>
        </p:spPr>
        <p:txBody>
          <a:bodyPr wrap="square" lIns="0" tIns="0" rIns="0" bIns="0" rtlCol="0" anchor="ctr"/>
          <a:lstStyle/>
          <a:p>
            <a:pPr marL="0" indent="0">
              <a:buNone/>
            </a:pPr>
            <a:r>
              <a:rPr lang="en-US" sz="3200" b="1" kern="0" spc="300" dirty="0" err="1">
                <a:solidFill>
                  <a:srgbClr val="6B7B6A"/>
                </a:solidFill>
                <a:latin typeface="Source Han Serif CN SemiBold" panose="02020400000000000000" pitchFamily="18" charset="-128"/>
                <a:ea typeface="Source Han Serif CN SemiBold" panose="02020400000000000000" pitchFamily="18" charset="-128"/>
                <a:cs typeface="PingFang SC" pitchFamily="34" charset="-120"/>
              </a:rPr>
              <a:t>深度觉醒</a:t>
            </a:r>
            <a:endParaRPr lang="en-US" sz="3200" b="1" spc="300" dirty="0">
              <a:latin typeface="Source Han Serif CN SemiBold" panose="02020400000000000000" pitchFamily="18" charset="-128"/>
              <a:ea typeface="Source Han Serif CN SemiBold" panose="02020400000000000000" pitchFamily="18" charset="-128"/>
            </a:endParaRPr>
          </a:p>
        </p:txBody>
      </p:sp>
      <p:sp>
        <p:nvSpPr>
          <p:cNvPr id="9" name="Shape 6"/>
          <p:cNvSpPr/>
          <p:nvPr/>
        </p:nvSpPr>
        <p:spPr>
          <a:xfrm>
            <a:off x="548640" y="1783080"/>
            <a:ext cx="6766560" cy="4297680"/>
          </a:xfrm>
          <a:prstGeom prst="rect">
            <a:avLst/>
          </a:prstGeom>
          <a:ln w="6350">
            <a:solidFill>
              <a:srgbClr val="1C1C1C"/>
            </a:solidFill>
            <a:prstDash val="solid"/>
          </a:ln>
        </p:spPr>
        <p:txBody>
          <a:bodyPr/>
          <a:lstStyle/>
          <a:p>
            <a:endParaRPr lang="zh-CN" altLang="en-US"/>
          </a:p>
        </p:txBody>
      </p:sp>
      <p:sp>
        <p:nvSpPr>
          <p:cNvPr id="12" name="Shape 9"/>
          <p:cNvSpPr/>
          <p:nvPr/>
        </p:nvSpPr>
        <p:spPr>
          <a:xfrm>
            <a:off x="7680960" y="1783080"/>
            <a:ext cx="3931920" cy="0"/>
          </a:xfrm>
          <a:prstGeom prst="line">
            <a:avLst/>
          </a:prstGeom>
          <a:noFill/>
          <a:ln w="6350">
            <a:solidFill>
              <a:srgbClr val="1C1C1C"/>
            </a:solidFill>
            <a:prstDash val="solid"/>
          </a:ln>
        </p:spPr>
        <p:txBody>
          <a:bodyPr/>
          <a:lstStyle/>
          <a:p>
            <a:endParaRPr lang="zh-CN" altLang="en-US"/>
          </a:p>
        </p:txBody>
      </p:sp>
      <p:sp>
        <p:nvSpPr>
          <p:cNvPr id="13" name="Text 10"/>
          <p:cNvSpPr/>
          <p:nvPr/>
        </p:nvSpPr>
        <p:spPr>
          <a:xfrm>
            <a:off x="7680960" y="1828800"/>
            <a:ext cx="3931920" cy="228600"/>
          </a:xfrm>
          <a:prstGeom prst="rect">
            <a:avLst/>
          </a:prstGeom>
          <a:noFill/>
          <a:ln/>
        </p:spPr>
        <p:txBody>
          <a:bodyPr wrap="square" lIns="0" tIns="0" rIns="0" bIns="0" rtlCol="0" anchor="ctr"/>
          <a:lstStyle/>
          <a:p>
            <a:pPr marL="0" indent="0">
              <a:buNone/>
            </a:pPr>
            <a:r>
              <a:rPr lang="en-US" sz="900" kern="0" spc="600" dirty="0">
                <a:solidFill>
                  <a:srgbClr val="2D5A3D"/>
                </a:solidFill>
                <a:latin typeface="MiSans Demibold" pitchFamily="2" charset="-122"/>
                <a:ea typeface="MiSans Demibold" pitchFamily="2" charset="-122"/>
                <a:cs typeface="PingFang SC" pitchFamily="34" charset="-120"/>
              </a:rPr>
              <a:t>第 五 章</a:t>
            </a:r>
            <a:endParaRPr lang="en-US" sz="900" dirty="0">
              <a:latin typeface="MiSans Demibold" pitchFamily="2" charset="-122"/>
              <a:ea typeface="MiSans Demibold" pitchFamily="2" charset="-122"/>
            </a:endParaRPr>
          </a:p>
        </p:txBody>
      </p:sp>
      <p:sp>
        <p:nvSpPr>
          <p:cNvPr id="14" name="Text 11"/>
          <p:cNvSpPr/>
          <p:nvPr/>
        </p:nvSpPr>
        <p:spPr>
          <a:xfrm>
            <a:off x="7680960" y="2371575"/>
            <a:ext cx="3931920" cy="885076"/>
          </a:xfrm>
          <a:prstGeom prst="rect">
            <a:avLst/>
          </a:prstGeom>
          <a:noFill/>
          <a:ln/>
        </p:spPr>
        <p:txBody>
          <a:bodyPr wrap="square" lIns="0" tIns="0" rIns="0" bIns="0" rtlCol="0" anchor="ctr"/>
          <a:lstStyle/>
          <a:p>
            <a:pPr marL="0" indent="0">
              <a:buNone/>
            </a:pPr>
            <a:r>
              <a:rPr lang="en-US" sz="28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当硅</a:t>
            </a:r>
            <a:r>
              <a:rPr lang="en-US" sz="28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2800" b="1" spc="300" dirty="0">
              <a:latin typeface="Source Han Serif CN SemiBold" panose="02020400000000000000" pitchFamily="18" charset="-128"/>
              <a:ea typeface="Source Han Serif CN SemiBold" panose="02020400000000000000" pitchFamily="18" charset="-128"/>
            </a:endParaRPr>
          </a:p>
          <a:p>
            <a:pPr marL="0" indent="0">
              <a:buNone/>
            </a:pPr>
            <a:r>
              <a:rPr lang="en-US" sz="28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睁开眼睛</a:t>
            </a:r>
            <a:r>
              <a:rPr lang="en-US" sz="28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2800" b="1" spc="300" dirty="0">
              <a:latin typeface="Source Han Serif CN SemiBold" panose="02020400000000000000" pitchFamily="18" charset="-128"/>
              <a:ea typeface="Source Han Serif CN SemiBold" panose="02020400000000000000" pitchFamily="18" charset="-128"/>
            </a:endParaRPr>
          </a:p>
        </p:txBody>
      </p:sp>
      <p:sp>
        <p:nvSpPr>
          <p:cNvPr id="17" name="Text 14"/>
          <p:cNvSpPr/>
          <p:nvPr/>
        </p:nvSpPr>
        <p:spPr>
          <a:xfrm>
            <a:off x="7680960" y="5852160"/>
            <a:ext cx="3931920" cy="228600"/>
          </a:xfrm>
          <a:prstGeom prst="rect">
            <a:avLst/>
          </a:prstGeom>
          <a:noFill/>
          <a:ln/>
        </p:spPr>
        <p:txBody>
          <a:bodyPr wrap="square" lIns="0" tIns="0" rIns="0" bIns="0" rtlCol="0" anchor="ctr"/>
          <a:lstStyle/>
          <a:p>
            <a:pPr marL="0" indent="0">
              <a:buNone/>
            </a:pPr>
            <a:r>
              <a:rPr lang="en-US" sz="900" kern="0" spc="200" dirty="0">
                <a:solidFill>
                  <a:srgbClr val="6B7B6A"/>
                </a:solidFill>
                <a:latin typeface="MiSans Light" pitchFamily="2" charset="-122"/>
                <a:ea typeface="MiSans Light" pitchFamily="2" charset="-122"/>
                <a:cs typeface="PingFang SC" pitchFamily="34" charset="-120"/>
              </a:rPr>
              <a:t>— 二 〇 〇 六 至 二 〇 一 七 —</a:t>
            </a:r>
            <a:endParaRPr lang="en-US" sz="900" dirty="0">
              <a:latin typeface="MiSans Light" pitchFamily="2" charset="-122"/>
              <a:ea typeface="MiSans Light" pitchFamily="2" charset="-122"/>
            </a:endParaRPr>
          </a:p>
        </p:txBody>
      </p:sp>
      <p:sp>
        <p:nvSpPr>
          <p:cNvPr id="18" name="Shape 15"/>
          <p:cNvSpPr/>
          <p:nvPr/>
        </p:nvSpPr>
        <p:spPr>
          <a:xfrm>
            <a:off x="548640" y="6446520"/>
            <a:ext cx="11064240" cy="0"/>
          </a:xfrm>
          <a:prstGeom prst="line">
            <a:avLst/>
          </a:prstGeom>
          <a:noFill/>
          <a:ln w="6350">
            <a:solidFill>
              <a:srgbClr val="1C1C1C"/>
            </a:solidFill>
            <a:prstDash val="solid"/>
          </a:ln>
        </p:spPr>
        <p:txBody>
          <a:bodyPr/>
          <a:lstStyle/>
          <a:p>
            <a:endParaRPr lang="zh-CN" altLang="en-US"/>
          </a:p>
        </p:txBody>
      </p:sp>
      <p:sp>
        <p:nvSpPr>
          <p:cNvPr id="20" name="Text 17"/>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6B7B6A"/>
                </a:solidFill>
                <a:latin typeface="PingFang SC" pitchFamily="34" charset="0"/>
                <a:ea typeface="PingFang SC" pitchFamily="34" charset="-122"/>
                <a:cs typeface="PingFang SC" pitchFamily="34" charset="-120"/>
              </a:rPr>
              <a:t>009</a:t>
            </a:r>
            <a:endParaRPr lang="en-US" sz="800" dirty="0"/>
          </a:p>
        </p:txBody>
      </p:sp>
      <p:sp>
        <p:nvSpPr>
          <p:cNvPr id="21" name="Shape 0">
            <a:extLst>
              <a:ext uri="{FF2B5EF4-FFF2-40B4-BE49-F238E27FC236}">
                <a16:creationId xmlns:a16="http://schemas.microsoft.com/office/drawing/2014/main" id="{DD4D1364-2EA2-76FF-BB50-5F4FA6A2EDF2}"/>
              </a:ext>
            </a:extLst>
          </p:cNvPr>
          <p:cNvSpPr/>
          <p:nvPr/>
        </p:nvSpPr>
        <p:spPr>
          <a:xfrm>
            <a:off x="548640" y="457200"/>
            <a:ext cx="11064240" cy="0"/>
          </a:xfrm>
          <a:prstGeom prst="line">
            <a:avLst/>
          </a:prstGeom>
          <a:noFill/>
          <a:ln w="12700">
            <a:solidFill>
              <a:srgbClr val="1C1C1C"/>
            </a:solidFill>
            <a:prstDash val="solid"/>
          </a:ln>
        </p:spPr>
        <p:txBody>
          <a:bodyPr/>
          <a:lstStyle/>
          <a:p>
            <a:endParaRPr lang="zh-CN" altLang="en-US"/>
          </a:p>
        </p:txBody>
      </p:sp>
      <p:sp>
        <p:nvSpPr>
          <p:cNvPr id="22" name="Text 1">
            <a:extLst>
              <a:ext uri="{FF2B5EF4-FFF2-40B4-BE49-F238E27FC236}">
                <a16:creationId xmlns:a16="http://schemas.microsoft.com/office/drawing/2014/main" id="{BC9FE30E-E7D5-21D5-8073-3AC90EBBC5CA}"/>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23" name="Text 2">
            <a:extLst>
              <a:ext uri="{FF2B5EF4-FFF2-40B4-BE49-F238E27FC236}">
                <a16:creationId xmlns:a16="http://schemas.microsoft.com/office/drawing/2014/main" id="{2EFE78C6-CCCF-17E3-BCE8-6C1ECEE7DA41}"/>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24" name="Text 2">
            <a:extLst>
              <a:ext uri="{FF2B5EF4-FFF2-40B4-BE49-F238E27FC236}">
                <a16:creationId xmlns:a16="http://schemas.microsoft.com/office/drawing/2014/main" id="{A208DD6F-F91E-63A4-C4F9-CF56DFA987A0}"/>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深度觉醒 </a:t>
            </a:r>
            <a:r>
              <a:rPr lang="en-US" sz="1000" kern="0" spc="400" dirty="0">
                <a:solidFill>
                  <a:srgbClr val="1C1C1C"/>
                </a:solidFill>
                <a:latin typeface="MiSans" pitchFamily="2" charset="-122"/>
                <a:ea typeface="MiSans" pitchFamily="2" charset="-122"/>
              </a:rPr>
              <a:t>—</a:t>
            </a:r>
          </a:p>
        </p:txBody>
      </p:sp>
      <p:sp>
        <p:nvSpPr>
          <p:cNvPr id="25" name="Text 44">
            <a:extLst>
              <a:ext uri="{FF2B5EF4-FFF2-40B4-BE49-F238E27FC236}">
                <a16:creationId xmlns:a16="http://schemas.microsoft.com/office/drawing/2014/main" id="{A847C8DC-CA21-55DF-2F2E-0B79DC2CDDFE}"/>
              </a:ext>
            </a:extLst>
          </p:cNvPr>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err="1">
                <a:solidFill>
                  <a:srgbClr val="6B7B6A"/>
                </a:solidFill>
                <a:latin typeface="MiSans Light" pitchFamily="2" charset="-122"/>
                <a:ea typeface="MiSans Light" pitchFamily="2" charset="-122"/>
                <a:cs typeface="PingFang SC" pitchFamily="34" charset="-120"/>
              </a:rPr>
              <a:t>深度觉醒</a:t>
            </a:r>
            <a:endParaRPr lang="en-US" sz="800" dirty="0">
              <a:latin typeface="MiSans Light" pitchFamily="2" charset="-122"/>
              <a:ea typeface="MiSans Light" pitchFamily="2" charset="-122"/>
            </a:endParaRPr>
          </a:p>
        </p:txBody>
      </p:sp>
      <p:sp>
        <p:nvSpPr>
          <p:cNvPr id="26" name="Text 12">
            <a:extLst>
              <a:ext uri="{FF2B5EF4-FFF2-40B4-BE49-F238E27FC236}">
                <a16:creationId xmlns:a16="http://schemas.microsoft.com/office/drawing/2014/main" id="{A2801190-099F-6B59-B0AB-35681229D81D}"/>
              </a:ext>
            </a:extLst>
          </p:cNvPr>
          <p:cNvSpPr/>
          <p:nvPr/>
        </p:nvSpPr>
        <p:spPr>
          <a:xfrm>
            <a:off x="7680960" y="3572025"/>
            <a:ext cx="936266" cy="91440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6000" b="1" dirty="0" err="1">
                <a:solidFill>
                  <a:srgbClr val="2D5A3D"/>
                </a:solidFill>
                <a:latin typeface="Source Han Serif CN SemiBold" panose="02020400000000000000" pitchFamily="18" charset="-128"/>
                <a:ea typeface="Source Han Serif CN SemiBold" panose="02020400000000000000" pitchFamily="18" charset="-128"/>
                <a:cs typeface="Songti SC" pitchFamily="34" charset="-120"/>
              </a:rPr>
              <a:t>三</a:t>
            </a:r>
            <a:endParaRPr lang="en-US" sz="6000" b="1" dirty="0">
              <a:latin typeface="Source Han Serif CN SemiBold" panose="02020400000000000000" pitchFamily="18" charset="-128"/>
              <a:ea typeface="Source Han Serif CN SemiBold" panose="02020400000000000000" pitchFamily="18" charset="-128"/>
            </a:endParaRPr>
          </a:p>
        </p:txBody>
      </p:sp>
      <p:sp>
        <p:nvSpPr>
          <p:cNvPr id="27" name="Text 13">
            <a:extLst>
              <a:ext uri="{FF2B5EF4-FFF2-40B4-BE49-F238E27FC236}">
                <a16:creationId xmlns:a16="http://schemas.microsoft.com/office/drawing/2014/main" id="{75FFA421-8368-8302-DA63-0E91B0D7978E}"/>
              </a:ext>
            </a:extLst>
          </p:cNvPr>
          <p:cNvSpPr/>
          <p:nvPr/>
        </p:nvSpPr>
        <p:spPr>
          <a:xfrm>
            <a:off x="8612155" y="3632408"/>
            <a:ext cx="2069530" cy="793635"/>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50000"/>
              </a:lnSpc>
              <a:spcAft>
                <a:spcPts val="200"/>
              </a:spcAft>
              <a:buNone/>
            </a:pPr>
            <a:r>
              <a:rPr lang="en-US" sz="1100" dirty="0" err="1">
                <a:solidFill>
                  <a:srgbClr val="1C1C1C"/>
                </a:solidFill>
                <a:latin typeface="Source Han Serif CN" panose="02020400000000000000" pitchFamily="18" charset="-128"/>
                <a:ea typeface="Source Han Serif CN" panose="02020400000000000000" pitchFamily="18" charset="-128"/>
                <a:cs typeface="STSong" pitchFamily="34" charset="-120"/>
              </a:rPr>
              <a:t>在硅之前，人类便已梦想着会思考的机器。从克里特的塔罗斯到布拉格的傀儡</a:t>
            </a:r>
            <a:endParaRPr lang="en-US" sz="1100" dirty="0">
              <a:latin typeface="Source Han Serif CN" panose="02020400000000000000" pitchFamily="18" charset="-128"/>
              <a:ea typeface="Source Han Serif CN" panose="02020400000000000000" pitchFamily="18" charset="-128"/>
            </a:endParaRPr>
          </a:p>
        </p:txBody>
      </p:sp>
      <p:sp>
        <p:nvSpPr>
          <p:cNvPr id="28" name="Text 13">
            <a:extLst>
              <a:ext uri="{FF2B5EF4-FFF2-40B4-BE49-F238E27FC236}">
                <a16:creationId xmlns:a16="http://schemas.microsoft.com/office/drawing/2014/main" id="{2922CDFC-3CF4-16C6-7B2E-794848F580DD}"/>
              </a:ext>
            </a:extLst>
          </p:cNvPr>
          <p:cNvSpPr/>
          <p:nvPr/>
        </p:nvSpPr>
        <p:spPr>
          <a:xfrm>
            <a:off x="7680960" y="4498157"/>
            <a:ext cx="2995653" cy="1176989"/>
          </a:xfrm>
          <a:prstGeom prst="rect">
            <a:avLst/>
          </a:prstGeom>
          <a:noFill/>
          <a:ln/>
        </p:spPr>
        <p:txBody>
          <a:bodyPr wrap="square" lIns="0" tIns="0" rIns="0" bIns="0"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spcAft>
                <a:spcPts val="200"/>
              </a:spcAft>
            </a:pPr>
            <a:r>
              <a:rPr lang="en-US" altLang="zh-CN" sz="1100" dirty="0">
                <a:solidFill>
                  <a:srgbClr val="1C1C1C"/>
                </a:solidFill>
                <a:latin typeface="Source Han Serif CN" panose="02020400000000000000" pitchFamily="18" charset="-128"/>
                <a:ea typeface="Source Han Serif CN" panose="02020400000000000000" pitchFamily="18" charset="-128"/>
                <a:cs typeface="STSong" pitchFamily="34" charset="-120"/>
              </a:rPr>
              <a:t>在硅之前，人类便已梦想着会思考的机器。从克里特的塔罗斯到布拉格的傀儡在硅之前，人类便已梦想着会思考的机器。从克里特的塔罗斯到布拉格的傀儡</a:t>
            </a:r>
            <a:endParaRPr lang="en-US" altLang="zh-CN" sz="1100" dirty="0">
              <a:latin typeface="Source Han Serif CN" panose="02020400000000000000" pitchFamily="18" charset="-128"/>
              <a:ea typeface="Source Han Serif CN" panose="02020400000000000000" pitchFamily="18" charset="-128"/>
            </a:endParaRPr>
          </a:p>
          <a:p>
            <a:pPr>
              <a:lnSpc>
                <a:spcPct val="150000"/>
              </a:lnSpc>
              <a:spcAft>
                <a:spcPts val="200"/>
              </a:spcAft>
            </a:pPr>
            <a:endParaRPr lang="en-US" altLang="zh-CN" sz="1100" dirty="0">
              <a:latin typeface="Source Han Serif CN" panose="02020400000000000000" pitchFamily="18" charset="-128"/>
              <a:ea typeface="Source Han Serif CN" panose="02020400000000000000" pitchFamily="18" charset="-128"/>
            </a:endParaRPr>
          </a:p>
        </p:txBody>
      </p:sp>
      <p:pic>
        <p:nvPicPr>
          <p:cNvPr id="30" name="图片 29">
            <a:extLst>
              <a:ext uri="{FF2B5EF4-FFF2-40B4-BE49-F238E27FC236}">
                <a16:creationId xmlns:a16="http://schemas.microsoft.com/office/drawing/2014/main" id="{D04F2E40-05AE-BAED-437B-EB511CAAF145}"/>
              </a:ext>
            </a:extLst>
          </p:cNvPr>
          <p:cNvPicPr>
            <a:picLocks noChangeAspect="1"/>
          </p:cNvPicPr>
          <p:nvPr/>
        </p:nvPicPr>
        <p:blipFill>
          <a:blip r:embed="rId3"/>
          <a:srcRect l="25" t="-5" r="-19" b="36235"/>
          <a:stretch>
            <a:fillRect/>
          </a:stretch>
        </p:blipFill>
        <p:spPr>
          <a:xfrm>
            <a:off x="563880" y="1805941"/>
            <a:ext cx="6736080" cy="427481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EDE4"/>
        </a:solidFill>
        <a:effectLst/>
      </p:bgPr>
    </p:bg>
    <p:spTree>
      <p:nvGrpSpPr>
        <p:cNvPr id="1" name=""/>
        <p:cNvGrpSpPr/>
        <p:nvPr/>
      </p:nvGrpSpPr>
      <p:grpSpPr>
        <a:xfrm>
          <a:off x="0" y="0"/>
          <a:ext cx="0" cy="0"/>
          <a:chOff x="0" y="0"/>
          <a:chExt cx="0" cy="0"/>
        </a:xfrm>
      </p:grpSpPr>
      <p:sp>
        <p:nvSpPr>
          <p:cNvPr id="6" name="Text 4"/>
          <p:cNvSpPr/>
          <p:nvPr/>
        </p:nvSpPr>
        <p:spPr>
          <a:xfrm>
            <a:off x="548640" y="777240"/>
            <a:ext cx="10972800" cy="832101"/>
          </a:xfrm>
          <a:prstGeom prst="rect">
            <a:avLst/>
          </a:prstGeom>
          <a:noFill/>
          <a:ln/>
        </p:spPr>
        <p:txBody>
          <a:bodyPr wrap="square" lIns="0" tIns="0" rIns="0" bIns="0" rtlCol="0" anchor="ctr"/>
          <a:lstStyle/>
          <a:p>
            <a:pPr marL="0" indent="0">
              <a:buNone/>
            </a:pPr>
            <a:r>
              <a:rPr lang="en-US" sz="44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三根支柱</a:t>
            </a:r>
            <a:r>
              <a:rPr lang="en-US" sz="44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4400" b="1" spc="300" dirty="0">
              <a:latin typeface="Source Han Serif CN SemiBold" panose="02020400000000000000" pitchFamily="18" charset="-128"/>
              <a:ea typeface="Source Han Serif CN SemiBold" panose="02020400000000000000" pitchFamily="18" charset="-128"/>
            </a:endParaRPr>
          </a:p>
        </p:txBody>
      </p:sp>
      <p:sp>
        <p:nvSpPr>
          <p:cNvPr id="7" name="Text 5"/>
          <p:cNvSpPr/>
          <p:nvPr/>
        </p:nvSpPr>
        <p:spPr>
          <a:xfrm>
            <a:off x="548640" y="1600200"/>
            <a:ext cx="10972800" cy="548639"/>
          </a:xfrm>
          <a:prstGeom prst="rect">
            <a:avLst/>
          </a:prstGeom>
          <a:noFill/>
          <a:ln/>
        </p:spPr>
        <p:txBody>
          <a:bodyPr wrap="square" lIns="0" tIns="0" rIns="0" bIns="0" rtlCol="0" anchor="ctr"/>
          <a:lstStyle/>
          <a:p>
            <a:pPr marL="0" indent="0">
              <a:buNone/>
            </a:pPr>
            <a:r>
              <a:rPr lang="en-US" sz="2800" b="1" spc="300" dirty="0" err="1">
                <a:solidFill>
                  <a:srgbClr val="2D5A3D"/>
                </a:solidFill>
                <a:latin typeface="Source Han Serif CN SemiBold" panose="02020400000000000000" pitchFamily="18" charset="-128"/>
                <a:ea typeface="Source Han Serif CN SemiBold" panose="02020400000000000000" pitchFamily="18" charset="-128"/>
                <a:cs typeface="Songti SC" pitchFamily="34" charset="-120"/>
              </a:rPr>
              <a:t>撑起这颗新生的心智</a:t>
            </a:r>
            <a:r>
              <a:rPr lang="en-US" sz="2800" b="1" spc="300" dirty="0">
                <a:solidFill>
                  <a:srgbClr val="2D5A3D"/>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2800" b="1" spc="300" dirty="0">
              <a:latin typeface="Source Han Serif CN SemiBold" panose="02020400000000000000" pitchFamily="18" charset="-128"/>
              <a:ea typeface="Source Han Serif CN SemiBold" panose="02020400000000000000" pitchFamily="18" charset="-128"/>
            </a:endParaRPr>
          </a:p>
        </p:txBody>
      </p:sp>
      <p:sp>
        <p:nvSpPr>
          <p:cNvPr id="8" name="Shape 6"/>
          <p:cNvSpPr/>
          <p:nvPr/>
        </p:nvSpPr>
        <p:spPr>
          <a:xfrm>
            <a:off x="548640" y="2286000"/>
            <a:ext cx="11064240" cy="0"/>
          </a:xfrm>
          <a:prstGeom prst="line">
            <a:avLst/>
          </a:prstGeom>
          <a:noFill/>
          <a:ln w="3175">
            <a:solidFill>
              <a:srgbClr val="1C1C1C"/>
            </a:solidFill>
            <a:prstDash val="solid"/>
          </a:ln>
        </p:spPr>
        <p:txBody>
          <a:bodyPr/>
          <a:lstStyle/>
          <a:p>
            <a:endParaRPr lang="zh-CN" altLang="en-US"/>
          </a:p>
        </p:txBody>
      </p:sp>
      <p:sp>
        <p:nvSpPr>
          <p:cNvPr id="9" name="Text 7"/>
          <p:cNvSpPr/>
          <p:nvPr/>
        </p:nvSpPr>
        <p:spPr>
          <a:xfrm>
            <a:off x="548640" y="2423162"/>
            <a:ext cx="3611880" cy="457200"/>
          </a:xfrm>
          <a:prstGeom prst="rect">
            <a:avLst/>
          </a:prstGeom>
          <a:noFill/>
          <a:ln/>
        </p:spPr>
        <p:txBody>
          <a:bodyPr wrap="square" lIns="0" tIns="0" rIns="0" bIns="0" rtlCol="0" anchor="ctr"/>
          <a:lstStyle/>
          <a:p>
            <a:pPr marL="0" indent="0">
              <a:buNone/>
            </a:pPr>
            <a:r>
              <a:rPr lang="en-US" sz="2800" b="1" dirty="0">
                <a:solidFill>
                  <a:srgbClr val="2D5A3D"/>
                </a:solidFill>
                <a:latin typeface="Source Han Serif CN SemiBold" panose="02020400000000000000" pitchFamily="18" charset="-128"/>
                <a:ea typeface="Source Han Serif CN SemiBold" panose="02020400000000000000" pitchFamily="18" charset="-128"/>
                <a:cs typeface="Playfair Display" pitchFamily="34" charset="-120"/>
              </a:rPr>
              <a:t>I.</a:t>
            </a:r>
            <a:endParaRPr lang="en-US" sz="2800" b="1" dirty="0">
              <a:latin typeface="Source Han Serif CN SemiBold" panose="02020400000000000000" pitchFamily="18" charset="-128"/>
              <a:ea typeface="Source Han Serif CN SemiBold" panose="02020400000000000000" pitchFamily="18" charset="-128"/>
            </a:endParaRPr>
          </a:p>
        </p:txBody>
      </p:sp>
      <p:sp>
        <p:nvSpPr>
          <p:cNvPr id="10" name="Text 8"/>
          <p:cNvSpPr/>
          <p:nvPr/>
        </p:nvSpPr>
        <p:spPr>
          <a:xfrm>
            <a:off x="548640" y="2926082"/>
            <a:ext cx="3611880" cy="274320"/>
          </a:xfrm>
          <a:prstGeom prst="rect">
            <a:avLst/>
          </a:prstGeom>
          <a:noFill/>
          <a:ln/>
        </p:spPr>
        <p:txBody>
          <a:bodyPr wrap="square" lIns="0" tIns="0" rIns="0" bIns="0" rtlCol="0" anchor="ctr"/>
          <a:lstStyle/>
          <a:p>
            <a:pPr marL="0" indent="0">
              <a:buNone/>
            </a:pPr>
            <a:r>
              <a:rPr lang="en-US" sz="1200" kern="0" spc="600" dirty="0">
                <a:solidFill>
                  <a:srgbClr val="6B7B6A"/>
                </a:solidFill>
                <a:latin typeface="MiSans Semibold" pitchFamily="2" charset="-122"/>
                <a:ea typeface="MiSans Semibold" pitchFamily="2" charset="-122"/>
                <a:cs typeface="PingFang SC" pitchFamily="34" charset="-120"/>
              </a:rPr>
              <a:t>数 据</a:t>
            </a:r>
            <a:endParaRPr lang="en-US" sz="1200" dirty="0">
              <a:latin typeface="MiSans Semibold" pitchFamily="2" charset="-122"/>
              <a:ea typeface="MiSans Semibold" pitchFamily="2" charset="-122"/>
            </a:endParaRPr>
          </a:p>
        </p:txBody>
      </p:sp>
      <p:sp>
        <p:nvSpPr>
          <p:cNvPr id="11" name="Text 9"/>
          <p:cNvSpPr/>
          <p:nvPr/>
        </p:nvSpPr>
        <p:spPr>
          <a:xfrm>
            <a:off x="548640" y="3200402"/>
            <a:ext cx="3611880" cy="228600"/>
          </a:xfrm>
          <a:prstGeom prst="rect">
            <a:avLst/>
          </a:prstGeom>
          <a:noFill/>
          <a:ln/>
        </p:spPr>
        <p:txBody>
          <a:bodyPr wrap="square" lIns="0" tIns="0" rIns="0" bIns="0" rtlCol="0" anchor="ctr"/>
          <a:lstStyle/>
          <a:p>
            <a:pPr marL="0" indent="0">
              <a:buNone/>
            </a:pPr>
            <a:r>
              <a:rPr lang="en-US" sz="900" i="1" dirty="0">
                <a:solidFill>
                  <a:srgbClr val="6B7B6A"/>
                </a:solidFill>
                <a:latin typeface="Source Han Serif CN Light" panose="02020400000000000000" pitchFamily="18" charset="-128"/>
                <a:ea typeface="Source Han Serif CN Light" panose="02020400000000000000" pitchFamily="18" charset="-128"/>
                <a:cs typeface="STSong" pitchFamily="34" charset="-120"/>
              </a:rPr>
              <a:t>/  D A T U M  /</a:t>
            </a:r>
            <a:endParaRPr lang="en-US" sz="900" i="1" dirty="0">
              <a:latin typeface="Source Han Serif CN Light" panose="02020400000000000000" pitchFamily="18" charset="-128"/>
              <a:ea typeface="Source Han Serif CN Light" panose="02020400000000000000" pitchFamily="18" charset="-128"/>
            </a:endParaRPr>
          </a:p>
        </p:txBody>
      </p:sp>
      <p:sp>
        <p:nvSpPr>
          <p:cNvPr id="12" name="Shape 10"/>
          <p:cNvSpPr/>
          <p:nvPr/>
        </p:nvSpPr>
        <p:spPr>
          <a:xfrm>
            <a:off x="548640" y="3520442"/>
            <a:ext cx="1889760" cy="0"/>
          </a:xfrm>
          <a:prstGeom prst="line">
            <a:avLst/>
          </a:prstGeom>
          <a:noFill/>
          <a:ln w="3175">
            <a:solidFill>
              <a:srgbClr val="1C1C1C"/>
            </a:solidFill>
            <a:prstDash val="solid"/>
          </a:ln>
        </p:spPr>
        <p:txBody>
          <a:bodyPr/>
          <a:lstStyle/>
          <a:p>
            <a:endParaRPr lang="zh-CN" altLang="en-US"/>
          </a:p>
        </p:txBody>
      </p:sp>
      <p:sp>
        <p:nvSpPr>
          <p:cNvPr id="13" name="Text 11"/>
          <p:cNvSpPr/>
          <p:nvPr/>
        </p:nvSpPr>
        <p:spPr>
          <a:xfrm>
            <a:off x="548640" y="3657602"/>
            <a:ext cx="3611880" cy="1188720"/>
          </a:xfrm>
          <a:prstGeom prst="rect">
            <a:avLst/>
          </a:prstGeom>
          <a:noFill/>
          <a:ln/>
        </p:spPr>
        <p:txBody>
          <a:bodyPr wrap="square" lIns="0" tIns="0" rIns="0" bIns="0" rtlCol="0" anchor="ctr"/>
          <a:lstStyle/>
          <a:p>
            <a:pPr marL="0" indent="0">
              <a:buNone/>
            </a:pPr>
            <a:r>
              <a:rPr lang="en-US" sz="24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一片海</a:t>
            </a:r>
            <a:r>
              <a:rPr lang="en-US" sz="24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2400" b="1" spc="300" dirty="0">
              <a:latin typeface="Source Han Serif CN SemiBold" panose="02020400000000000000" pitchFamily="18" charset="-128"/>
              <a:ea typeface="Source Han Serif CN SemiBold" panose="02020400000000000000" pitchFamily="18" charset="-128"/>
            </a:endParaRPr>
          </a:p>
          <a:p>
            <a:pPr marL="0" indent="0">
              <a:buNone/>
            </a:pPr>
            <a:r>
              <a:rPr lang="en-US" sz="24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以文字为岸</a:t>
            </a:r>
            <a:r>
              <a:rPr lang="en-US" sz="24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2400" b="1" spc="300" dirty="0">
              <a:latin typeface="Source Han Serif CN SemiBold" panose="02020400000000000000" pitchFamily="18" charset="-128"/>
              <a:ea typeface="Source Han Serif CN SemiBold" panose="02020400000000000000" pitchFamily="18" charset="-128"/>
            </a:endParaRPr>
          </a:p>
        </p:txBody>
      </p:sp>
      <p:sp>
        <p:nvSpPr>
          <p:cNvPr id="14" name="Text 12"/>
          <p:cNvSpPr/>
          <p:nvPr/>
        </p:nvSpPr>
        <p:spPr>
          <a:xfrm>
            <a:off x="548640" y="5029203"/>
            <a:ext cx="2890295" cy="1234433"/>
          </a:xfrm>
          <a:prstGeom prst="rect">
            <a:avLst/>
          </a:prstGeom>
          <a:noFill/>
          <a:ln/>
        </p:spPr>
        <p:txBody>
          <a:bodyPr wrap="square" lIns="0" tIns="0" rIns="0" bIns="0" rtlCol="0" anchor="t"/>
          <a:lstStyle/>
          <a:p>
            <a:pPr marL="0" indent="0">
              <a:lnSpc>
                <a:spcPct val="150000"/>
              </a:lnSpc>
              <a:buNone/>
            </a:pPr>
            <a:r>
              <a:rPr lang="en-US" sz="1100" dirty="0">
                <a:solidFill>
                  <a:srgbClr val="1C1C1C"/>
                </a:solidFill>
                <a:latin typeface="Source Han Serif CN" panose="02020400000000000000" pitchFamily="18" charset="-128"/>
                <a:ea typeface="Source Han Serif CN" panose="02020400000000000000" pitchFamily="18" charset="-128"/>
              </a:rPr>
              <a:t>ImageNet </a:t>
            </a:r>
            <a:r>
              <a:rPr lang="en-US" sz="1100" dirty="0" err="1">
                <a:solidFill>
                  <a:srgbClr val="1C1C1C"/>
                </a:solidFill>
                <a:latin typeface="Source Han Serif CN" panose="02020400000000000000" pitchFamily="18" charset="-128"/>
                <a:ea typeface="Source Han Serif CN" panose="02020400000000000000" pitchFamily="18" charset="-128"/>
              </a:rPr>
              <a:t>的一千四百万</a:t>
            </a:r>
            <a:endParaRPr lang="en-US" sz="1100" dirty="0">
              <a:solidFill>
                <a:srgbClr val="1C1C1C"/>
              </a:solidFill>
              <a:latin typeface="Source Han Serif CN" panose="02020400000000000000" pitchFamily="18" charset="-128"/>
              <a:ea typeface="Source Han Serif CN" panose="02020400000000000000" pitchFamily="18" charset="-128"/>
            </a:endParaRPr>
          </a:p>
          <a:p>
            <a:pPr marL="0" indent="0">
              <a:lnSpc>
                <a:spcPct val="150000"/>
              </a:lnSpc>
              <a:buNone/>
            </a:pPr>
            <a:r>
              <a:rPr lang="en-US" sz="1100" dirty="0" err="1">
                <a:solidFill>
                  <a:srgbClr val="1C1C1C"/>
                </a:solidFill>
                <a:latin typeface="Source Han Serif CN" panose="02020400000000000000" pitchFamily="18" charset="-128"/>
                <a:ea typeface="Source Han Serif CN" panose="02020400000000000000" pitchFamily="18" charset="-128"/>
              </a:rPr>
              <a:t>张标注图像。Common</a:t>
            </a:r>
            <a:r>
              <a:rPr lang="en-US" sz="1100" dirty="0">
                <a:solidFill>
                  <a:srgbClr val="1C1C1C"/>
                </a:solidFill>
                <a:latin typeface="Source Han Serif CN" panose="02020400000000000000" pitchFamily="18" charset="-128"/>
                <a:ea typeface="Source Han Serif CN" panose="02020400000000000000" pitchFamily="18" charset="-128"/>
              </a:rPr>
              <a:t> Crawl</a:t>
            </a:r>
          </a:p>
          <a:p>
            <a:pPr marL="0" indent="0">
              <a:lnSpc>
                <a:spcPct val="150000"/>
              </a:lnSpc>
              <a:buNone/>
            </a:pPr>
            <a:r>
              <a:rPr lang="en-US" sz="1100" dirty="0" err="1">
                <a:solidFill>
                  <a:srgbClr val="1C1C1C"/>
                </a:solidFill>
                <a:latin typeface="Source Han Serif CN" panose="02020400000000000000" pitchFamily="18" charset="-128"/>
                <a:ea typeface="Source Han Serif CN" panose="02020400000000000000" pitchFamily="18" charset="-128"/>
              </a:rPr>
              <a:t>以拍字节计的人类文章。互</a:t>
            </a:r>
            <a:endParaRPr lang="en-US" sz="1100" dirty="0">
              <a:solidFill>
                <a:srgbClr val="1C1C1C"/>
              </a:solidFill>
              <a:latin typeface="Source Han Serif CN" panose="02020400000000000000" pitchFamily="18" charset="-128"/>
              <a:ea typeface="Source Han Serif CN" panose="02020400000000000000" pitchFamily="18" charset="-128"/>
            </a:endParaRPr>
          </a:p>
          <a:p>
            <a:pPr marL="0" indent="0">
              <a:lnSpc>
                <a:spcPct val="150000"/>
              </a:lnSpc>
              <a:buNone/>
            </a:pPr>
            <a:r>
              <a:rPr lang="en-US" sz="1100" dirty="0" err="1">
                <a:solidFill>
                  <a:srgbClr val="1C1C1C"/>
                </a:solidFill>
                <a:latin typeface="Source Han Serif CN" panose="02020400000000000000" pitchFamily="18" charset="-128"/>
                <a:ea typeface="Source Han Serif CN" panose="02020400000000000000" pitchFamily="18" charset="-128"/>
              </a:rPr>
              <a:t>联网，无意中成了第一座训</a:t>
            </a:r>
            <a:endParaRPr lang="en-US" sz="1100" dirty="0">
              <a:solidFill>
                <a:srgbClr val="1C1C1C"/>
              </a:solidFill>
              <a:latin typeface="Source Han Serif CN" panose="02020400000000000000" pitchFamily="18" charset="-128"/>
              <a:ea typeface="Source Han Serif CN" panose="02020400000000000000" pitchFamily="18" charset="-128"/>
            </a:endParaRPr>
          </a:p>
          <a:p>
            <a:pPr marL="0" indent="0">
              <a:lnSpc>
                <a:spcPct val="150000"/>
              </a:lnSpc>
              <a:buNone/>
            </a:pPr>
            <a:r>
              <a:rPr lang="en-US" sz="1100" dirty="0" err="1">
                <a:solidFill>
                  <a:srgbClr val="1C1C1C"/>
                </a:solidFill>
                <a:latin typeface="Source Han Serif CN" panose="02020400000000000000" pitchFamily="18" charset="-128"/>
                <a:ea typeface="Source Han Serif CN" panose="02020400000000000000" pitchFamily="18" charset="-128"/>
              </a:rPr>
              <a:t>练场</a:t>
            </a:r>
            <a:r>
              <a:rPr lang="en-US" sz="1100" dirty="0">
                <a:solidFill>
                  <a:srgbClr val="1C1C1C"/>
                </a:solidFill>
                <a:latin typeface="Source Han Serif CN" panose="02020400000000000000" pitchFamily="18" charset="-128"/>
                <a:ea typeface="Source Han Serif CN" panose="02020400000000000000" pitchFamily="18" charset="-128"/>
              </a:rPr>
              <a:t>。</a:t>
            </a:r>
          </a:p>
        </p:txBody>
      </p:sp>
      <p:sp>
        <p:nvSpPr>
          <p:cNvPr id="15" name="Shape 13"/>
          <p:cNvSpPr/>
          <p:nvPr/>
        </p:nvSpPr>
        <p:spPr>
          <a:xfrm>
            <a:off x="4242816" y="2423162"/>
            <a:ext cx="0" cy="3931920"/>
          </a:xfrm>
          <a:prstGeom prst="line">
            <a:avLst/>
          </a:prstGeom>
          <a:noFill/>
          <a:ln w="3175">
            <a:solidFill>
              <a:srgbClr val="1C1C1C"/>
            </a:solidFill>
            <a:prstDash val="solid"/>
          </a:ln>
        </p:spPr>
        <p:txBody>
          <a:bodyPr/>
          <a:lstStyle/>
          <a:p>
            <a:endParaRPr lang="zh-CN" altLang="en-US"/>
          </a:p>
        </p:txBody>
      </p:sp>
      <p:sp>
        <p:nvSpPr>
          <p:cNvPr id="16" name="Text 14"/>
          <p:cNvSpPr/>
          <p:nvPr/>
        </p:nvSpPr>
        <p:spPr>
          <a:xfrm>
            <a:off x="4325112" y="2423162"/>
            <a:ext cx="3611880" cy="457200"/>
          </a:xfrm>
          <a:prstGeom prst="rect">
            <a:avLst/>
          </a:prstGeom>
          <a:noFill/>
          <a:ln/>
        </p:spPr>
        <p:txBody>
          <a:bodyPr wrap="square" lIns="0" tIns="0" rIns="0" bIns="0" rtlCol="0" anchor="ctr"/>
          <a:lstStyle/>
          <a:p>
            <a:pPr marL="0" indent="0">
              <a:buNone/>
            </a:pPr>
            <a:r>
              <a:rPr lang="en-US" sz="2800" b="1" dirty="0">
                <a:solidFill>
                  <a:srgbClr val="2D5A3D"/>
                </a:solidFill>
                <a:latin typeface="Source Han Serif CN SemiBold" panose="02020400000000000000" pitchFamily="18" charset="-128"/>
                <a:ea typeface="Source Han Serif CN SemiBold" panose="02020400000000000000" pitchFamily="18" charset="-128"/>
                <a:cs typeface="Playfair Display" pitchFamily="34" charset="-120"/>
              </a:rPr>
              <a:t>II.</a:t>
            </a:r>
            <a:endParaRPr lang="en-US" sz="2800" b="1" dirty="0">
              <a:latin typeface="Source Han Serif CN SemiBold" panose="02020400000000000000" pitchFamily="18" charset="-128"/>
              <a:ea typeface="Source Han Serif CN SemiBold" panose="02020400000000000000" pitchFamily="18" charset="-128"/>
            </a:endParaRPr>
          </a:p>
        </p:txBody>
      </p:sp>
      <p:sp>
        <p:nvSpPr>
          <p:cNvPr id="17" name="Text 15"/>
          <p:cNvSpPr/>
          <p:nvPr/>
        </p:nvSpPr>
        <p:spPr>
          <a:xfrm>
            <a:off x="4325112" y="2926082"/>
            <a:ext cx="3611880" cy="274320"/>
          </a:xfrm>
          <a:prstGeom prst="rect">
            <a:avLst/>
          </a:prstGeom>
          <a:noFill/>
          <a:ln/>
        </p:spPr>
        <p:txBody>
          <a:bodyPr wrap="square" lIns="0" tIns="0" rIns="0" bIns="0" rtlCol="0" anchor="ctr"/>
          <a:lstStyle/>
          <a:p>
            <a:pPr marL="0" indent="0">
              <a:buNone/>
            </a:pPr>
            <a:r>
              <a:rPr lang="en-US" sz="1200" kern="0" spc="600" dirty="0">
                <a:solidFill>
                  <a:srgbClr val="6B7B6A"/>
                </a:solidFill>
                <a:latin typeface="MiSans Semibold" pitchFamily="2" charset="-122"/>
                <a:ea typeface="MiSans Semibold" pitchFamily="2" charset="-122"/>
                <a:cs typeface="PingFang SC" pitchFamily="34" charset="-120"/>
              </a:rPr>
              <a:t>算 力</a:t>
            </a:r>
            <a:endParaRPr lang="en-US" sz="1200" dirty="0">
              <a:latin typeface="MiSans Semibold" pitchFamily="2" charset="-122"/>
              <a:ea typeface="MiSans Semibold" pitchFamily="2" charset="-122"/>
            </a:endParaRPr>
          </a:p>
        </p:txBody>
      </p:sp>
      <p:sp>
        <p:nvSpPr>
          <p:cNvPr id="18" name="Text 16"/>
          <p:cNvSpPr/>
          <p:nvPr/>
        </p:nvSpPr>
        <p:spPr>
          <a:xfrm>
            <a:off x="4325112" y="3200402"/>
            <a:ext cx="3611880" cy="228600"/>
          </a:xfrm>
          <a:prstGeom prst="rect">
            <a:avLst/>
          </a:prstGeom>
          <a:noFill/>
          <a:ln/>
        </p:spPr>
        <p:txBody>
          <a:bodyPr wrap="square" lIns="0" tIns="0" rIns="0" bIns="0" rtlCol="0" anchor="ctr"/>
          <a:lstStyle/>
          <a:p>
            <a:pPr marL="0" indent="0">
              <a:buNone/>
            </a:pPr>
            <a:r>
              <a:rPr lang="en-US" sz="900" i="1" dirty="0">
                <a:solidFill>
                  <a:srgbClr val="6B7B6A"/>
                </a:solidFill>
                <a:latin typeface="Source Han Serif CN Light" panose="02020400000000000000" pitchFamily="18" charset="-128"/>
                <a:ea typeface="Source Han Serif CN Light" panose="02020400000000000000" pitchFamily="18" charset="-128"/>
                <a:cs typeface="STSong" pitchFamily="34" charset="-120"/>
              </a:rPr>
              <a:t>/  P O T E N T I /</a:t>
            </a:r>
            <a:endParaRPr lang="en-US" sz="900" i="1" dirty="0">
              <a:latin typeface="Source Han Serif CN Light" panose="02020400000000000000" pitchFamily="18" charset="-128"/>
              <a:ea typeface="Source Han Serif CN Light" panose="02020400000000000000" pitchFamily="18" charset="-128"/>
            </a:endParaRPr>
          </a:p>
        </p:txBody>
      </p:sp>
      <p:sp>
        <p:nvSpPr>
          <p:cNvPr id="19" name="Shape 17"/>
          <p:cNvSpPr/>
          <p:nvPr/>
        </p:nvSpPr>
        <p:spPr>
          <a:xfrm>
            <a:off x="4325112" y="3520442"/>
            <a:ext cx="1770888" cy="0"/>
          </a:xfrm>
          <a:prstGeom prst="line">
            <a:avLst/>
          </a:prstGeom>
          <a:noFill/>
          <a:ln w="3175">
            <a:solidFill>
              <a:srgbClr val="1C1C1C"/>
            </a:solidFill>
            <a:prstDash val="solid"/>
          </a:ln>
        </p:spPr>
        <p:txBody>
          <a:bodyPr/>
          <a:lstStyle/>
          <a:p>
            <a:endParaRPr lang="zh-CN" altLang="en-US"/>
          </a:p>
        </p:txBody>
      </p:sp>
      <p:sp>
        <p:nvSpPr>
          <p:cNvPr id="20" name="Text 18"/>
          <p:cNvSpPr/>
          <p:nvPr/>
        </p:nvSpPr>
        <p:spPr>
          <a:xfrm>
            <a:off x="4325112" y="3657602"/>
            <a:ext cx="3611880" cy="1188720"/>
          </a:xfrm>
          <a:prstGeom prst="rect">
            <a:avLst/>
          </a:prstGeom>
          <a:noFill/>
          <a:ln/>
        </p:spPr>
        <p:txBody>
          <a:bodyPr wrap="square" lIns="0" tIns="0" rIns="0" bIns="0" rtlCol="0" anchor="ctr"/>
          <a:lstStyle/>
          <a:p>
            <a:pPr marL="0" indent="0">
              <a:buNone/>
            </a:pPr>
            <a:r>
              <a:rPr lang="en-US" sz="24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一座炉</a:t>
            </a:r>
            <a:r>
              <a:rPr lang="en-US" sz="24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2400" b="1" spc="300" dirty="0">
              <a:latin typeface="Source Han Serif CN SemiBold" panose="02020400000000000000" pitchFamily="18" charset="-128"/>
              <a:ea typeface="Source Han Serif CN SemiBold" panose="02020400000000000000" pitchFamily="18" charset="-128"/>
            </a:endParaRPr>
          </a:p>
          <a:p>
            <a:pPr marL="0" indent="0">
              <a:buNone/>
            </a:pPr>
            <a:r>
              <a:rPr lang="en-US" sz="24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以光为火</a:t>
            </a:r>
            <a:r>
              <a:rPr lang="en-US" sz="24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2400" b="1" spc="300" dirty="0">
              <a:latin typeface="Source Han Serif CN SemiBold" panose="02020400000000000000" pitchFamily="18" charset="-128"/>
              <a:ea typeface="Source Han Serif CN SemiBold" panose="02020400000000000000" pitchFamily="18" charset="-128"/>
            </a:endParaRPr>
          </a:p>
        </p:txBody>
      </p:sp>
      <p:sp>
        <p:nvSpPr>
          <p:cNvPr id="21" name="Text 19"/>
          <p:cNvSpPr/>
          <p:nvPr/>
        </p:nvSpPr>
        <p:spPr>
          <a:xfrm>
            <a:off x="4325112" y="5029203"/>
            <a:ext cx="2890292" cy="1234433"/>
          </a:xfrm>
          <a:prstGeom prst="rect">
            <a:avLst/>
          </a:prstGeom>
          <a:noFill/>
          <a:ln/>
        </p:spPr>
        <p:txBody>
          <a:bodyPr wrap="square" lIns="0" tIns="0" rIns="0" bIns="0" rtlCol="0" anchor="t"/>
          <a:lstStyle/>
          <a:p>
            <a:pPr>
              <a:lnSpc>
                <a:spcPct val="150000"/>
              </a:lnSpc>
            </a:pPr>
            <a:r>
              <a:rPr lang="en-US" sz="1100" dirty="0" err="1">
                <a:solidFill>
                  <a:srgbClr val="1C1C1C"/>
                </a:solidFill>
                <a:latin typeface="Source Han Serif CN" panose="02020400000000000000" pitchFamily="18" charset="-128"/>
                <a:ea typeface="Source Han Serif CN" panose="02020400000000000000" pitchFamily="18" charset="-128"/>
              </a:rPr>
              <a:t>曾为游戏而生的图形处理器</a:t>
            </a:r>
            <a:r>
              <a:rPr lang="en-US" sz="1100" dirty="0">
                <a:solidFill>
                  <a:srgbClr val="1C1C1C"/>
                </a:solidFill>
                <a:latin typeface="Source Han Serif CN" panose="02020400000000000000" pitchFamily="18" charset="-128"/>
                <a:ea typeface="Source Han Serif CN" panose="02020400000000000000" pitchFamily="18" charset="-128"/>
              </a:rPr>
              <a:t>，</a:t>
            </a:r>
          </a:p>
          <a:p>
            <a:pPr>
              <a:lnSpc>
                <a:spcPct val="150000"/>
              </a:lnSpc>
            </a:pPr>
            <a:r>
              <a:rPr lang="en-US" sz="1100" dirty="0" err="1">
                <a:solidFill>
                  <a:srgbClr val="1C1C1C"/>
                </a:solidFill>
                <a:latin typeface="Source Han Serif CN" panose="02020400000000000000" pitchFamily="18" charset="-128"/>
                <a:ea typeface="Source Han Serif CN" panose="02020400000000000000" pitchFamily="18" charset="-128"/>
              </a:rPr>
              <a:t>学会了「注意力」的数学</a:t>
            </a:r>
            <a:r>
              <a:rPr lang="en-US" sz="1100" dirty="0">
                <a:solidFill>
                  <a:srgbClr val="1C1C1C"/>
                </a:solidFill>
                <a:latin typeface="Source Han Serif CN" panose="02020400000000000000" pitchFamily="18" charset="-128"/>
                <a:ea typeface="Source Han Serif CN" panose="02020400000000000000" pitchFamily="18" charset="-128"/>
              </a:rPr>
              <a:t>。</a:t>
            </a:r>
          </a:p>
          <a:p>
            <a:pPr>
              <a:lnSpc>
                <a:spcPct val="150000"/>
              </a:lnSpc>
            </a:pPr>
            <a:r>
              <a:rPr lang="en-US" sz="1100" dirty="0" err="1">
                <a:solidFill>
                  <a:srgbClr val="1C1C1C"/>
                </a:solidFill>
                <a:latin typeface="Source Han Serif CN" panose="02020400000000000000" pitchFamily="18" charset="-128"/>
                <a:ea typeface="Source Han Serif CN" panose="02020400000000000000" pitchFamily="18" charset="-128"/>
              </a:rPr>
              <a:t>张量核心。集群。FLOPs</a:t>
            </a:r>
            <a:r>
              <a:rPr lang="en-US" sz="1100" dirty="0">
                <a:solidFill>
                  <a:srgbClr val="1C1C1C"/>
                </a:solidFill>
                <a:latin typeface="Source Han Serif CN" panose="02020400000000000000" pitchFamily="18" charset="-128"/>
                <a:ea typeface="Source Han Serif CN" panose="02020400000000000000" pitchFamily="18" charset="-128"/>
              </a:rPr>
              <a:t> </a:t>
            </a:r>
            <a:r>
              <a:rPr lang="en-US" sz="1100" dirty="0" err="1">
                <a:solidFill>
                  <a:srgbClr val="1C1C1C"/>
                </a:solidFill>
                <a:latin typeface="Source Han Serif CN" panose="02020400000000000000" pitchFamily="18" charset="-128"/>
                <a:ea typeface="Source Han Serif CN" panose="02020400000000000000" pitchFamily="18" charset="-128"/>
              </a:rPr>
              <a:t>的</a:t>
            </a:r>
            <a:endParaRPr lang="en-US" sz="1100" dirty="0">
              <a:solidFill>
                <a:srgbClr val="1C1C1C"/>
              </a:solidFill>
              <a:latin typeface="Source Han Serif CN" panose="02020400000000000000" pitchFamily="18" charset="-128"/>
              <a:ea typeface="Source Han Serif CN" panose="02020400000000000000" pitchFamily="18" charset="-128"/>
            </a:endParaRPr>
          </a:p>
          <a:p>
            <a:pPr>
              <a:lnSpc>
                <a:spcPct val="150000"/>
              </a:lnSpc>
            </a:pPr>
            <a:r>
              <a:rPr lang="en-US" sz="1100" dirty="0" err="1">
                <a:solidFill>
                  <a:srgbClr val="1C1C1C"/>
                </a:solidFill>
                <a:latin typeface="Source Han Serif CN" panose="02020400000000000000" pitchFamily="18" charset="-128"/>
                <a:ea typeface="Source Han Serif CN" panose="02020400000000000000" pitchFamily="18" charset="-128"/>
              </a:rPr>
              <a:t>方言，成了一种新的地缘政</a:t>
            </a:r>
            <a:endParaRPr lang="en-US" sz="1100" dirty="0">
              <a:solidFill>
                <a:srgbClr val="1C1C1C"/>
              </a:solidFill>
              <a:latin typeface="Source Han Serif CN" panose="02020400000000000000" pitchFamily="18" charset="-128"/>
              <a:ea typeface="Source Han Serif CN" panose="02020400000000000000" pitchFamily="18" charset="-128"/>
            </a:endParaRPr>
          </a:p>
          <a:p>
            <a:pPr>
              <a:lnSpc>
                <a:spcPct val="150000"/>
              </a:lnSpc>
            </a:pPr>
            <a:r>
              <a:rPr lang="en-US" altLang="zh-CN" sz="1100" dirty="0" err="1">
                <a:solidFill>
                  <a:srgbClr val="1C1C1C"/>
                </a:solidFill>
                <a:latin typeface="Source Han Serif CN" panose="02020400000000000000" pitchFamily="18" charset="-128"/>
                <a:ea typeface="Source Han Serif CN" panose="02020400000000000000" pitchFamily="18" charset="-128"/>
              </a:rPr>
              <a:t>地缘政</a:t>
            </a:r>
            <a:r>
              <a:rPr lang="en-US" sz="1100" dirty="0" err="1">
                <a:solidFill>
                  <a:srgbClr val="1C1C1C"/>
                </a:solidFill>
                <a:latin typeface="Source Han Serif CN" panose="02020400000000000000" pitchFamily="18" charset="-128"/>
                <a:ea typeface="Source Han Serif CN" panose="02020400000000000000" pitchFamily="18" charset="-128"/>
              </a:rPr>
              <a:t>治</a:t>
            </a:r>
            <a:r>
              <a:rPr lang="en-US" sz="1100" dirty="0">
                <a:solidFill>
                  <a:srgbClr val="1C1C1C"/>
                </a:solidFill>
                <a:latin typeface="Source Han Serif CN" panose="02020400000000000000" pitchFamily="18" charset="-128"/>
                <a:ea typeface="Source Han Serif CN" panose="02020400000000000000" pitchFamily="18" charset="-128"/>
              </a:rPr>
              <a:t>。</a:t>
            </a:r>
          </a:p>
        </p:txBody>
      </p:sp>
      <p:sp>
        <p:nvSpPr>
          <p:cNvPr id="22" name="Shape 20"/>
          <p:cNvSpPr/>
          <p:nvPr/>
        </p:nvSpPr>
        <p:spPr>
          <a:xfrm>
            <a:off x="8019288" y="2423162"/>
            <a:ext cx="0" cy="3931920"/>
          </a:xfrm>
          <a:prstGeom prst="line">
            <a:avLst/>
          </a:prstGeom>
          <a:noFill/>
          <a:ln w="3175">
            <a:solidFill>
              <a:srgbClr val="1C1C1C"/>
            </a:solidFill>
            <a:prstDash val="solid"/>
          </a:ln>
        </p:spPr>
        <p:txBody>
          <a:bodyPr/>
          <a:lstStyle/>
          <a:p>
            <a:endParaRPr lang="zh-CN" altLang="en-US"/>
          </a:p>
        </p:txBody>
      </p:sp>
      <p:sp>
        <p:nvSpPr>
          <p:cNvPr id="23" name="Text 21"/>
          <p:cNvSpPr/>
          <p:nvPr/>
        </p:nvSpPr>
        <p:spPr>
          <a:xfrm>
            <a:off x="8101584" y="2423162"/>
            <a:ext cx="3611880" cy="457200"/>
          </a:xfrm>
          <a:prstGeom prst="rect">
            <a:avLst/>
          </a:prstGeom>
          <a:noFill/>
          <a:ln/>
        </p:spPr>
        <p:txBody>
          <a:bodyPr wrap="square" lIns="0" tIns="0" rIns="0" bIns="0" rtlCol="0" anchor="ctr"/>
          <a:lstStyle/>
          <a:p>
            <a:pPr marL="0" indent="0">
              <a:buNone/>
            </a:pPr>
            <a:r>
              <a:rPr lang="en-US" sz="2800" b="1" dirty="0">
                <a:solidFill>
                  <a:srgbClr val="2D5A3D"/>
                </a:solidFill>
                <a:latin typeface="Source Han Serif CN SemiBold" panose="02020400000000000000" pitchFamily="18" charset="-128"/>
                <a:ea typeface="Source Han Serif CN SemiBold" panose="02020400000000000000" pitchFamily="18" charset="-128"/>
                <a:cs typeface="Playfair Display" pitchFamily="34" charset="-120"/>
              </a:rPr>
              <a:t>III.</a:t>
            </a:r>
            <a:endParaRPr lang="en-US" sz="2800" b="1" dirty="0">
              <a:latin typeface="Source Han Serif CN SemiBold" panose="02020400000000000000" pitchFamily="18" charset="-128"/>
              <a:ea typeface="Source Han Serif CN SemiBold" panose="02020400000000000000" pitchFamily="18" charset="-128"/>
            </a:endParaRPr>
          </a:p>
        </p:txBody>
      </p:sp>
      <p:sp>
        <p:nvSpPr>
          <p:cNvPr id="24" name="Text 22"/>
          <p:cNvSpPr/>
          <p:nvPr/>
        </p:nvSpPr>
        <p:spPr>
          <a:xfrm>
            <a:off x="8101584" y="2926082"/>
            <a:ext cx="3611880" cy="274320"/>
          </a:xfrm>
          <a:prstGeom prst="rect">
            <a:avLst/>
          </a:prstGeom>
          <a:noFill/>
          <a:ln/>
        </p:spPr>
        <p:txBody>
          <a:bodyPr wrap="square" lIns="0" tIns="0" rIns="0" bIns="0" rtlCol="0" anchor="ctr"/>
          <a:lstStyle/>
          <a:p>
            <a:pPr marL="0" indent="0">
              <a:buNone/>
            </a:pPr>
            <a:r>
              <a:rPr lang="en-US" sz="1200" kern="0" spc="600" dirty="0">
                <a:solidFill>
                  <a:srgbClr val="6B7B6A"/>
                </a:solidFill>
                <a:latin typeface="MiSans Semibold" pitchFamily="2" charset="-122"/>
                <a:ea typeface="MiSans Semibold" pitchFamily="2" charset="-122"/>
                <a:cs typeface="PingFang SC" pitchFamily="34" charset="-120"/>
              </a:rPr>
              <a:t>算 法</a:t>
            </a:r>
            <a:endParaRPr lang="en-US" sz="1200" dirty="0">
              <a:latin typeface="MiSans Semibold" pitchFamily="2" charset="-122"/>
              <a:ea typeface="MiSans Semibold" pitchFamily="2" charset="-122"/>
            </a:endParaRPr>
          </a:p>
        </p:txBody>
      </p:sp>
      <p:sp>
        <p:nvSpPr>
          <p:cNvPr id="25" name="Text 23"/>
          <p:cNvSpPr/>
          <p:nvPr/>
        </p:nvSpPr>
        <p:spPr>
          <a:xfrm>
            <a:off x="8101584" y="3200402"/>
            <a:ext cx="3611880" cy="228600"/>
          </a:xfrm>
          <a:prstGeom prst="rect">
            <a:avLst/>
          </a:prstGeom>
          <a:noFill/>
          <a:ln/>
        </p:spPr>
        <p:txBody>
          <a:bodyPr wrap="square" lIns="0" tIns="0" rIns="0" bIns="0" rtlCol="0" anchor="ctr"/>
          <a:lstStyle/>
          <a:p>
            <a:pPr marL="0" indent="0">
              <a:buNone/>
            </a:pPr>
            <a:r>
              <a:rPr lang="en-US" sz="900" i="1" dirty="0">
                <a:solidFill>
                  <a:srgbClr val="6B7B6A"/>
                </a:solidFill>
                <a:latin typeface="Source Han Serif CN Light" panose="02020400000000000000" pitchFamily="18" charset="-128"/>
                <a:ea typeface="Source Han Serif CN Light" panose="02020400000000000000" pitchFamily="18" charset="-128"/>
                <a:cs typeface="STSong" pitchFamily="34" charset="-120"/>
              </a:rPr>
              <a:t>/  F O R M A  /</a:t>
            </a:r>
            <a:endParaRPr lang="en-US" sz="900" i="1" dirty="0">
              <a:latin typeface="Source Han Serif CN Light" panose="02020400000000000000" pitchFamily="18" charset="-128"/>
              <a:ea typeface="Source Han Serif CN Light" panose="02020400000000000000" pitchFamily="18" charset="-128"/>
            </a:endParaRPr>
          </a:p>
        </p:txBody>
      </p:sp>
      <p:sp>
        <p:nvSpPr>
          <p:cNvPr id="26" name="Shape 24"/>
          <p:cNvSpPr/>
          <p:nvPr/>
        </p:nvSpPr>
        <p:spPr>
          <a:xfrm>
            <a:off x="8101583" y="3520442"/>
            <a:ext cx="1816139" cy="0"/>
          </a:xfrm>
          <a:prstGeom prst="line">
            <a:avLst/>
          </a:prstGeom>
          <a:noFill/>
          <a:ln w="3175">
            <a:solidFill>
              <a:srgbClr val="1C1C1C"/>
            </a:solidFill>
            <a:prstDash val="solid"/>
          </a:ln>
        </p:spPr>
        <p:txBody>
          <a:bodyPr/>
          <a:lstStyle/>
          <a:p>
            <a:endParaRPr lang="zh-CN" altLang="en-US"/>
          </a:p>
        </p:txBody>
      </p:sp>
      <p:sp>
        <p:nvSpPr>
          <p:cNvPr id="27" name="Text 25"/>
          <p:cNvSpPr/>
          <p:nvPr/>
        </p:nvSpPr>
        <p:spPr>
          <a:xfrm>
            <a:off x="8101584" y="3657602"/>
            <a:ext cx="3611880" cy="1188720"/>
          </a:xfrm>
          <a:prstGeom prst="rect">
            <a:avLst/>
          </a:prstGeom>
          <a:noFill/>
          <a:ln/>
        </p:spPr>
        <p:txBody>
          <a:bodyPr wrap="square" lIns="0" tIns="0" rIns="0" bIns="0" rtlCol="0" anchor="ctr"/>
          <a:lstStyle/>
          <a:p>
            <a:pPr marL="0" indent="0">
              <a:buNone/>
            </a:pPr>
            <a:r>
              <a:rPr lang="en-US" sz="24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一部文法</a:t>
            </a:r>
            <a:r>
              <a:rPr lang="en-US" sz="24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2400" b="1" spc="300" dirty="0">
              <a:latin typeface="Source Han Serif CN SemiBold" panose="02020400000000000000" pitchFamily="18" charset="-128"/>
              <a:ea typeface="Source Han Serif CN SemiBold" panose="02020400000000000000" pitchFamily="18" charset="-128"/>
            </a:endParaRPr>
          </a:p>
          <a:p>
            <a:pPr marL="0" indent="0">
              <a:buNone/>
            </a:pPr>
            <a:r>
              <a:rPr lang="en-US" sz="24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自我习得</a:t>
            </a:r>
            <a:r>
              <a:rPr lang="en-US" sz="24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2400" b="1" spc="300" dirty="0">
              <a:latin typeface="Source Han Serif CN SemiBold" panose="02020400000000000000" pitchFamily="18" charset="-128"/>
              <a:ea typeface="Source Han Serif CN SemiBold" panose="02020400000000000000" pitchFamily="18" charset="-128"/>
            </a:endParaRPr>
          </a:p>
        </p:txBody>
      </p:sp>
      <p:sp>
        <p:nvSpPr>
          <p:cNvPr id="28" name="Text 26"/>
          <p:cNvSpPr/>
          <p:nvPr/>
        </p:nvSpPr>
        <p:spPr>
          <a:xfrm>
            <a:off x="8101584" y="5029203"/>
            <a:ext cx="2890284" cy="1234433"/>
          </a:xfrm>
          <a:prstGeom prst="rect">
            <a:avLst/>
          </a:prstGeom>
          <a:noFill/>
          <a:ln/>
        </p:spPr>
        <p:txBody>
          <a:bodyPr wrap="square" lIns="0" tIns="0" rIns="0" bIns="0" rtlCol="0" anchor="t"/>
          <a:lstStyle/>
          <a:p>
            <a:pPr indent="0">
              <a:lnSpc>
                <a:spcPct val="150000"/>
              </a:lnSpc>
              <a:buNone/>
            </a:pPr>
            <a:r>
              <a:rPr lang="en-US" sz="1100" dirty="0" err="1">
                <a:solidFill>
                  <a:srgbClr val="1C1C1C"/>
                </a:solidFill>
                <a:latin typeface="Source Han Serif CN" panose="02020400000000000000" pitchFamily="18" charset="-128"/>
                <a:ea typeface="Source Han Serif CN" panose="02020400000000000000" pitchFamily="18" charset="-128"/>
              </a:rPr>
              <a:t>反向传播。卷积。二〇一七</a:t>
            </a:r>
            <a:endParaRPr lang="en-US" sz="1100" dirty="0">
              <a:solidFill>
                <a:srgbClr val="1C1C1C"/>
              </a:solidFill>
              <a:latin typeface="Source Han Serif CN" panose="02020400000000000000" pitchFamily="18" charset="-128"/>
              <a:ea typeface="Source Han Serif CN" panose="02020400000000000000" pitchFamily="18" charset="-128"/>
            </a:endParaRPr>
          </a:p>
          <a:p>
            <a:pPr indent="0">
              <a:lnSpc>
                <a:spcPct val="150000"/>
              </a:lnSpc>
              <a:buNone/>
            </a:pPr>
            <a:r>
              <a:rPr lang="en-US" sz="1100" dirty="0">
                <a:solidFill>
                  <a:srgbClr val="1C1C1C"/>
                </a:solidFill>
                <a:latin typeface="Source Han Serif CN" panose="02020400000000000000" pitchFamily="18" charset="-128"/>
                <a:ea typeface="Source Han Serif CN" panose="02020400000000000000" pitchFamily="18" charset="-128"/>
              </a:rPr>
              <a:t>年的 Transformer——</a:t>
            </a:r>
            <a:r>
              <a:rPr lang="en-US" sz="1100" dirty="0" err="1">
                <a:solidFill>
                  <a:srgbClr val="1C1C1C"/>
                </a:solidFill>
                <a:latin typeface="Source Han Serif CN" panose="02020400000000000000" pitchFamily="18" charset="-128"/>
                <a:ea typeface="Source Han Serif CN" panose="02020400000000000000" pitchFamily="18" charset="-128"/>
              </a:rPr>
              <a:t>六页</a:t>
            </a:r>
            <a:endParaRPr lang="en-US" sz="1100" dirty="0">
              <a:solidFill>
                <a:srgbClr val="1C1C1C"/>
              </a:solidFill>
              <a:latin typeface="Source Han Serif CN" panose="02020400000000000000" pitchFamily="18" charset="-128"/>
              <a:ea typeface="Source Han Serif CN" panose="02020400000000000000" pitchFamily="18" charset="-128"/>
            </a:endParaRPr>
          </a:p>
          <a:p>
            <a:pPr indent="0">
              <a:lnSpc>
                <a:spcPct val="150000"/>
              </a:lnSpc>
              <a:buNone/>
            </a:pPr>
            <a:r>
              <a:rPr lang="en-US" sz="1100" dirty="0" err="1">
                <a:solidFill>
                  <a:srgbClr val="1C1C1C"/>
                </a:solidFill>
                <a:latin typeface="Source Han Serif CN" panose="02020400000000000000" pitchFamily="18" charset="-128"/>
                <a:ea typeface="Source Han Serif CN" panose="02020400000000000000" pitchFamily="18" charset="-128"/>
              </a:rPr>
              <a:t>数学，悄然改写了机器读懂</a:t>
            </a:r>
            <a:endParaRPr lang="en-US" sz="1100" dirty="0">
              <a:solidFill>
                <a:srgbClr val="1C1C1C"/>
              </a:solidFill>
              <a:latin typeface="Source Han Serif CN" panose="02020400000000000000" pitchFamily="18" charset="-128"/>
              <a:ea typeface="Source Han Serif CN" panose="02020400000000000000" pitchFamily="18" charset="-128"/>
            </a:endParaRPr>
          </a:p>
          <a:p>
            <a:pPr indent="0">
              <a:lnSpc>
                <a:spcPct val="150000"/>
              </a:lnSpc>
              <a:buNone/>
            </a:pPr>
            <a:r>
              <a:rPr lang="en-US" sz="1100" dirty="0" err="1">
                <a:solidFill>
                  <a:srgbClr val="1C1C1C"/>
                </a:solidFill>
                <a:latin typeface="Source Han Serif CN" panose="02020400000000000000" pitchFamily="18" charset="-128"/>
                <a:ea typeface="Source Han Serif CN" panose="02020400000000000000" pitchFamily="18" charset="-128"/>
              </a:rPr>
              <a:t>一句话的全部前提</a:t>
            </a:r>
            <a:r>
              <a:rPr lang="en-US" sz="1100" dirty="0">
                <a:solidFill>
                  <a:srgbClr val="1C1C1C"/>
                </a:solidFill>
                <a:latin typeface="Source Han Serif CN" panose="02020400000000000000" pitchFamily="18" charset="-128"/>
                <a:ea typeface="Source Han Serif CN" panose="02020400000000000000" pitchFamily="18" charset="-128"/>
              </a:rPr>
              <a:t>。</a:t>
            </a:r>
          </a:p>
        </p:txBody>
      </p:sp>
      <p:sp>
        <p:nvSpPr>
          <p:cNvPr id="29" name="Shape 27"/>
          <p:cNvSpPr/>
          <p:nvPr/>
        </p:nvSpPr>
        <p:spPr>
          <a:xfrm>
            <a:off x="548640" y="6446520"/>
            <a:ext cx="11064240" cy="0"/>
          </a:xfrm>
          <a:prstGeom prst="line">
            <a:avLst/>
          </a:prstGeom>
          <a:noFill/>
          <a:ln w="3175">
            <a:solidFill>
              <a:srgbClr val="1C1C1C"/>
            </a:solidFill>
            <a:prstDash val="solid"/>
          </a:ln>
        </p:spPr>
        <p:txBody>
          <a:bodyPr/>
          <a:lstStyle/>
          <a:p>
            <a:endParaRPr lang="zh-CN" altLang="en-US"/>
          </a:p>
        </p:txBody>
      </p:sp>
      <p:sp>
        <p:nvSpPr>
          <p:cNvPr id="31" name="Text 29"/>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6B7B6A"/>
                </a:solidFill>
                <a:latin typeface="PingFang SC" pitchFamily="34" charset="0"/>
                <a:ea typeface="PingFang SC" pitchFamily="34" charset="-122"/>
                <a:cs typeface="PingFang SC" pitchFamily="34" charset="-120"/>
              </a:rPr>
              <a:t>010</a:t>
            </a:r>
            <a:endParaRPr lang="en-US" sz="800" dirty="0"/>
          </a:p>
        </p:txBody>
      </p:sp>
      <p:sp>
        <p:nvSpPr>
          <p:cNvPr id="36" name="Text 44">
            <a:extLst>
              <a:ext uri="{FF2B5EF4-FFF2-40B4-BE49-F238E27FC236}">
                <a16:creationId xmlns:a16="http://schemas.microsoft.com/office/drawing/2014/main" id="{68D6CA1E-5D07-370C-0B99-0A4C1105F66E}"/>
              </a:ext>
            </a:extLst>
          </p:cNvPr>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err="1">
                <a:solidFill>
                  <a:srgbClr val="6B7B6A"/>
                </a:solidFill>
                <a:latin typeface="MiSans Light" pitchFamily="2" charset="-122"/>
                <a:ea typeface="MiSans Light" pitchFamily="2" charset="-122"/>
                <a:cs typeface="PingFang SC" pitchFamily="34" charset="-120"/>
              </a:rPr>
              <a:t>深度觉醒</a:t>
            </a:r>
            <a:endParaRPr lang="en-US" sz="800" dirty="0">
              <a:latin typeface="MiSans Light" pitchFamily="2" charset="-122"/>
              <a:ea typeface="MiSans Light" pitchFamily="2" charset="-122"/>
            </a:endParaRPr>
          </a:p>
        </p:txBody>
      </p:sp>
      <p:sp>
        <p:nvSpPr>
          <p:cNvPr id="37" name="Shape 0">
            <a:extLst>
              <a:ext uri="{FF2B5EF4-FFF2-40B4-BE49-F238E27FC236}">
                <a16:creationId xmlns:a16="http://schemas.microsoft.com/office/drawing/2014/main" id="{A14DCB20-13E7-F4C2-EB04-B21819337C4C}"/>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38" name="Text 1">
            <a:extLst>
              <a:ext uri="{FF2B5EF4-FFF2-40B4-BE49-F238E27FC236}">
                <a16:creationId xmlns:a16="http://schemas.microsoft.com/office/drawing/2014/main" id="{17C75BE8-3D58-D9A6-641D-3390B07EF5D2}"/>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39" name="Text 2">
            <a:extLst>
              <a:ext uri="{FF2B5EF4-FFF2-40B4-BE49-F238E27FC236}">
                <a16:creationId xmlns:a16="http://schemas.microsoft.com/office/drawing/2014/main" id="{244638FB-C136-61B4-5354-0B092996EB3F}"/>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40" name="Text 2">
            <a:extLst>
              <a:ext uri="{FF2B5EF4-FFF2-40B4-BE49-F238E27FC236}">
                <a16:creationId xmlns:a16="http://schemas.microsoft.com/office/drawing/2014/main" id="{3B893B05-B650-D194-17C7-88C311F6B737}"/>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深度觉醒 </a:t>
            </a:r>
            <a:r>
              <a:rPr lang="en-US" sz="1000" kern="0" spc="400" dirty="0">
                <a:solidFill>
                  <a:srgbClr val="1C1C1C"/>
                </a:solidFill>
                <a:latin typeface="MiSans" pitchFamily="2" charset="-122"/>
                <a:ea typeface="MiSans" pitchFamily="2" charset="-122"/>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EDE4"/>
        </a:solidFill>
        <a:effectLst/>
      </p:bgPr>
    </p:bg>
    <p:spTree>
      <p:nvGrpSpPr>
        <p:cNvPr id="1" name=""/>
        <p:cNvGrpSpPr/>
        <p:nvPr/>
      </p:nvGrpSpPr>
      <p:grpSpPr>
        <a:xfrm>
          <a:off x="0" y="0"/>
          <a:ext cx="0" cy="0"/>
          <a:chOff x="0" y="0"/>
          <a:chExt cx="0" cy="0"/>
        </a:xfrm>
      </p:grpSpPr>
      <p:sp>
        <p:nvSpPr>
          <p:cNvPr id="6" name="Text 4"/>
          <p:cNvSpPr/>
          <p:nvPr/>
        </p:nvSpPr>
        <p:spPr>
          <a:xfrm>
            <a:off x="548640" y="1005840"/>
            <a:ext cx="4081975" cy="365760"/>
          </a:xfrm>
          <a:prstGeom prst="rect">
            <a:avLst/>
          </a:prstGeom>
          <a:noFill/>
          <a:ln/>
        </p:spPr>
        <p:txBody>
          <a:bodyPr wrap="square" lIns="0" tIns="0" rIns="0" bIns="0" rtlCol="0" anchor="ctr"/>
          <a:lstStyle/>
          <a:p>
            <a:pPr marL="0" indent="0">
              <a:buNone/>
            </a:pPr>
            <a:r>
              <a:rPr lang="en-US" sz="1400" kern="0" spc="800" dirty="0">
                <a:solidFill>
                  <a:srgbClr val="2D5A3D"/>
                </a:solidFill>
                <a:latin typeface="MiSans" pitchFamily="2" charset="-122"/>
                <a:ea typeface="MiSans" pitchFamily="2" charset="-122"/>
                <a:cs typeface="PingFang SC" pitchFamily="34" charset="-120"/>
              </a:rPr>
              <a:t>A T T E N T I O N</a:t>
            </a:r>
            <a:endParaRPr lang="en-US" sz="1400" dirty="0">
              <a:latin typeface="MiSans" pitchFamily="2" charset="-122"/>
              <a:ea typeface="MiSans" pitchFamily="2" charset="-122"/>
            </a:endParaRPr>
          </a:p>
        </p:txBody>
      </p:sp>
      <p:sp>
        <p:nvSpPr>
          <p:cNvPr id="7" name="Text 5"/>
          <p:cNvSpPr/>
          <p:nvPr/>
        </p:nvSpPr>
        <p:spPr>
          <a:xfrm>
            <a:off x="548640" y="1799083"/>
            <a:ext cx="5899052" cy="2482594"/>
          </a:xfrm>
          <a:prstGeom prst="rect">
            <a:avLst/>
          </a:prstGeom>
          <a:noFill/>
          <a:ln/>
        </p:spPr>
        <p:txBody>
          <a:bodyPr wrap="square" lIns="0" tIns="0" rIns="0" bIns="0" rtlCol="0" anchor="ctr"/>
          <a:lstStyle/>
          <a:p>
            <a:pPr marL="0" indent="0">
              <a:lnSpc>
                <a:spcPts val="9040"/>
              </a:lnSpc>
              <a:buNone/>
            </a:pPr>
            <a:r>
              <a:rPr lang="en-US" sz="6600" b="1" dirty="0" err="1">
                <a:solidFill>
                  <a:srgbClr val="1B4D2E"/>
                </a:solidFill>
                <a:latin typeface="Source Han Serif CN SemiBold" panose="02020400000000000000" pitchFamily="18" charset="-128"/>
                <a:ea typeface="Source Han Serif CN SemiBold" panose="02020400000000000000" pitchFamily="18" charset="-128"/>
                <a:cs typeface="Songti SC" pitchFamily="34" charset="-120"/>
              </a:rPr>
              <a:t>注意力</a:t>
            </a:r>
            <a:r>
              <a:rPr lang="en-US" sz="6600" b="1" dirty="0">
                <a:solidFill>
                  <a:srgbClr val="1B4D2E"/>
                </a:solidFill>
                <a:latin typeface="Source Han Serif CN SemiBold" panose="02020400000000000000" pitchFamily="18" charset="-128"/>
                <a:ea typeface="Source Han Serif CN SemiBold" panose="02020400000000000000" pitchFamily="18" charset="-128"/>
                <a:cs typeface="Songti SC" pitchFamily="34" charset="-120"/>
              </a:rPr>
              <a:t>，</a:t>
            </a:r>
          </a:p>
          <a:p>
            <a:pPr>
              <a:lnSpc>
                <a:spcPts val="9040"/>
              </a:lnSpc>
            </a:pPr>
            <a:r>
              <a:rPr lang="zh-CN" altLang="en-US" sz="66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    </a:t>
            </a:r>
            <a:r>
              <a:rPr lang="en-US" altLang="zh-CN" sz="6600" b="1"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即一切</a:t>
            </a:r>
            <a:endParaRPr lang="en-US" sz="6600" b="1" dirty="0">
              <a:latin typeface="Source Han Serif CN SemiBold" panose="02020400000000000000" pitchFamily="18" charset="-128"/>
              <a:ea typeface="Source Han Serif CN SemiBold" panose="02020400000000000000" pitchFamily="18" charset="-128"/>
            </a:endParaRPr>
          </a:p>
        </p:txBody>
      </p:sp>
      <p:sp>
        <p:nvSpPr>
          <p:cNvPr id="9" name="Shape 7"/>
          <p:cNvSpPr/>
          <p:nvPr/>
        </p:nvSpPr>
        <p:spPr>
          <a:xfrm>
            <a:off x="548640" y="4672586"/>
            <a:ext cx="5899052" cy="0"/>
          </a:xfrm>
          <a:prstGeom prst="line">
            <a:avLst/>
          </a:prstGeom>
          <a:noFill/>
          <a:ln w="3175">
            <a:solidFill>
              <a:srgbClr val="1C1C1C"/>
            </a:solidFill>
            <a:prstDash val="solid"/>
          </a:ln>
        </p:spPr>
        <p:txBody>
          <a:bodyPr/>
          <a:lstStyle/>
          <a:p>
            <a:endParaRPr lang="zh-CN" altLang="en-US"/>
          </a:p>
        </p:txBody>
      </p:sp>
      <p:sp>
        <p:nvSpPr>
          <p:cNvPr id="10" name="Text 8"/>
          <p:cNvSpPr/>
          <p:nvPr/>
        </p:nvSpPr>
        <p:spPr>
          <a:xfrm>
            <a:off x="548640" y="4770884"/>
            <a:ext cx="6400800" cy="274320"/>
          </a:xfrm>
          <a:prstGeom prst="rect">
            <a:avLst/>
          </a:prstGeom>
          <a:noFill/>
          <a:ln/>
        </p:spPr>
        <p:txBody>
          <a:bodyPr wrap="square" lIns="0" tIns="0" rIns="0" bIns="0" rtlCol="0" anchor="ctr"/>
          <a:lstStyle/>
          <a:p>
            <a:pPr marL="0" indent="0">
              <a:buNone/>
            </a:pPr>
            <a:r>
              <a:rPr lang="en-US" sz="1200" dirty="0">
                <a:solidFill>
                  <a:srgbClr val="6B7B6A"/>
                </a:solidFill>
                <a:latin typeface="Source Han Serif CN Light" panose="02020400000000000000" pitchFamily="18" charset="-128"/>
                <a:ea typeface="Source Han Serif CN Light" panose="02020400000000000000" pitchFamily="18" charset="-128"/>
                <a:cs typeface="STSong" pitchFamily="34" charset="-120"/>
              </a:rPr>
              <a:t>— 瓦 斯 瓦 尼 等，二 〇 一 七</a:t>
            </a:r>
            <a:endParaRPr lang="en-US" sz="1200" dirty="0">
              <a:latin typeface="Source Han Serif CN Light" panose="02020400000000000000" pitchFamily="18" charset="-128"/>
              <a:ea typeface="Source Han Serif CN Light" panose="02020400000000000000" pitchFamily="18" charset="-128"/>
            </a:endParaRPr>
          </a:p>
        </p:txBody>
      </p:sp>
      <p:sp>
        <p:nvSpPr>
          <p:cNvPr id="11" name="Shape 9"/>
          <p:cNvSpPr/>
          <p:nvPr/>
        </p:nvSpPr>
        <p:spPr>
          <a:xfrm>
            <a:off x="7772400" y="1005840"/>
            <a:ext cx="3840480" cy="0"/>
          </a:xfrm>
          <a:prstGeom prst="line">
            <a:avLst/>
          </a:prstGeom>
          <a:noFill/>
          <a:ln w="3175">
            <a:solidFill>
              <a:srgbClr val="1C1C1C"/>
            </a:solidFill>
            <a:prstDash val="solid"/>
          </a:ln>
        </p:spPr>
        <p:txBody>
          <a:bodyPr/>
          <a:lstStyle/>
          <a:p>
            <a:endParaRPr lang="zh-CN" altLang="en-US"/>
          </a:p>
        </p:txBody>
      </p:sp>
      <p:sp>
        <p:nvSpPr>
          <p:cNvPr id="12" name="Text 10"/>
          <p:cNvSpPr/>
          <p:nvPr/>
        </p:nvSpPr>
        <p:spPr>
          <a:xfrm>
            <a:off x="7772400" y="1097280"/>
            <a:ext cx="3840480" cy="274320"/>
          </a:xfrm>
          <a:prstGeom prst="rect">
            <a:avLst/>
          </a:prstGeom>
          <a:noFill/>
          <a:ln/>
        </p:spPr>
        <p:txBody>
          <a:bodyPr wrap="square" lIns="0" tIns="0" rIns="0" bIns="0" rtlCol="0" anchor="ctr"/>
          <a:lstStyle/>
          <a:p>
            <a:pPr marL="0" indent="0">
              <a:buNone/>
            </a:pPr>
            <a:r>
              <a:rPr lang="en-US" sz="900" kern="0" spc="600" dirty="0">
                <a:solidFill>
                  <a:srgbClr val="2D5A3D"/>
                </a:solidFill>
                <a:latin typeface="MiSans" pitchFamily="2" charset="-122"/>
                <a:ea typeface="MiSans" pitchFamily="2" charset="-122"/>
                <a:cs typeface="PingFang SC" pitchFamily="34" charset="-120"/>
              </a:rPr>
              <a:t>论 文 概 要</a:t>
            </a:r>
            <a:endParaRPr lang="en-US" sz="900" dirty="0">
              <a:latin typeface="MiSans" pitchFamily="2" charset="-122"/>
              <a:ea typeface="MiSans" pitchFamily="2" charset="-122"/>
            </a:endParaRPr>
          </a:p>
        </p:txBody>
      </p:sp>
      <p:sp>
        <p:nvSpPr>
          <p:cNvPr id="13" name="Text 11"/>
          <p:cNvSpPr/>
          <p:nvPr/>
        </p:nvSpPr>
        <p:spPr>
          <a:xfrm>
            <a:off x="7772400" y="1554478"/>
            <a:ext cx="3840480" cy="1645921"/>
          </a:xfrm>
          <a:prstGeom prst="rect">
            <a:avLst/>
          </a:prstGeom>
          <a:noFill/>
          <a:ln/>
        </p:spPr>
        <p:txBody>
          <a:bodyPr wrap="square" lIns="0" tIns="0" rIns="0" bIns="0" rtlCol="0" anchor="t"/>
          <a:lstStyle/>
          <a:p>
            <a:pPr marL="0" indent="0">
              <a:lnSpc>
                <a:spcPct val="150000"/>
              </a:lnSpc>
              <a:buNone/>
            </a:pPr>
            <a:r>
              <a:rPr lang="en-US" sz="1100" dirty="0" err="1">
                <a:solidFill>
                  <a:srgbClr val="1C1C1C"/>
                </a:solidFill>
                <a:latin typeface="Source Han Serif CN Medium" panose="02020400000000000000" pitchFamily="18" charset="-128"/>
                <a:ea typeface="Source Han Serif CN Medium" panose="02020400000000000000" pitchFamily="18" charset="-128"/>
                <a:cs typeface="STSong" pitchFamily="34" charset="-120"/>
              </a:rPr>
              <a:t>六页论文，来自谷歌大脑团队，向世人介绍了</a:t>
            </a:r>
            <a:r>
              <a:rPr lang="en-US" sz="1100" dirty="0">
                <a:solidFill>
                  <a:srgbClr val="1C1C1C"/>
                </a:solidFill>
                <a:latin typeface="Source Han Serif CN Medium" panose="02020400000000000000" pitchFamily="18" charset="-128"/>
                <a:ea typeface="Source Han Serif CN Medium" panose="02020400000000000000" pitchFamily="18" charset="-128"/>
                <a:cs typeface="STSong" pitchFamily="34" charset="-120"/>
              </a:rPr>
              <a:t> Transformer</a:t>
            </a:r>
            <a:endParaRPr lang="en-US" sz="1100" dirty="0">
              <a:latin typeface="Source Han Serif CN Medium" panose="02020400000000000000" pitchFamily="18" charset="-128"/>
              <a:ea typeface="Source Han Serif CN Medium" panose="02020400000000000000" pitchFamily="18" charset="-128"/>
            </a:endParaRPr>
          </a:p>
          <a:p>
            <a:pPr>
              <a:lnSpc>
                <a:spcPct val="150000"/>
              </a:lnSpc>
            </a:pPr>
            <a:r>
              <a:rPr lang="en-US" sz="1100" dirty="0">
                <a:solidFill>
                  <a:srgbClr val="1C1C1C"/>
                </a:solidFill>
                <a:latin typeface="Source Han Serif CN Medium" panose="02020400000000000000" pitchFamily="18" charset="-128"/>
                <a:ea typeface="Source Han Serif CN Medium" panose="02020400000000000000" pitchFamily="18" charset="-128"/>
                <a:cs typeface="STSong" pitchFamily="34" charset="-120"/>
              </a:rPr>
              <a:t>——</a:t>
            </a:r>
            <a:r>
              <a:rPr lang="en-US" sz="1100" dirty="0" err="1">
                <a:solidFill>
                  <a:srgbClr val="1C1C1C"/>
                </a:solidFill>
                <a:latin typeface="Source Han Serif CN Medium" panose="02020400000000000000" pitchFamily="18" charset="-128"/>
                <a:ea typeface="Source Han Serif CN Medium" panose="02020400000000000000" pitchFamily="18" charset="-128"/>
                <a:cs typeface="STSong" pitchFamily="34" charset="-120"/>
              </a:rPr>
              <a:t>一种舍弃了循环、转而依靠自注意力的架构。五年之内，它成了几乎一切现代基础模型的底色。</a:t>
            </a:r>
            <a:r>
              <a:rPr lang="en-US" altLang="zh-CN" sz="1100" dirty="0" err="1">
                <a:solidFill>
                  <a:srgbClr val="1C1C1C"/>
                </a:solidFill>
                <a:latin typeface="Source Han Serif CN Medium" panose="02020400000000000000" pitchFamily="18" charset="-128"/>
                <a:ea typeface="Source Han Serif CN Medium" panose="02020400000000000000" pitchFamily="18" charset="-128"/>
                <a:cs typeface="STSong" pitchFamily="34" charset="-120"/>
              </a:rPr>
              <a:t>向世人Transformer</a:t>
            </a:r>
            <a:r>
              <a:rPr lang="en-US" altLang="zh-CN" sz="1100" dirty="0">
                <a:solidFill>
                  <a:srgbClr val="1C1C1C"/>
                </a:solidFill>
                <a:latin typeface="Source Han Serif CN Medium" panose="02020400000000000000" pitchFamily="18" charset="-128"/>
                <a:ea typeface="Source Han Serif CN Medium" panose="02020400000000000000" pitchFamily="18" charset="-128"/>
                <a:cs typeface="STSong" pitchFamily="34" charset="-120"/>
              </a:rPr>
              <a:t>——</a:t>
            </a:r>
            <a:r>
              <a:rPr lang="en-US" altLang="zh-CN" sz="1100" dirty="0" err="1">
                <a:solidFill>
                  <a:srgbClr val="1C1C1C"/>
                </a:solidFill>
                <a:latin typeface="Source Han Serif CN Medium" panose="02020400000000000000" pitchFamily="18" charset="-128"/>
                <a:ea typeface="Source Han Serif CN Medium" panose="02020400000000000000" pitchFamily="18" charset="-128"/>
                <a:cs typeface="STSong" pitchFamily="34" charset="-120"/>
              </a:rPr>
              <a:t>一种舍弃了循环、转而依靠自注意力的架构。五年之内，它成了几乎一切现代基础模型的底色</a:t>
            </a:r>
            <a:r>
              <a:rPr lang="en-US" altLang="zh-CN" sz="1100" dirty="0">
                <a:solidFill>
                  <a:srgbClr val="1C1C1C"/>
                </a:solidFill>
                <a:latin typeface="Source Han Serif CN Medium" panose="02020400000000000000" pitchFamily="18" charset="-128"/>
                <a:ea typeface="Source Han Serif CN Medium" panose="02020400000000000000" pitchFamily="18" charset="-128"/>
                <a:cs typeface="STSong" pitchFamily="34" charset="-120"/>
              </a:rPr>
              <a:t>。</a:t>
            </a:r>
            <a:endParaRPr lang="en-US" altLang="zh-CN" sz="1100" dirty="0">
              <a:latin typeface="Source Han Serif CN Medium" panose="02020400000000000000" pitchFamily="18" charset="-128"/>
              <a:ea typeface="Source Han Serif CN Medium" panose="02020400000000000000" pitchFamily="18" charset="-128"/>
            </a:endParaRPr>
          </a:p>
          <a:p>
            <a:pPr marL="0" indent="0">
              <a:lnSpc>
                <a:spcPct val="150000"/>
              </a:lnSpc>
              <a:buNone/>
            </a:pPr>
            <a:endParaRPr lang="en-US" sz="1100" dirty="0">
              <a:latin typeface="Source Han Serif CN Medium" panose="02020400000000000000" pitchFamily="18" charset="-128"/>
              <a:ea typeface="Source Han Serif CN Medium" panose="02020400000000000000" pitchFamily="18" charset="-128"/>
            </a:endParaRPr>
          </a:p>
        </p:txBody>
      </p:sp>
      <p:sp>
        <p:nvSpPr>
          <p:cNvPr id="14" name="Shape 12"/>
          <p:cNvSpPr/>
          <p:nvPr/>
        </p:nvSpPr>
        <p:spPr>
          <a:xfrm>
            <a:off x="7772400" y="3383280"/>
            <a:ext cx="3840480" cy="0"/>
          </a:xfrm>
          <a:prstGeom prst="line">
            <a:avLst/>
          </a:prstGeom>
          <a:noFill/>
          <a:ln w="3175">
            <a:solidFill>
              <a:srgbClr val="1C1C1C"/>
            </a:solidFill>
            <a:prstDash val="solid"/>
          </a:ln>
        </p:spPr>
        <p:txBody>
          <a:bodyPr/>
          <a:lstStyle/>
          <a:p>
            <a:endParaRPr lang="zh-CN" altLang="en-US"/>
          </a:p>
        </p:txBody>
      </p:sp>
      <p:sp>
        <p:nvSpPr>
          <p:cNvPr id="15" name="Text 13"/>
          <p:cNvSpPr/>
          <p:nvPr/>
        </p:nvSpPr>
        <p:spPr>
          <a:xfrm>
            <a:off x="7772400" y="3712466"/>
            <a:ext cx="1835573" cy="640080"/>
          </a:xfrm>
          <a:prstGeom prst="rect">
            <a:avLst/>
          </a:prstGeom>
          <a:noFill/>
          <a:ln/>
        </p:spPr>
        <p:txBody>
          <a:bodyPr wrap="square" lIns="0" tIns="0" rIns="0" bIns="0" rtlCol="0" anchor="ctr"/>
          <a:lstStyle/>
          <a:p>
            <a:pPr marL="0" indent="0">
              <a:buNone/>
            </a:pPr>
            <a:r>
              <a:rPr lang="en-US" sz="3600" b="1" dirty="0">
                <a:solidFill>
                  <a:srgbClr val="1C1C1C"/>
                </a:solidFill>
                <a:latin typeface="Source Han Serif CN" panose="02020400000000000000" pitchFamily="18" charset="-128"/>
                <a:ea typeface="Source Han Serif CN" panose="02020400000000000000" pitchFamily="18" charset="-128"/>
                <a:cs typeface="Playfair Display" pitchFamily="34" charset="-120"/>
              </a:rPr>
              <a:t>8</a:t>
            </a:r>
            <a:endParaRPr lang="en-US" sz="3600" b="1" dirty="0">
              <a:latin typeface="Source Han Serif CN" panose="02020400000000000000" pitchFamily="18" charset="-128"/>
              <a:ea typeface="Source Han Serif CN" panose="02020400000000000000" pitchFamily="18" charset="-128"/>
            </a:endParaRPr>
          </a:p>
        </p:txBody>
      </p:sp>
      <p:sp>
        <p:nvSpPr>
          <p:cNvPr id="16" name="Text 14"/>
          <p:cNvSpPr/>
          <p:nvPr/>
        </p:nvSpPr>
        <p:spPr>
          <a:xfrm>
            <a:off x="9777306" y="3895346"/>
            <a:ext cx="1835573" cy="365760"/>
          </a:xfrm>
          <a:prstGeom prst="rect">
            <a:avLst/>
          </a:prstGeom>
          <a:noFill/>
          <a:ln/>
        </p:spPr>
        <p:txBody>
          <a:bodyPr wrap="square" lIns="0" tIns="0" rIns="0" bIns="0" rtlCol="0" anchor="ctr"/>
          <a:lstStyle/>
          <a:p>
            <a:pPr marL="0" indent="0">
              <a:buNone/>
            </a:pPr>
            <a:r>
              <a:rPr lang="en-US" sz="1000" dirty="0">
                <a:solidFill>
                  <a:srgbClr val="6B7B6A"/>
                </a:solidFill>
                <a:latin typeface="Source Han Serif CN" panose="02020400000000000000" pitchFamily="18" charset="-128"/>
                <a:ea typeface="Source Han Serif CN" panose="02020400000000000000" pitchFamily="18" charset="-128"/>
                <a:cs typeface="PingFang SC" pitchFamily="34" charset="-120"/>
              </a:rPr>
              <a:t>位 作 者</a:t>
            </a:r>
            <a:endParaRPr lang="en-US" sz="1000" dirty="0">
              <a:latin typeface="Source Han Serif CN" panose="02020400000000000000" pitchFamily="18" charset="-128"/>
              <a:ea typeface="Source Han Serif CN" panose="02020400000000000000" pitchFamily="18" charset="-128"/>
            </a:endParaRPr>
          </a:p>
        </p:txBody>
      </p:sp>
      <p:sp>
        <p:nvSpPr>
          <p:cNvPr id="17" name="Text 15"/>
          <p:cNvSpPr/>
          <p:nvPr/>
        </p:nvSpPr>
        <p:spPr>
          <a:xfrm>
            <a:off x="7772400" y="4489706"/>
            <a:ext cx="1835573" cy="640080"/>
          </a:xfrm>
          <a:prstGeom prst="rect">
            <a:avLst/>
          </a:prstGeom>
          <a:noFill/>
          <a:ln/>
        </p:spPr>
        <p:txBody>
          <a:bodyPr wrap="square" lIns="0" tIns="0" rIns="0" bIns="0" rtlCol="0" anchor="ctr"/>
          <a:lstStyle/>
          <a:p>
            <a:pPr marL="0" indent="0">
              <a:buNone/>
            </a:pPr>
            <a:r>
              <a:rPr lang="en-US" sz="3600" b="1" dirty="0">
                <a:solidFill>
                  <a:srgbClr val="1C1C1C"/>
                </a:solidFill>
                <a:latin typeface="Source Han Serif CN" panose="02020400000000000000" pitchFamily="18" charset="-128"/>
                <a:ea typeface="Source Han Serif CN" panose="02020400000000000000" pitchFamily="18" charset="-128"/>
                <a:cs typeface="Playfair Display" pitchFamily="34" charset="-120"/>
              </a:rPr>
              <a:t>2017</a:t>
            </a:r>
            <a:endParaRPr lang="en-US" sz="3600" b="1" dirty="0">
              <a:latin typeface="Source Han Serif CN" panose="02020400000000000000" pitchFamily="18" charset="-128"/>
              <a:ea typeface="Source Han Serif CN" panose="02020400000000000000" pitchFamily="18" charset="-128"/>
            </a:endParaRPr>
          </a:p>
        </p:txBody>
      </p:sp>
      <p:sp>
        <p:nvSpPr>
          <p:cNvPr id="18" name="Text 16"/>
          <p:cNvSpPr/>
          <p:nvPr/>
        </p:nvSpPr>
        <p:spPr>
          <a:xfrm>
            <a:off x="9777306" y="4672586"/>
            <a:ext cx="1835573" cy="365760"/>
          </a:xfrm>
          <a:prstGeom prst="rect">
            <a:avLst/>
          </a:prstGeom>
          <a:noFill/>
          <a:ln/>
        </p:spPr>
        <p:txBody>
          <a:bodyPr wrap="square" lIns="0" tIns="0" rIns="0" bIns="0" rtlCol="0" anchor="ctr"/>
          <a:lstStyle/>
          <a:p>
            <a:pPr marL="0" indent="0">
              <a:buNone/>
            </a:pPr>
            <a:r>
              <a:rPr lang="en-US" sz="1000" dirty="0">
                <a:solidFill>
                  <a:srgbClr val="6B7B6A"/>
                </a:solidFill>
                <a:latin typeface="Source Han Serif CN" panose="02020400000000000000" pitchFamily="18" charset="-128"/>
                <a:ea typeface="Source Han Serif CN" panose="02020400000000000000" pitchFamily="18" charset="-128"/>
                <a:cs typeface="PingFang SC" pitchFamily="34" charset="-120"/>
              </a:rPr>
              <a:t>发 表 之 年</a:t>
            </a:r>
            <a:endParaRPr lang="en-US" sz="1000" dirty="0">
              <a:latin typeface="Source Han Serif CN" panose="02020400000000000000" pitchFamily="18" charset="-128"/>
              <a:ea typeface="Source Han Serif CN" panose="02020400000000000000" pitchFamily="18" charset="-128"/>
            </a:endParaRPr>
          </a:p>
        </p:txBody>
      </p:sp>
      <p:sp>
        <p:nvSpPr>
          <p:cNvPr id="19" name="Text 17"/>
          <p:cNvSpPr/>
          <p:nvPr/>
        </p:nvSpPr>
        <p:spPr>
          <a:xfrm>
            <a:off x="7772400" y="5266946"/>
            <a:ext cx="1835573" cy="640080"/>
          </a:xfrm>
          <a:prstGeom prst="rect">
            <a:avLst/>
          </a:prstGeom>
          <a:noFill/>
          <a:ln/>
        </p:spPr>
        <p:txBody>
          <a:bodyPr wrap="square" lIns="0" tIns="0" rIns="0" bIns="0" rtlCol="0" anchor="ctr"/>
          <a:lstStyle/>
          <a:p>
            <a:pPr marL="0" indent="0">
              <a:buNone/>
            </a:pPr>
            <a:r>
              <a:rPr lang="en-US" sz="3600" b="1" dirty="0">
                <a:solidFill>
                  <a:srgbClr val="1C1C1C"/>
                </a:solidFill>
                <a:latin typeface="Source Han Serif CN" panose="02020400000000000000" pitchFamily="18" charset="-128"/>
                <a:ea typeface="Source Han Serif CN" panose="02020400000000000000" pitchFamily="18" charset="-128"/>
                <a:cs typeface="Playfair Display" pitchFamily="34" charset="-120"/>
              </a:rPr>
              <a:t>175 B</a:t>
            </a:r>
            <a:endParaRPr lang="en-US" sz="3600" b="1" dirty="0">
              <a:latin typeface="Source Han Serif CN" panose="02020400000000000000" pitchFamily="18" charset="-128"/>
              <a:ea typeface="Source Han Serif CN" panose="02020400000000000000" pitchFamily="18" charset="-128"/>
            </a:endParaRPr>
          </a:p>
        </p:txBody>
      </p:sp>
      <p:sp>
        <p:nvSpPr>
          <p:cNvPr id="20" name="Text 18"/>
          <p:cNvSpPr/>
          <p:nvPr/>
        </p:nvSpPr>
        <p:spPr>
          <a:xfrm>
            <a:off x="9777306" y="5449826"/>
            <a:ext cx="1835573" cy="365760"/>
          </a:xfrm>
          <a:prstGeom prst="rect">
            <a:avLst/>
          </a:prstGeom>
          <a:noFill/>
          <a:ln/>
        </p:spPr>
        <p:txBody>
          <a:bodyPr wrap="square" lIns="0" tIns="0" rIns="0" bIns="0" rtlCol="0" anchor="ctr"/>
          <a:lstStyle/>
          <a:p>
            <a:pPr marL="0" indent="0">
              <a:buNone/>
            </a:pPr>
            <a:r>
              <a:rPr lang="en-US" sz="1000" dirty="0">
                <a:solidFill>
                  <a:srgbClr val="6B7B6A"/>
                </a:solidFill>
                <a:latin typeface="Source Han Serif CN" panose="02020400000000000000" pitchFamily="18" charset="-128"/>
                <a:ea typeface="Source Han Serif CN" panose="02020400000000000000" pitchFamily="18" charset="-128"/>
                <a:cs typeface="PingFang SC" pitchFamily="34" charset="-120"/>
              </a:rPr>
              <a:t>GPT-3 参数量，二〇二〇</a:t>
            </a:r>
            <a:endParaRPr lang="en-US" sz="1000" dirty="0">
              <a:latin typeface="Source Han Serif CN" panose="02020400000000000000" pitchFamily="18" charset="-128"/>
              <a:ea typeface="Source Han Serif CN" panose="02020400000000000000" pitchFamily="18" charset="-128"/>
            </a:endParaRPr>
          </a:p>
        </p:txBody>
      </p:sp>
      <p:sp>
        <p:nvSpPr>
          <p:cNvPr id="21" name="Shape 19"/>
          <p:cNvSpPr/>
          <p:nvPr/>
        </p:nvSpPr>
        <p:spPr>
          <a:xfrm>
            <a:off x="548640" y="6446520"/>
            <a:ext cx="11064240" cy="0"/>
          </a:xfrm>
          <a:prstGeom prst="line">
            <a:avLst/>
          </a:prstGeom>
          <a:noFill/>
          <a:ln w="6350">
            <a:solidFill>
              <a:srgbClr val="1C1C1C"/>
            </a:solidFill>
            <a:prstDash val="solid"/>
          </a:ln>
        </p:spPr>
        <p:txBody>
          <a:bodyPr/>
          <a:lstStyle/>
          <a:p>
            <a:endParaRPr lang="zh-CN" altLang="en-US"/>
          </a:p>
        </p:txBody>
      </p:sp>
      <p:sp>
        <p:nvSpPr>
          <p:cNvPr id="23" name="Text 21"/>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6B7B6A"/>
                </a:solidFill>
                <a:latin typeface="PingFang SC" pitchFamily="34" charset="0"/>
                <a:ea typeface="PingFang SC" pitchFamily="34" charset="-122"/>
                <a:cs typeface="PingFang SC" pitchFamily="34" charset="-120"/>
              </a:rPr>
              <a:t>011</a:t>
            </a:r>
            <a:endParaRPr lang="en-US" sz="800" dirty="0"/>
          </a:p>
        </p:txBody>
      </p:sp>
      <p:sp>
        <p:nvSpPr>
          <p:cNvPr id="24" name="Shape 0">
            <a:extLst>
              <a:ext uri="{FF2B5EF4-FFF2-40B4-BE49-F238E27FC236}">
                <a16:creationId xmlns:a16="http://schemas.microsoft.com/office/drawing/2014/main" id="{C830FC76-5CAA-73D0-6EC5-A32E6DB20852}"/>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25" name="Text 1">
            <a:extLst>
              <a:ext uri="{FF2B5EF4-FFF2-40B4-BE49-F238E27FC236}">
                <a16:creationId xmlns:a16="http://schemas.microsoft.com/office/drawing/2014/main" id="{8EC003BB-AA3D-B22A-EF52-79171C9274D6}"/>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26" name="Text 2">
            <a:extLst>
              <a:ext uri="{FF2B5EF4-FFF2-40B4-BE49-F238E27FC236}">
                <a16:creationId xmlns:a16="http://schemas.microsoft.com/office/drawing/2014/main" id="{583BC4CC-D421-D927-F5BD-3ED8F0FF08BE}"/>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27" name="Text 2">
            <a:extLst>
              <a:ext uri="{FF2B5EF4-FFF2-40B4-BE49-F238E27FC236}">
                <a16:creationId xmlns:a16="http://schemas.microsoft.com/office/drawing/2014/main" id="{CED2496D-489A-C53F-0FF3-C20F43049CEF}"/>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深度觉醒 </a:t>
            </a:r>
            <a:r>
              <a:rPr lang="en-US" sz="1000" kern="0" spc="400" dirty="0">
                <a:solidFill>
                  <a:srgbClr val="1C1C1C"/>
                </a:solidFill>
                <a:latin typeface="MiSans" pitchFamily="2" charset="-122"/>
                <a:ea typeface="MiSans" pitchFamily="2" charset="-122"/>
              </a:rPr>
              <a:t>—</a:t>
            </a:r>
          </a:p>
        </p:txBody>
      </p:sp>
      <p:sp>
        <p:nvSpPr>
          <p:cNvPr id="28" name="Text 44">
            <a:extLst>
              <a:ext uri="{FF2B5EF4-FFF2-40B4-BE49-F238E27FC236}">
                <a16:creationId xmlns:a16="http://schemas.microsoft.com/office/drawing/2014/main" id="{11A5C285-659B-89FA-546D-E0DD54B5D847}"/>
              </a:ext>
            </a:extLst>
          </p:cNvPr>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err="1">
                <a:solidFill>
                  <a:srgbClr val="6B7B6A"/>
                </a:solidFill>
                <a:latin typeface="MiSans Light" pitchFamily="2" charset="-122"/>
                <a:ea typeface="MiSans Light" pitchFamily="2" charset="-122"/>
                <a:cs typeface="PingFang SC" pitchFamily="34" charset="-120"/>
              </a:rPr>
              <a:t>深度觉醒</a:t>
            </a:r>
            <a:endParaRPr lang="en-US" sz="800" dirty="0">
              <a:latin typeface="MiSans Light" pitchFamily="2" charset="-122"/>
              <a:ea typeface="MiSans Light"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8EDE4"/>
        </a:solidFill>
        <a:effectLst/>
      </p:bgPr>
    </p:bg>
    <p:spTree>
      <p:nvGrpSpPr>
        <p:cNvPr id="1" name=""/>
        <p:cNvGrpSpPr/>
        <p:nvPr/>
      </p:nvGrpSpPr>
      <p:grpSpPr>
        <a:xfrm>
          <a:off x="0" y="0"/>
          <a:ext cx="0" cy="0"/>
          <a:chOff x="0" y="0"/>
          <a:chExt cx="0" cy="0"/>
        </a:xfrm>
      </p:grpSpPr>
      <p:sp>
        <p:nvSpPr>
          <p:cNvPr id="6" name="Text 4"/>
          <p:cNvSpPr/>
          <p:nvPr/>
        </p:nvSpPr>
        <p:spPr>
          <a:xfrm>
            <a:off x="548640" y="640080"/>
            <a:ext cx="1207477" cy="914400"/>
          </a:xfrm>
          <a:prstGeom prst="rect">
            <a:avLst/>
          </a:prstGeom>
          <a:noFill/>
          <a:ln/>
        </p:spPr>
        <p:txBody>
          <a:bodyPr wrap="square" lIns="0" tIns="0" rIns="0" bIns="0" rtlCol="0" anchor="ctr"/>
          <a:lstStyle/>
          <a:p>
            <a:pPr marL="0" indent="0">
              <a:buNone/>
            </a:pPr>
            <a:r>
              <a:rPr lang="en-US" sz="5400" dirty="0">
                <a:solidFill>
                  <a:srgbClr val="2D5A3D"/>
                </a:solidFill>
                <a:latin typeface="Source Han Serif CN Medium" panose="02020400000000000000" pitchFamily="18" charset="-128"/>
                <a:ea typeface="Source Han Serif CN Medium" panose="02020400000000000000" pitchFamily="18" charset="-128"/>
                <a:cs typeface="Playfair Display" pitchFamily="34" charset="-120"/>
              </a:rPr>
              <a:t>VI.</a:t>
            </a:r>
            <a:endParaRPr lang="en-US" sz="5400" dirty="0">
              <a:latin typeface="Source Han Serif CN Medium" panose="02020400000000000000" pitchFamily="18" charset="-128"/>
              <a:ea typeface="Source Han Serif CN Medium" panose="02020400000000000000" pitchFamily="18" charset="-128"/>
            </a:endParaRPr>
          </a:p>
        </p:txBody>
      </p:sp>
      <p:sp>
        <p:nvSpPr>
          <p:cNvPr id="7" name="Text 5"/>
          <p:cNvSpPr/>
          <p:nvPr/>
        </p:nvSpPr>
        <p:spPr>
          <a:xfrm>
            <a:off x="1756117" y="960118"/>
            <a:ext cx="7315200" cy="548640"/>
          </a:xfrm>
          <a:prstGeom prst="rect">
            <a:avLst/>
          </a:prstGeom>
          <a:noFill/>
          <a:ln/>
        </p:spPr>
        <p:txBody>
          <a:bodyPr wrap="square" lIns="0" tIns="0" rIns="0" bIns="0" rtlCol="0" anchor="ctr"/>
          <a:lstStyle/>
          <a:p>
            <a:pPr marL="0" indent="0">
              <a:buNone/>
            </a:pPr>
            <a:r>
              <a:rPr lang="en-US" sz="2800" kern="0" spc="600" dirty="0" err="1">
                <a:solidFill>
                  <a:srgbClr val="6B7B6A"/>
                </a:solidFill>
                <a:latin typeface="Source Han Serif CN Medium" panose="02020400000000000000" pitchFamily="18" charset="-128"/>
                <a:ea typeface="Source Han Serif CN Medium" panose="02020400000000000000" pitchFamily="18" charset="-128"/>
                <a:cs typeface="PingFang SC" pitchFamily="34" charset="-120"/>
              </a:rPr>
              <a:t>生成纪元</a:t>
            </a:r>
            <a:endParaRPr lang="en-US" sz="2800" spc="600" dirty="0">
              <a:latin typeface="Source Han Serif CN Medium" panose="02020400000000000000" pitchFamily="18" charset="-128"/>
              <a:ea typeface="Source Han Serif CN Medium" panose="02020400000000000000" pitchFamily="18" charset="-128"/>
            </a:endParaRPr>
          </a:p>
        </p:txBody>
      </p:sp>
      <p:pic>
        <p:nvPicPr>
          <p:cNvPr id="8" name="Image 0" descr="./images/chatgpt.png"/>
          <p:cNvPicPr>
            <a:picLocks noChangeAspect="1"/>
          </p:cNvPicPr>
          <p:nvPr/>
        </p:nvPicPr>
        <p:blipFill>
          <a:blip r:embed="rId3"/>
          <a:srcRect/>
          <a:stretch/>
        </p:blipFill>
        <p:spPr>
          <a:xfrm>
            <a:off x="548640" y="1783080"/>
            <a:ext cx="5303520" cy="4389120"/>
          </a:xfrm>
          <a:prstGeom prst="rect">
            <a:avLst/>
          </a:prstGeom>
        </p:spPr>
      </p:pic>
      <p:sp>
        <p:nvSpPr>
          <p:cNvPr id="9" name="Shape 6"/>
          <p:cNvSpPr/>
          <p:nvPr/>
        </p:nvSpPr>
        <p:spPr>
          <a:xfrm>
            <a:off x="548640" y="1783080"/>
            <a:ext cx="5303520" cy="4389120"/>
          </a:xfrm>
          <a:prstGeom prst="rect">
            <a:avLst/>
          </a:prstGeom>
          <a:ln w="6350">
            <a:solidFill>
              <a:srgbClr val="1C1C1C"/>
            </a:solidFill>
            <a:prstDash val="solid"/>
          </a:ln>
        </p:spPr>
        <p:txBody>
          <a:bodyPr/>
          <a:lstStyle/>
          <a:p>
            <a:endParaRPr lang="zh-CN" altLang="en-US"/>
          </a:p>
        </p:txBody>
      </p:sp>
      <p:sp>
        <p:nvSpPr>
          <p:cNvPr id="12" name="Shape 9"/>
          <p:cNvSpPr/>
          <p:nvPr/>
        </p:nvSpPr>
        <p:spPr>
          <a:xfrm>
            <a:off x="6339842" y="1783080"/>
            <a:ext cx="5273037" cy="0"/>
          </a:xfrm>
          <a:prstGeom prst="line">
            <a:avLst/>
          </a:prstGeom>
          <a:noFill/>
          <a:ln w="6350">
            <a:solidFill>
              <a:srgbClr val="1C1C1C"/>
            </a:solidFill>
            <a:prstDash val="solid"/>
          </a:ln>
        </p:spPr>
        <p:txBody>
          <a:bodyPr/>
          <a:lstStyle/>
          <a:p>
            <a:endParaRPr lang="zh-CN" altLang="en-US"/>
          </a:p>
        </p:txBody>
      </p:sp>
      <p:sp>
        <p:nvSpPr>
          <p:cNvPr id="13" name="Text 10"/>
          <p:cNvSpPr/>
          <p:nvPr/>
        </p:nvSpPr>
        <p:spPr>
          <a:xfrm>
            <a:off x="6339842" y="1828800"/>
            <a:ext cx="5273037" cy="274320"/>
          </a:xfrm>
          <a:prstGeom prst="rect">
            <a:avLst/>
          </a:prstGeom>
          <a:noFill/>
          <a:ln/>
        </p:spPr>
        <p:txBody>
          <a:bodyPr wrap="square" lIns="0" tIns="0" rIns="0" bIns="0" rtlCol="0" anchor="ctr"/>
          <a:lstStyle/>
          <a:p>
            <a:pPr marL="0" indent="0">
              <a:buNone/>
            </a:pPr>
            <a:r>
              <a:rPr lang="en-US" sz="900" kern="0" spc="600" dirty="0">
                <a:solidFill>
                  <a:srgbClr val="2D5A3D"/>
                </a:solidFill>
                <a:latin typeface="Source Han Serif CN" panose="02020400000000000000" pitchFamily="18" charset="-128"/>
                <a:ea typeface="Source Han Serif CN" panose="02020400000000000000" pitchFamily="18" charset="-128"/>
                <a:cs typeface="PingFang SC" pitchFamily="34" charset="-120"/>
              </a:rPr>
              <a:t>第 六 章</a:t>
            </a:r>
            <a:endParaRPr lang="en-US" sz="900" dirty="0">
              <a:latin typeface="Source Han Serif CN" panose="02020400000000000000" pitchFamily="18" charset="-128"/>
              <a:ea typeface="Source Han Serif CN" panose="02020400000000000000" pitchFamily="18" charset="-128"/>
            </a:endParaRPr>
          </a:p>
        </p:txBody>
      </p:sp>
      <p:sp>
        <p:nvSpPr>
          <p:cNvPr id="14" name="Text 11"/>
          <p:cNvSpPr/>
          <p:nvPr/>
        </p:nvSpPr>
        <p:spPr>
          <a:xfrm>
            <a:off x="6339842" y="2743203"/>
            <a:ext cx="5273037" cy="765809"/>
          </a:xfrm>
          <a:prstGeom prst="rect">
            <a:avLst/>
          </a:prstGeom>
          <a:noFill/>
          <a:ln/>
        </p:spPr>
        <p:txBody>
          <a:bodyPr wrap="square" lIns="0" tIns="0" rIns="0" bIns="0" rtlCol="0" anchor="ctr"/>
          <a:lstStyle/>
          <a:p>
            <a:pPr marL="0" indent="0">
              <a:buNone/>
            </a:pPr>
            <a:r>
              <a:rPr lang="en-US" sz="36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它不只是</a:t>
            </a:r>
            <a:r>
              <a:rPr lang="en-US" sz="3600" b="1" spc="300" dirty="0" err="1">
                <a:solidFill>
                  <a:srgbClr val="1B4D2E"/>
                </a:solidFill>
                <a:latin typeface="Source Han Serif CN SemiBold" panose="02020400000000000000" pitchFamily="18" charset="-128"/>
                <a:ea typeface="Source Han Serif CN SemiBold" panose="02020400000000000000" pitchFamily="18" charset="-128"/>
                <a:cs typeface="Songti SC" pitchFamily="34" charset="-120"/>
              </a:rPr>
              <a:t>冰冷的</a:t>
            </a:r>
            <a:r>
              <a:rPr lang="en-US" sz="36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工具</a:t>
            </a:r>
            <a:r>
              <a:rPr lang="zh-CN" altLang="en-US" sz="36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3600" b="1" spc="300" dirty="0">
              <a:latin typeface="Source Han Serif CN SemiBold" panose="02020400000000000000" pitchFamily="18" charset="-128"/>
              <a:ea typeface="Source Han Serif CN SemiBold" panose="02020400000000000000" pitchFamily="18" charset="-128"/>
            </a:endParaRPr>
          </a:p>
        </p:txBody>
      </p:sp>
      <p:sp>
        <p:nvSpPr>
          <p:cNvPr id="15" name="Text 12"/>
          <p:cNvSpPr/>
          <p:nvPr/>
        </p:nvSpPr>
        <p:spPr>
          <a:xfrm>
            <a:off x="6339842" y="3509012"/>
            <a:ext cx="5273037" cy="765808"/>
          </a:xfrm>
          <a:prstGeom prst="rect">
            <a:avLst/>
          </a:prstGeom>
          <a:noFill/>
          <a:ln/>
        </p:spPr>
        <p:txBody>
          <a:bodyPr wrap="square" lIns="0" tIns="0" rIns="0" bIns="0" rtlCol="0" anchor="ctr"/>
          <a:lstStyle/>
          <a:p>
            <a:pPr marL="0" indent="0">
              <a:buNone/>
            </a:pPr>
            <a:r>
              <a:rPr lang="en-US" sz="36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更是</a:t>
            </a:r>
            <a:r>
              <a:rPr lang="en-US" sz="3600" b="1" spc="300" dirty="0" err="1">
                <a:solidFill>
                  <a:srgbClr val="1B4D2E"/>
                </a:solidFill>
                <a:latin typeface="Source Han Serif CN SemiBold" panose="02020400000000000000" pitchFamily="18" charset="-128"/>
                <a:ea typeface="Source Han Serif CN SemiBold" panose="02020400000000000000" pitchFamily="18" charset="-128"/>
                <a:cs typeface="Songti SC" pitchFamily="34" charset="-120"/>
              </a:rPr>
              <a:t>想象力</a:t>
            </a:r>
            <a:r>
              <a:rPr lang="en-US" sz="3600" b="1" spc="300"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的同谋</a:t>
            </a:r>
            <a:r>
              <a:rPr lang="en-US" sz="3600" b="1" spc="300"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t>
            </a:r>
            <a:endParaRPr lang="en-US" sz="3600" b="1" spc="300" dirty="0">
              <a:latin typeface="Source Han Serif CN SemiBold" panose="02020400000000000000" pitchFamily="18" charset="-128"/>
              <a:ea typeface="Source Han Serif CN SemiBold" panose="02020400000000000000" pitchFamily="18" charset="-128"/>
            </a:endParaRPr>
          </a:p>
        </p:txBody>
      </p:sp>
      <p:sp>
        <p:nvSpPr>
          <p:cNvPr id="16" name="Shape 13"/>
          <p:cNvSpPr/>
          <p:nvPr/>
        </p:nvSpPr>
        <p:spPr>
          <a:xfrm>
            <a:off x="6339842" y="5074920"/>
            <a:ext cx="5273037" cy="0"/>
          </a:xfrm>
          <a:prstGeom prst="line">
            <a:avLst/>
          </a:prstGeom>
          <a:noFill/>
          <a:ln w="6350">
            <a:solidFill>
              <a:srgbClr val="1C1C1C"/>
            </a:solidFill>
            <a:prstDash val="solid"/>
          </a:ln>
        </p:spPr>
        <p:txBody>
          <a:bodyPr/>
          <a:lstStyle/>
          <a:p>
            <a:endParaRPr lang="zh-CN" altLang="en-US"/>
          </a:p>
        </p:txBody>
      </p:sp>
      <p:sp>
        <p:nvSpPr>
          <p:cNvPr id="17" name="Text 14"/>
          <p:cNvSpPr/>
          <p:nvPr/>
        </p:nvSpPr>
        <p:spPr>
          <a:xfrm>
            <a:off x="6339842" y="5212080"/>
            <a:ext cx="5273037" cy="960118"/>
          </a:xfrm>
          <a:prstGeom prst="rect">
            <a:avLst/>
          </a:prstGeom>
          <a:noFill/>
          <a:ln/>
        </p:spPr>
        <p:txBody>
          <a:bodyPr wrap="square" lIns="0" tIns="0" rIns="0" bIns="0" rtlCol="0" anchor="ctr"/>
          <a:lstStyle/>
          <a:p>
            <a:pPr>
              <a:lnSpc>
                <a:spcPct val="150000"/>
              </a:lnSpc>
            </a:pPr>
            <a:r>
              <a:rPr lang="en-US" sz="1000" dirty="0">
                <a:solidFill>
                  <a:srgbClr val="1C1C1C"/>
                </a:solidFill>
                <a:latin typeface="Source Han Serif CN" panose="02020400000000000000" pitchFamily="18" charset="-128"/>
                <a:ea typeface="Source Han Serif CN" panose="02020400000000000000" pitchFamily="18" charset="-128"/>
                <a:cs typeface="STSong" pitchFamily="34" charset="-120"/>
              </a:rPr>
              <a:t>从 GPT-3 到 GPT-4，从 DALL·E 到 </a:t>
            </a:r>
            <a:r>
              <a:rPr lang="en-US" sz="1000" dirty="0" err="1">
                <a:solidFill>
                  <a:srgbClr val="1C1C1C"/>
                </a:solidFill>
                <a:latin typeface="Source Han Serif CN" panose="02020400000000000000" pitchFamily="18" charset="-128"/>
                <a:ea typeface="Source Han Serif CN" panose="02020400000000000000" pitchFamily="18" charset="-128"/>
                <a:cs typeface="STSong" pitchFamily="34" charset="-120"/>
              </a:rPr>
              <a:t>Sora，生成式模型做到了从前</a:t>
            </a:r>
            <a:r>
              <a:rPr lang="en-US" sz="1000" dirty="0">
                <a:solidFill>
                  <a:srgbClr val="1C1C1C"/>
                </a:solidFill>
                <a:latin typeface="Source Han Serif CN" panose="02020400000000000000" pitchFamily="18" charset="-128"/>
                <a:ea typeface="Source Han Serif CN" panose="02020400000000000000" pitchFamily="18" charset="-128"/>
                <a:cs typeface="STSong" pitchFamily="34" charset="-120"/>
              </a:rPr>
              <a:t> AI 从未做到的事——</a:t>
            </a:r>
            <a:r>
              <a:rPr lang="en-US" sz="1000" dirty="0" err="1">
                <a:solidFill>
                  <a:srgbClr val="1C1C1C"/>
                </a:solidFill>
                <a:latin typeface="Source Han Serif CN" panose="02020400000000000000" pitchFamily="18" charset="-128"/>
                <a:ea typeface="Source Han Serif CN" panose="02020400000000000000" pitchFamily="18" charset="-128"/>
                <a:cs typeface="STSong" pitchFamily="34" charset="-120"/>
              </a:rPr>
              <a:t>它们「创造</a:t>
            </a:r>
            <a:r>
              <a:rPr lang="en-US" sz="1000" dirty="0">
                <a:solidFill>
                  <a:srgbClr val="1C1C1C"/>
                </a:solidFill>
                <a:latin typeface="Source Han Serif CN" panose="02020400000000000000" pitchFamily="18" charset="-128"/>
                <a:ea typeface="Source Han Serif CN" panose="02020400000000000000" pitchFamily="18" charset="-128"/>
                <a:cs typeface="STSong" pitchFamily="34" charset="-120"/>
              </a:rPr>
              <a:t>」。</a:t>
            </a:r>
            <a:r>
              <a:rPr lang="en-US" sz="1000" dirty="0" err="1">
                <a:solidFill>
                  <a:srgbClr val="1C1C1C"/>
                </a:solidFill>
                <a:latin typeface="Source Han Serif CN" panose="02020400000000000000" pitchFamily="18" charset="-128"/>
                <a:ea typeface="Source Han Serif CN" panose="02020400000000000000" pitchFamily="18" charset="-128"/>
                <a:cs typeface="STSong" pitchFamily="34" charset="-120"/>
              </a:rPr>
              <a:t>它们写十四行诗，绘油画，谱曲。</a:t>
            </a:r>
            <a:r>
              <a:rPr lang="en-US" altLang="zh-CN" sz="1000" dirty="0" err="1">
                <a:solidFill>
                  <a:srgbClr val="1C1C1C"/>
                </a:solidFill>
                <a:latin typeface="Source Han Serif CN" panose="02020400000000000000" pitchFamily="18" charset="-128"/>
                <a:ea typeface="Source Han Serif CN" panose="02020400000000000000" pitchFamily="18" charset="-128"/>
                <a:cs typeface="STSong" pitchFamily="34" charset="-120"/>
              </a:rPr>
              <a:t>从</a:t>
            </a:r>
            <a:r>
              <a:rPr lang="en-US" altLang="zh-CN" sz="1000" dirty="0">
                <a:solidFill>
                  <a:srgbClr val="1C1C1C"/>
                </a:solidFill>
                <a:latin typeface="Source Han Serif CN" panose="02020400000000000000" pitchFamily="18" charset="-128"/>
                <a:ea typeface="Source Han Serif CN" panose="02020400000000000000" pitchFamily="18" charset="-128"/>
                <a:cs typeface="STSong" pitchFamily="34" charset="-120"/>
              </a:rPr>
              <a:t> GPT-3 </a:t>
            </a:r>
            <a:r>
              <a:rPr lang="en-US" altLang="zh-CN" sz="1000" dirty="0" err="1">
                <a:solidFill>
                  <a:srgbClr val="1C1C1C"/>
                </a:solidFill>
                <a:latin typeface="Source Han Serif CN" panose="02020400000000000000" pitchFamily="18" charset="-128"/>
                <a:ea typeface="Source Han Serif CN" panose="02020400000000000000" pitchFamily="18" charset="-128"/>
                <a:cs typeface="STSong" pitchFamily="34" charset="-120"/>
              </a:rPr>
              <a:t>到</a:t>
            </a:r>
            <a:r>
              <a:rPr lang="en-US" altLang="zh-CN" sz="1000" dirty="0">
                <a:solidFill>
                  <a:srgbClr val="1C1C1C"/>
                </a:solidFill>
                <a:latin typeface="Source Han Serif CN" panose="02020400000000000000" pitchFamily="18" charset="-128"/>
                <a:ea typeface="Source Han Serif CN" panose="02020400000000000000" pitchFamily="18" charset="-128"/>
                <a:cs typeface="STSong" pitchFamily="34" charset="-120"/>
              </a:rPr>
              <a:t> GPT-4，从 DALL·E </a:t>
            </a:r>
            <a:r>
              <a:rPr lang="en-US" altLang="zh-CN" sz="1000" dirty="0" err="1">
                <a:solidFill>
                  <a:srgbClr val="1C1C1C"/>
                </a:solidFill>
                <a:latin typeface="Source Han Serif CN" panose="02020400000000000000" pitchFamily="18" charset="-128"/>
                <a:ea typeface="Source Han Serif CN" panose="02020400000000000000" pitchFamily="18" charset="-128"/>
                <a:cs typeface="STSong" pitchFamily="34" charset="-120"/>
              </a:rPr>
              <a:t>到</a:t>
            </a:r>
            <a:r>
              <a:rPr lang="en-US" altLang="zh-CN" sz="1000" dirty="0">
                <a:solidFill>
                  <a:srgbClr val="1C1C1C"/>
                </a:solidFill>
                <a:latin typeface="Source Han Serif CN" panose="02020400000000000000" pitchFamily="18" charset="-128"/>
                <a:ea typeface="Source Han Serif CN" panose="02020400000000000000" pitchFamily="18" charset="-128"/>
                <a:cs typeface="STSong" pitchFamily="34" charset="-120"/>
              </a:rPr>
              <a:t> </a:t>
            </a:r>
            <a:r>
              <a:rPr lang="en-US" altLang="zh-CN" sz="1000" dirty="0" err="1">
                <a:solidFill>
                  <a:srgbClr val="1C1C1C"/>
                </a:solidFill>
                <a:latin typeface="Source Han Serif CN" panose="02020400000000000000" pitchFamily="18" charset="-128"/>
                <a:ea typeface="Source Han Serif CN" panose="02020400000000000000" pitchFamily="18" charset="-128"/>
                <a:cs typeface="STSong" pitchFamily="34" charset="-120"/>
              </a:rPr>
              <a:t>Sora，生成式模型做到了从前</a:t>
            </a:r>
            <a:r>
              <a:rPr lang="en-US" altLang="zh-CN" sz="1000" dirty="0">
                <a:solidFill>
                  <a:srgbClr val="1C1C1C"/>
                </a:solidFill>
                <a:latin typeface="Source Han Serif CN" panose="02020400000000000000" pitchFamily="18" charset="-128"/>
                <a:ea typeface="Source Han Serif CN" panose="02020400000000000000" pitchFamily="18" charset="-128"/>
                <a:cs typeface="STSong" pitchFamily="34" charset="-120"/>
              </a:rPr>
              <a:t> AI </a:t>
            </a:r>
            <a:r>
              <a:rPr lang="en-US" altLang="zh-CN" sz="1000" dirty="0" err="1">
                <a:solidFill>
                  <a:srgbClr val="1C1C1C"/>
                </a:solidFill>
                <a:latin typeface="Source Han Serif CN" panose="02020400000000000000" pitchFamily="18" charset="-128"/>
                <a:ea typeface="Source Han Serif CN" panose="02020400000000000000" pitchFamily="18" charset="-128"/>
                <a:cs typeface="STSong" pitchFamily="34" charset="-120"/>
              </a:rPr>
              <a:t>从未做到的事</a:t>
            </a:r>
            <a:r>
              <a:rPr lang="en-US" altLang="zh-CN" sz="1000" dirty="0">
                <a:solidFill>
                  <a:srgbClr val="1C1C1C"/>
                </a:solidFill>
                <a:latin typeface="Source Han Serif CN" panose="02020400000000000000" pitchFamily="18" charset="-128"/>
                <a:ea typeface="Source Han Serif CN" panose="02020400000000000000" pitchFamily="18" charset="-128"/>
                <a:cs typeface="STSong" pitchFamily="34" charset="-120"/>
              </a:rPr>
              <a:t>——</a:t>
            </a:r>
            <a:r>
              <a:rPr lang="en-US" altLang="zh-CN" sz="1000" dirty="0" err="1">
                <a:solidFill>
                  <a:srgbClr val="1C1C1C"/>
                </a:solidFill>
                <a:latin typeface="Source Han Serif CN" panose="02020400000000000000" pitchFamily="18" charset="-128"/>
                <a:ea typeface="Source Han Serif CN" panose="02020400000000000000" pitchFamily="18" charset="-128"/>
                <a:cs typeface="STSong" pitchFamily="34" charset="-120"/>
              </a:rPr>
              <a:t>它们「创造</a:t>
            </a:r>
            <a:r>
              <a:rPr lang="en-US" altLang="zh-CN" sz="1000" dirty="0">
                <a:solidFill>
                  <a:srgbClr val="1C1C1C"/>
                </a:solidFill>
                <a:latin typeface="Source Han Serif CN" panose="02020400000000000000" pitchFamily="18" charset="-128"/>
                <a:ea typeface="Source Han Serif CN" panose="02020400000000000000" pitchFamily="18" charset="-128"/>
                <a:cs typeface="STSong" pitchFamily="34" charset="-120"/>
              </a:rPr>
              <a:t>」。</a:t>
            </a:r>
            <a:r>
              <a:rPr lang="en-US" altLang="zh-CN" sz="1000" dirty="0" err="1">
                <a:solidFill>
                  <a:srgbClr val="1C1C1C"/>
                </a:solidFill>
                <a:latin typeface="Source Han Serif CN" panose="02020400000000000000" pitchFamily="18" charset="-128"/>
                <a:ea typeface="Source Han Serif CN" panose="02020400000000000000" pitchFamily="18" charset="-128"/>
                <a:cs typeface="STSong" pitchFamily="34" charset="-120"/>
              </a:rPr>
              <a:t>它们写十四行诗，绘油画，谱曲</a:t>
            </a:r>
            <a:r>
              <a:rPr lang="en-US" altLang="zh-CN" sz="1000" dirty="0">
                <a:solidFill>
                  <a:srgbClr val="1C1C1C"/>
                </a:solidFill>
                <a:latin typeface="Source Han Serif CN" panose="02020400000000000000" pitchFamily="18" charset="-128"/>
                <a:ea typeface="Source Han Serif CN" panose="02020400000000000000" pitchFamily="18" charset="-128"/>
                <a:cs typeface="STSong" pitchFamily="34" charset="-120"/>
              </a:rPr>
              <a:t>。「</a:t>
            </a:r>
            <a:r>
              <a:rPr lang="en-US" altLang="zh-CN" sz="1000" dirty="0" err="1">
                <a:solidFill>
                  <a:srgbClr val="1C1C1C"/>
                </a:solidFill>
                <a:latin typeface="Source Han Serif CN" panose="02020400000000000000" pitchFamily="18" charset="-128"/>
                <a:ea typeface="Source Han Serif CN" panose="02020400000000000000" pitchFamily="18" charset="-128"/>
                <a:cs typeface="STSong" pitchFamily="34" charset="-120"/>
              </a:rPr>
              <a:t>作者」与「授权」之间的界线，自此薄如蝉翼</a:t>
            </a:r>
            <a:r>
              <a:rPr lang="en-US" sz="1000" dirty="0">
                <a:solidFill>
                  <a:srgbClr val="1C1C1C"/>
                </a:solidFill>
                <a:latin typeface="Source Han Serif CN" panose="02020400000000000000" pitchFamily="18" charset="-128"/>
                <a:ea typeface="Source Han Serif CN" panose="02020400000000000000" pitchFamily="18" charset="-128"/>
                <a:cs typeface="STSong" pitchFamily="34" charset="-120"/>
              </a:rPr>
              <a:t>。</a:t>
            </a:r>
            <a:endParaRPr lang="en-US" sz="1000" dirty="0">
              <a:latin typeface="Source Han Serif CN" panose="02020400000000000000" pitchFamily="18" charset="-128"/>
              <a:ea typeface="Source Han Serif CN" panose="02020400000000000000" pitchFamily="18" charset="-128"/>
            </a:endParaRPr>
          </a:p>
        </p:txBody>
      </p:sp>
      <p:sp>
        <p:nvSpPr>
          <p:cNvPr id="18" name="Shape 15"/>
          <p:cNvSpPr/>
          <p:nvPr/>
        </p:nvSpPr>
        <p:spPr>
          <a:xfrm>
            <a:off x="548640" y="6446520"/>
            <a:ext cx="11064240" cy="0"/>
          </a:xfrm>
          <a:prstGeom prst="line">
            <a:avLst/>
          </a:prstGeom>
          <a:noFill/>
          <a:ln w="6350">
            <a:solidFill>
              <a:srgbClr val="1C1C1C"/>
            </a:solidFill>
            <a:prstDash val="solid"/>
          </a:ln>
        </p:spPr>
        <p:txBody>
          <a:bodyPr/>
          <a:lstStyle/>
          <a:p>
            <a:endParaRPr lang="zh-CN" altLang="en-US"/>
          </a:p>
        </p:txBody>
      </p:sp>
      <p:sp>
        <p:nvSpPr>
          <p:cNvPr id="20" name="Text 17"/>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6B7B6A"/>
                </a:solidFill>
                <a:latin typeface="PingFang SC" pitchFamily="34" charset="0"/>
                <a:ea typeface="PingFang SC" pitchFamily="34" charset="-122"/>
                <a:cs typeface="PingFang SC" pitchFamily="34" charset="-120"/>
              </a:rPr>
              <a:t>012</a:t>
            </a:r>
            <a:endParaRPr lang="en-US" sz="800" dirty="0"/>
          </a:p>
        </p:txBody>
      </p:sp>
      <p:sp>
        <p:nvSpPr>
          <p:cNvPr id="21" name="Shape 0">
            <a:extLst>
              <a:ext uri="{FF2B5EF4-FFF2-40B4-BE49-F238E27FC236}">
                <a16:creationId xmlns:a16="http://schemas.microsoft.com/office/drawing/2014/main" id="{9921E429-11D6-6555-FFB1-251A0C18B79F}"/>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22" name="Text 1">
            <a:extLst>
              <a:ext uri="{FF2B5EF4-FFF2-40B4-BE49-F238E27FC236}">
                <a16:creationId xmlns:a16="http://schemas.microsoft.com/office/drawing/2014/main" id="{42A3C481-D658-F710-F9D8-2BC8DB8A04C1}"/>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23" name="Text 2">
            <a:extLst>
              <a:ext uri="{FF2B5EF4-FFF2-40B4-BE49-F238E27FC236}">
                <a16:creationId xmlns:a16="http://schemas.microsoft.com/office/drawing/2014/main" id="{9DAE65AE-129B-18B0-F4FF-4B615F6334C9}"/>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24" name="Text 2">
            <a:extLst>
              <a:ext uri="{FF2B5EF4-FFF2-40B4-BE49-F238E27FC236}">
                <a16:creationId xmlns:a16="http://schemas.microsoft.com/office/drawing/2014/main" id="{1053D9C7-BAFB-09C7-05AD-8012D004C78E}"/>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生成纪元 </a:t>
            </a:r>
            <a:r>
              <a:rPr lang="en-US" sz="1000" kern="0" spc="400" dirty="0">
                <a:solidFill>
                  <a:srgbClr val="1C1C1C"/>
                </a:solidFill>
                <a:latin typeface="MiSans" pitchFamily="2" charset="-122"/>
                <a:ea typeface="MiSans" pitchFamily="2" charset="-122"/>
              </a:rPr>
              <a:t>—</a:t>
            </a:r>
          </a:p>
        </p:txBody>
      </p:sp>
      <p:sp>
        <p:nvSpPr>
          <p:cNvPr id="25" name="Text 44">
            <a:extLst>
              <a:ext uri="{FF2B5EF4-FFF2-40B4-BE49-F238E27FC236}">
                <a16:creationId xmlns:a16="http://schemas.microsoft.com/office/drawing/2014/main" id="{5AED3511-4D5D-A02B-1997-112D32669223}"/>
              </a:ext>
            </a:extLst>
          </p:cNvPr>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err="1">
                <a:solidFill>
                  <a:srgbClr val="6B7B6A"/>
                </a:solidFill>
                <a:latin typeface="MiSans Light" pitchFamily="2" charset="-122"/>
                <a:ea typeface="MiSans Light" pitchFamily="2" charset="-122"/>
              </a:rPr>
              <a:t>生成纪元</a:t>
            </a:r>
            <a:endParaRPr lang="en-US" sz="800" dirty="0">
              <a:latin typeface="MiSans Light" pitchFamily="2" charset="-122"/>
              <a:ea typeface="MiSans Light"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E8EDE4"/>
        </a:solidFill>
        <a:effectLst/>
      </p:bgPr>
    </p:bg>
    <p:spTree>
      <p:nvGrpSpPr>
        <p:cNvPr id="1" name=""/>
        <p:cNvGrpSpPr/>
        <p:nvPr/>
      </p:nvGrpSpPr>
      <p:grpSpPr>
        <a:xfrm>
          <a:off x="0" y="0"/>
          <a:ext cx="0" cy="0"/>
          <a:chOff x="0" y="0"/>
          <a:chExt cx="0" cy="0"/>
        </a:xfrm>
      </p:grpSpPr>
      <p:sp>
        <p:nvSpPr>
          <p:cNvPr id="6" name="Text 4"/>
          <p:cNvSpPr/>
          <p:nvPr/>
        </p:nvSpPr>
        <p:spPr>
          <a:xfrm>
            <a:off x="548639" y="868680"/>
            <a:ext cx="1580587" cy="914400"/>
          </a:xfrm>
          <a:prstGeom prst="rect">
            <a:avLst/>
          </a:prstGeom>
          <a:noFill/>
          <a:ln/>
        </p:spPr>
        <p:txBody>
          <a:bodyPr wrap="square" lIns="0" tIns="0" rIns="0" bIns="0" rtlCol="0" anchor="ctr"/>
          <a:lstStyle/>
          <a:p>
            <a:pPr marL="0" indent="0">
              <a:buNone/>
            </a:pPr>
            <a:r>
              <a:rPr lang="en-US" sz="5400" b="1" dirty="0">
                <a:solidFill>
                  <a:srgbClr val="2D5A3D"/>
                </a:solidFill>
                <a:latin typeface="Source Han Serif CN SemiBold" panose="02020400000000000000" pitchFamily="18" charset="-128"/>
                <a:ea typeface="Source Han Serif CN SemiBold" panose="02020400000000000000" pitchFamily="18" charset="-128"/>
                <a:cs typeface="Playfair Display" pitchFamily="34" charset="-120"/>
              </a:rPr>
              <a:t>VII.</a:t>
            </a:r>
            <a:endParaRPr lang="en-US" sz="7200" b="1" dirty="0">
              <a:latin typeface="Source Han Serif CN SemiBold" panose="02020400000000000000" pitchFamily="18" charset="-128"/>
              <a:ea typeface="Source Han Serif CN SemiBold" panose="02020400000000000000" pitchFamily="18" charset="-128"/>
            </a:endParaRPr>
          </a:p>
        </p:txBody>
      </p:sp>
      <p:sp>
        <p:nvSpPr>
          <p:cNvPr id="7" name="Text 5"/>
          <p:cNvSpPr/>
          <p:nvPr/>
        </p:nvSpPr>
        <p:spPr>
          <a:xfrm>
            <a:off x="2129227" y="1097279"/>
            <a:ext cx="3378591" cy="640080"/>
          </a:xfrm>
          <a:prstGeom prst="rect">
            <a:avLst/>
          </a:prstGeom>
          <a:noFill/>
          <a:ln/>
        </p:spPr>
        <p:txBody>
          <a:bodyPr wrap="square" lIns="0" tIns="0" rIns="0" bIns="0" rtlCol="0" anchor="ctr"/>
          <a:lstStyle/>
          <a:p>
            <a:pPr marL="0" indent="0">
              <a:buNone/>
            </a:pPr>
            <a:r>
              <a:rPr lang="en-US" sz="2800" b="1" kern="0" spc="400" dirty="0" err="1">
                <a:solidFill>
                  <a:srgbClr val="6B7B6A"/>
                </a:solidFill>
                <a:latin typeface="Source Han Serif CN SemiBold" panose="02020400000000000000" pitchFamily="18" charset="-128"/>
                <a:ea typeface="Source Han Serif CN SemiBold" panose="02020400000000000000" pitchFamily="18" charset="-128"/>
                <a:cs typeface="PingFang SC" pitchFamily="34" charset="-120"/>
              </a:rPr>
              <a:t>回响与未来</a:t>
            </a:r>
            <a:r>
              <a:rPr lang="en-US" sz="2800" b="1" kern="0" spc="400" dirty="0">
                <a:solidFill>
                  <a:srgbClr val="6B7B6A"/>
                </a:solidFill>
                <a:latin typeface="Source Han Serif CN SemiBold" panose="02020400000000000000" pitchFamily="18" charset="-128"/>
                <a:ea typeface="Source Han Serif CN SemiBold" panose="02020400000000000000" pitchFamily="18" charset="-128"/>
                <a:cs typeface="PingFang SC" pitchFamily="34" charset="-120"/>
              </a:rPr>
              <a:t>。</a:t>
            </a:r>
            <a:endParaRPr lang="en-US" sz="2800" b="1" dirty="0">
              <a:latin typeface="Source Han Serif CN SemiBold" panose="02020400000000000000" pitchFamily="18" charset="-128"/>
              <a:ea typeface="Source Han Serif CN SemiBold" panose="02020400000000000000" pitchFamily="18" charset="-128"/>
            </a:endParaRPr>
          </a:p>
        </p:txBody>
      </p:sp>
      <p:sp>
        <p:nvSpPr>
          <p:cNvPr id="8" name="Shape 6"/>
          <p:cNvSpPr/>
          <p:nvPr/>
        </p:nvSpPr>
        <p:spPr>
          <a:xfrm>
            <a:off x="548640" y="2103120"/>
            <a:ext cx="11064240" cy="0"/>
          </a:xfrm>
          <a:prstGeom prst="line">
            <a:avLst/>
          </a:prstGeom>
          <a:noFill/>
          <a:ln w="3175">
            <a:solidFill>
              <a:srgbClr val="1C1C1C"/>
            </a:solidFill>
            <a:prstDash val="solid"/>
          </a:ln>
        </p:spPr>
        <p:txBody>
          <a:bodyPr/>
          <a:lstStyle/>
          <a:p>
            <a:endParaRPr lang="zh-CN" altLang="en-US"/>
          </a:p>
        </p:txBody>
      </p:sp>
      <p:sp>
        <p:nvSpPr>
          <p:cNvPr id="9" name="Text 7"/>
          <p:cNvSpPr/>
          <p:nvPr/>
        </p:nvSpPr>
        <p:spPr>
          <a:xfrm>
            <a:off x="548640" y="2560319"/>
            <a:ext cx="11064240" cy="2083019"/>
          </a:xfrm>
          <a:prstGeom prst="rect">
            <a:avLst/>
          </a:prstGeom>
          <a:noFill/>
          <a:ln/>
        </p:spPr>
        <p:txBody>
          <a:bodyPr wrap="square" lIns="0" tIns="0" rIns="0" bIns="0" rtlCol="0" anchor="t"/>
          <a:lstStyle/>
          <a:p>
            <a:pPr marL="0" indent="0" algn="ctr">
              <a:lnSpc>
                <a:spcPts val="7220"/>
              </a:lnSpc>
              <a:buNone/>
            </a:pPr>
            <a:r>
              <a:rPr lang="en-US" sz="5400" b="1" dirty="0">
                <a:solidFill>
                  <a:srgbClr val="1C1C1C"/>
                </a:solidFill>
                <a:latin typeface="Source Han Serif CN" panose="02020400000000000000" pitchFamily="18" charset="-128"/>
                <a:ea typeface="Source Han Serif CN" panose="02020400000000000000" pitchFamily="18" charset="-128"/>
                <a:cs typeface="Songti SC" pitchFamily="34" charset="-120"/>
              </a:rPr>
              <a:t>“</a:t>
            </a:r>
            <a:r>
              <a:rPr lang="en-US" sz="5400" b="1" dirty="0" err="1">
                <a:solidFill>
                  <a:srgbClr val="1C1C1C"/>
                </a:solidFill>
                <a:latin typeface="Source Han Serif CN" panose="02020400000000000000" pitchFamily="18" charset="-128"/>
                <a:ea typeface="Source Han Serif CN" panose="02020400000000000000" pitchFamily="18" charset="-128"/>
                <a:cs typeface="Songti SC" pitchFamily="34" charset="-120"/>
              </a:rPr>
              <a:t>我们所造的</a:t>
            </a:r>
            <a:r>
              <a:rPr lang="en-US" sz="5400" b="1" dirty="0">
                <a:solidFill>
                  <a:srgbClr val="1C1C1C"/>
                </a:solidFill>
                <a:latin typeface="Source Han Serif CN" panose="02020400000000000000" pitchFamily="18" charset="-128"/>
                <a:ea typeface="Source Han Serif CN" panose="02020400000000000000" pitchFamily="18" charset="-128"/>
                <a:cs typeface="Songti SC" pitchFamily="34" charset="-120"/>
              </a:rPr>
              <a:t>，</a:t>
            </a:r>
          </a:p>
          <a:p>
            <a:pPr algn="ctr">
              <a:lnSpc>
                <a:spcPts val="7220"/>
              </a:lnSpc>
            </a:pPr>
            <a:r>
              <a:rPr lang="en-US" altLang="zh-CN" sz="5400" b="1" dirty="0" err="1">
                <a:solidFill>
                  <a:srgbClr val="1C1C1C"/>
                </a:solidFill>
                <a:latin typeface="Source Han Serif CN" panose="02020400000000000000" pitchFamily="18" charset="-128"/>
                <a:ea typeface="Source Han Serif CN" panose="02020400000000000000" pitchFamily="18" charset="-128"/>
                <a:cs typeface="Songti SC" pitchFamily="34" charset="-120"/>
              </a:rPr>
              <a:t>不是工具，而</a:t>
            </a:r>
            <a:r>
              <a:rPr lang="en-US" altLang="zh-CN" sz="5400" b="1" dirty="0" err="1">
                <a:solidFill>
                  <a:srgbClr val="1B4D2E"/>
                </a:solidFill>
                <a:latin typeface="Source Han Serif CN" panose="02020400000000000000" pitchFamily="18" charset="-128"/>
                <a:ea typeface="Source Han Serif CN" panose="02020400000000000000" pitchFamily="18" charset="-128"/>
                <a:cs typeface="Songti SC" pitchFamily="34" charset="-120"/>
              </a:rPr>
              <a:t>是一面镜子</a:t>
            </a:r>
            <a:r>
              <a:rPr lang="en-US" altLang="zh-CN" sz="5400" b="1" dirty="0">
                <a:solidFill>
                  <a:srgbClr val="1C1C1C"/>
                </a:solidFill>
                <a:latin typeface="Source Han Serif CN" panose="02020400000000000000" pitchFamily="18" charset="-128"/>
                <a:ea typeface="Source Han Serif CN" panose="02020400000000000000" pitchFamily="18" charset="-128"/>
                <a:cs typeface="Songti SC" pitchFamily="34" charset="-120"/>
              </a:rPr>
              <a:t>”</a:t>
            </a:r>
            <a:endParaRPr lang="en-US" altLang="zh-CN" sz="5400" b="1" dirty="0">
              <a:latin typeface="Source Han Serif CN" panose="02020400000000000000" pitchFamily="18" charset="-128"/>
              <a:ea typeface="Source Han Serif CN" panose="02020400000000000000" pitchFamily="18" charset="-128"/>
            </a:endParaRPr>
          </a:p>
        </p:txBody>
      </p:sp>
      <p:sp>
        <p:nvSpPr>
          <p:cNvPr id="12" name="Text 10"/>
          <p:cNvSpPr/>
          <p:nvPr/>
        </p:nvSpPr>
        <p:spPr>
          <a:xfrm>
            <a:off x="516467" y="5349240"/>
            <a:ext cx="3566160" cy="274320"/>
          </a:xfrm>
          <a:prstGeom prst="rect">
            <a:avLst/>
          </a:prstGeom>
          <a:noFill/>
          <a:ln/>
        </p:spPr>
        <p:txBody>
          <a:bodyPr wrap="square" lIns="0" tIns="0" rIns="0" bIns="0" rtlCol="0" anchor="ctr"/>
          <a:lstStyle/>
          <a:p>
            <a:pPr marL="0" indent="0" algn="ctr">
              <a:buNone/>
            </a:pPr>
            <a:r>
              <a:rPr lang="en-US" sz="1100" kern="0" spc="600" dirty="0">
                <a:solidFill>
                  <a:srgbClr val="2D5A3D"/>
                </a:solidFill>
                <a:latin typeface="MiSans Medium" pitchFamily="2" charset="-122"/>
                <a:ea typeface="MiSans Medium" pitchFamily="2" charset="-122"/>
                <a:cs typeface="PingFang SC" pitchFamily="34" charset="-120"/>
              </a:rPr>
              <a:t> </a:t>
            </a:r>
            <a:r>
              <a:rPr lang="en-US" sz="1100" kern="0" spc="600" dirty="0" err="1">
                <a:solidFill>
                  <a:srgbClr val="2D5A3D"/>
                </a:solidFill>
                <a:latin typeface="MiSans Medium" pitchFamily="2" charset="-122"/>
                <a:ea typeface="MiSans Medium" pitchFamily="2" charset="-122"/>
                <a:cs typeface="PingFang SC" pitchFamily="34" charset="-120"/>
              </a:rPr>
              <a:t>伦</a:t>
            </a:r>
            <a:r>
              <a:rPr lang="zh-CN" altLang="en-US" sz="1100" kern="0" spc="600" dirty="0">
                <a:solidFill>
                  <a:srgbClr val="2D5A3D"/>
                </a:solidFill>
                <a:latin typeface="MiSans Medium" pitchFamily="2" charset="-122"/>
                <a:ea typeface="MiSans Medium" pitchFamily="2" charset="-122"/>
                <a:cs typeface="PingFang SC" pitchFamily="34" charset="-120"/>
              </a:rPr>
              <a:t> </a:t>
            </a:r>
            <a:r>
              <a:rPr lang="en-US" sz="1100" kern="0" spc="600" dirty="0">
                <a:solidFill>
                  <a:srgbClr val="2D5A3D"/>
                </a:solidFill>
                <a:latin typeface="MiSans Medium" pitchFamily="2" charset="-122"/>
                <a:ea typeface="MiSans Medium" pitchFamily="2" charset="-122"/>
                <a:cs typeface="PingFang SC" pitchFamily="34" charset="-120"/>
              </a:rPr>
              <a:t>    </a:t>
            </a:r>
            <a:r>
              <a:rPr lang="en-US" sz="1100" kern="0" spc="600" dirty="0" err="1">
                <a:solidFill>
                  <a:srgbClr val="2D5A3D"/>
                </a:solidFill>
                <a:latin typeface="MiSans Medium" pitchFamily="2" charset="-122"/>
                <a:ea typeface="MiSans Medium" pitchFamily="2" charset="-122"/>
                <a:cs typeface="PingFang SC" pitchFamily="34" charset="-120"/>
              </a:rPr>
              <a:t>理</a:t>
            </a:r>
            <a:endParaRPr lang="en-US" sz="1100" dirty="0">
              <a:latin typeface="MiSans Medium" pitchFamily="2" charset="-122"/>
              <a:ea typeface="MiSans Medium" pitchFamily="2" charset="-122"/>
            </a:endParaRPr>
          </a:p>
        </p:txBody>
      </p:sp>
      <p:sp>
        <p:nvSpPr>
          <p:cNvPr id="13" name="Text 11"/>
          <p:cNvSpPr/>
          <p:nvPr/>
        </p:nvSpPr>
        <p:spPr>
          <a:xfrm>
            <a:off x="548640" y="5623560"/>
            <a:ext cx="3566160" cy="365760"/>
          </a:xfrm>
          <a:prstGeom prst="rect">
            <a:avLst/>
          </a:prstGeom>
          <a:noFill/>
          <a:ln/>
        </p:spPr>
        <p:txBody>
          <a:bodyPr wrap="square" lIns="0" tIns="0" rIns="0" bIns="0" rtlCol="0" anchor="ctr"/>
          <a:lstStyle/>
          <a:p>
            <a:pPr marL="0" indent="0" algn="ctr">
              <a:buNone/>
            </a:pPr>
            <a:r>
              <a:rPr lang="en-US" sz="22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论 偏 见</a:t>
            </a:r>
            <a:endParaRPr lang="en-US" sz="2200" b="1" dirty="0">
              <a:latin typeface="Source Han Serif CN SemiBold" panose="02020400000000000000" pitchFamily="18" charset="-128"/>
              <a:ea typeface="Source Han Serif CN SemiBold" panose="02020400000000000000" pitchFamily="18" charset="-128"/>
            </a:endParaRPr>
          </a:p>
        </p:txBody>
      </p:sp>
      <p:sp>
        <p:nvSpPr>
          <p:cNvPr id="14" name="Text 12"/>
          <p:cNvSpPr/>
          <p:nvPr/>
        </p:nvSpPr>
        <p:spPr>
          <a:xfrm>
            <a:off x="548640" y="6035040"/>
            <a:ext cx="3566160" cy="365760"/>
          </a:xfrm>
          <a:prstGeom prst="rect">
            <a:avLst/>
          </a:prstGeom>
          <a:noFill/>
          <a:ln/>
        </p:spPr>
        <p:txBody>
          <a:bodyPr wrap="square" lIns="0" tIns="0" rIns="0" bIns="0" rtlCol="0" anchor="ctr"/>
          <a:lstStyle/>
          <a:p>
            <a:pPr marL="0" indent="0" algn="ctr">
              <a:buNone/>
            </a:pPr>
            <a:r>
              <a:rPr lang="en-US" sz="1100" spc="300" dirty="0">
                <a:solidFill>
                  <a:srgbClr val="6B7B6A"/>
                </a:solidFill>
                <a:latin typeface="Source Han Serif CN" panose="02020400000000000000" pitchFamily="18" charset="-128"/>
                <a:ea typeface="Source Han Serif CN" panose="02020400000000000000" pitchFamily="18" charset="-128"/>
                <a:cs typeface="STSong" pitchFamily="34" charset="-120"/>
              </a:rPr>
              <a:t>是谁的声音，在训练这位神谕？</a:t>
            </a:r>
            <a:endParaRPr lang="en-US" sz="1100" spc="300" dirty="0">
              <a:latin typeface="Source Han Serif CN" panose="02020400000000000000" pitchFamily="18" charset="-128"/>
              <a:ea typeface="Source Han Serif CN" panose="02020400000000000000" pitchFamily="18" charset="-128"/>
            </a:endParaRPr>
          </a:p>
        </p:txBody>
      </p:sp>
      <p:sp>
        <p:nvSpPr>
          <p:cNvPr id="17" name="Text 15"/>
          <p:cNvSpPr/>
          <p:nvPr/>
        </p:nvSpPr>
        <p:spPr>
          <a:xfrm>
            <a:off x="4297680" y="5623560"/>
            <a:ext cx="3566160" cy="365760"/>
          </a:xfrm>
          <a:prstGeom prst="rect">
            <a:avLst/>
          </a:prstGeom>
          <a:noFill/>
          <a:ln/>
        </p:spPr>
        <p:txBody>
          <a:bodyPr wrap="square" lIns="0" tIns="0" rIns="0" bIns="0" rtlCol="0" anchor="ctr"/>
          <a:lstStyle/>
          <a:p>
            <a:pPr marL="0" indent="0" algn="ctr">
              <a:buNone/>
            </a:pPr>
            <a:r>
              <a:rPr lang="en-US" sz="22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论 工 作</a:t>
            </a:r>
            <a:endParaRPr lang="en-US" sz="2200" b="1" dirty="0">
              <a:latin typeface="Source Han Serif CN SemiBold" panose="02020400000000000000" pitchFamily="18" charset="-128"/>
              <a:ea typeface="Source Han Serif CN SemiBold" panose="02020400000000000000" pitchFamily="18" charset="-128"/>
            </a:endParaRPr>
          </a:p>
        </p:txBody>
      </p:sp>
      <p:sp>
        <p:nvSpPr>
          <p:cNvPr id="18" name="Text 16"/>
          <p:cNvSpPr/>
          <p:nvPr/>
        </p:nvSpPr>
        <p:spPr>
          <a:xfrm>
            <a:off x="4297680" y="6035040"/>
            <a:ext cx="3566160" cy="365760"/>
          </a:xfrm>
          <a:prstGeom prst="rect">
            <a:avLst/>
          </a:prstGeom>
          <a:noFill/>
          <a:ln/>
        </p:spPr>
        <p:txBody>
          <a:bodyPr wrap="square" lIns="0" tIns="0" rIns="0" bIns="0" rtlCol="0" anchor="ctr"/>
          <a:lstStyle/>
          <a:p>
            <a:pPr marL="0" indent="0" algn="ctr">
              <a:buNone/>
            </a:pPr>
            <a:r>
              <a:rPr lang="en-US" sz="1100" spc="300" dirty="0">
                <a:solidFill>
                  <a:srgbClr val="6B7B6A"/>
                </a:solidFill>
                <a:latin typeface="Source Han Serif CN" panose="02020400000000000000" pitchFamily="18" charset="-128"/>
                <a:ea typeface="Source Han Serif CN" panose="02020400000000000000" pitchFamily="18" charset="-128"/>
                <a:cs typeface="STSong" pitchFamily="34" charset="-120"/>
              </a:rPr>
              <a:t>什么，依然只属于人类？</a:t>
            </a:r>
            <a:endParaRPr lang="en-US" sz="1100" spc="300" dirty="0">
              <a:latin typeface="Source Han Serif CN" panose="02020400000000000000" pitchFamily="18" charset="-128"/>
              <a:ea typeface="Source Han Serif CN" panose="02020400000000000000" pitchFamily="18" charset="-128"/>
            </a:endParaRPr>
          </a:p>
        </p:txBody>
      </p:sp>
      <p:sp>
        <p:nvSpPr>
          <p:cNvPr id="20" name="Text 18"/>
          <p:cNvSpPr/>
          <p:nvPr/>
        </p:nvSpPr>
        <p:spPr>
          <a:xfrm>
            <a:off x="8014547" y="5349240"/>
            <a:ext cx="3566160" cy="274320"/>
          </a:xfrm>
          <a:prstGeom prst="rect">
            <a:avLst/>
          </a:prstGeom>
          <a:noFill/>
          <a:ln/>
        </p:spPr>
        <p:txBody>
          <a:bodyPr wrap="square" lIns="0" tIns="0" rIns="0" bIns="0" rtlCol="0" anchor="ctr"/>
          <a:lstStyle/>
          <a:p>
            <a:pPr marL="0" indent="0" algn="ctr">
              <a:buNone/>
            </a:pPr>
            <a:r>
              <a:rPr lang="zh-CN" altLang="en-US" sz="1100" kern="0" spc="600" dirty="0">
                <a:solidFill>
                  <a:srgbClr val="2D5A3D"/>
                </a:solidFill>
                <a:latin typeface="MiSans Medium" pitchFamily="2" charset="-122"/>
                <a:ea typeface="MiSans Medium" pitchFamily="2" charset="-122"/>
                <a:cs typeface="PingFang SC" pitchFamily="34" charset="-120"/>
              </a:rPr>
              <a:t> </a:t>
            </a:r>
            <a:r>
              <a:rPr lang="en-US" sz="1100" kern="0" spc="600" dirty="0" err="1">
                <a:solidFill>
                  <a:srgbClr val="2D5A3D"/>
                </a:solidFill>
                <a:latin typeface="MiSans Medium" pitchFamily="2" charset="-122"/>
                <a:ea typeface="MiSans Medium" pitchFamily="2" charset="-122"/>
                <a:cs typeface="PingFang SC" pitchFamily="34" charset="-120"/>
              </a:rPr>
              <a:t>意</a:t>
            </a:r>
            <a:r>
              <a:rPr lang="en-US" sz="1100" kern="0" spc="600" dirty="0">
                <a:solidFill>
                  <a:srgbClr val="2D5A3D"/>
                </a:solidFill>
                <a:latin typeface="MiSans Medium" pitchFamily="2" charset="-122"/>
                <a:ea typeface="MiSans Medium" pitchFamily="2" charset="-122"/>
                <a:cs typeface="PingFang SC" pitchFamily="34" charset="-120"/>
              </a:rPr>
              <a:t> </a:t>
            </a:r>
            <a:r>
              <a:rPr lang="zh-CN" altLang="en-US" sz="1100" kern="0" spc="600" dirty="0">
                <a:solidFill>
                  <a:srgbClr val="2D5A3D"/>
                </a:solidFill>
                <a:latin typeface="MiSans Medium" pitchFamily="2" charset="-122"/>
                <a:ea typeface="MiSans Medium" pitchFamily="2" charset="-122"/>
                <a:cs typeface="PingFang SC" pitchFamily="34" charset="-120"/>
              </a:rPr>
              <a:t>    </a:t>
            </a:r>
            <a:r>
              <a:rPr lang="en-US" sz="1100" kern="0" spc="600" dirty="0" err="1">
                <a:solidFill>
                  <a:srgbClr val="2D5A3D"/>
                </a:solidFill>
                <a:latin typeface="MiSans Medium" pitchFamily="2" charset="-122"/>
                <a:ea typeface="MiSans Medium" pitchFamily="2" charset="-122"/>
                <a:cs typeface="PingFang SC" pitchFamily="34" charset="-120"/>
              </a:rPr>
              <a:t>义</a:t>
            </a:r>
            <a:endParaRPr lang="en-US" sz="1100" dirty="0">
              <a:latin typeface="MiSans Medium" pitchFamily="2" charset="-122"/>
              <a:ea typeface="MiSans Medium" pitchFamily="2" charset="-122"/>
            </a:endParaRPr>
          </a:p>
        </p:txBody>
      </p:sp>
      <p:sp>
        <p:nvSpPr>
          <p:cNvPr id="21" name="Text 19"/>
          <p:cNvSpPr/>
          <p:nvPr/>
        </p:nvSpPr>
        <p:spPr>
          <a:xfrm>
            <a:off x="8046720" y="5623560"/>
            <a:ext cx="3566160" cy="365760"/>
          </a:xfrm>
          <a:prstGeom prst="rect">
            <a:avLst/>
          </a:prstGeom>
          <a:noFill/>
          <a:ln/>
        </p:spPr>
        <p:txBody>
          <a:bodyPr wrap="square" lIns="0" tIns="0" rIns="0" bIns="0" rtlCol="0" anchor="ctr"/>
          <a:lstStyle/>
          <a:p>
            <a:pPr marL="0" indent="0" algn="ctr">
              <a:buNone/>
            </a:pPr>
            <a:r>
              <a:rPr lang="en-US" sz="22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论 心 智</a:t>
            </a:r>
            <a:endParaRPr lang="en-US" sz="2200" b="1" dirty="0">
              <a:latin typeface="Source Han Serif CN SemiBold" panose="02020400000000000000" pitchFamily="18" charset="-128"/>
              <a:ea typeface="Source Han Serif CN SemiBold" panose="02020400000000000000" pitchFamily="18" charset="-128"/>
            </a:endParaRPr>
          </a:p>
        </p:txBody>
      </p:sp>
      <p:sp>
        <p:nvSpPr>
          <p:cNvPr id="22" name="Text 20"/>
          <p:cNvSpPr/>
          <p:nvPr/>
        </p:nvSpPr>
        <p:spPr>
          <a:xfrm>
            <a:off x="8046720" y="6035040"/>
            <a:ext cx="3566160" cy="365760"/>
          </a:xfrm>
          <a:prstGeom prst="rect">
            <a:avLst/>
          </a:prstGeom>
          <a:noFill/>
          <a:ln/>
        </p:spPr>
        <p:txBody>
          <a:bodyPr wrap="square" lIns="0" tIns="0" rIns="0" bIns="0" rtlCol="0" anchor="ctr"/>
          <a:lstStyle/>
          <a:p>
            <a:pPr marL="0" indent="0" algn="ctr">
              <a:buNone/>
            </a:pPr>
            <a:r>
              <a:rPr lang="en-US" sz="1100" spc="300" dirty="0">
                <a:solidFill>
                  <a:srgbClr val="6B7B6A"/>
                </a:solidFill>
                <a:latin typeface="Source Han Serif CN" panose="02020400000000000000" pitchFamily="18" charset="-128"/>
                <a:ea typeface="Source Han Serif CN" panose="02020400000000000000" pitchFamily="18" charset="-128"/>
                <a:cs typeface="STSong" pitchFamily="34" charset="-120"/>
              </a:rPr>
              <a:t>智能，是终点，还是手段？</a:t>
            </a:r>
            <a:endParaRPr lang="en-US" sz="1100" spc="300" dirty="0">
              <a:latin typeface="Source Han Serif CN" panose="02020400000000000000" pitchFamily="18" charset="-128"/>
              <a:ea typeface="Source Han Serif CN" panose="02020400000000000000" pitchFamily="18" charset="-128"/>
            </a:endParaRPr>
          </a:p>
        </p:txBody>
      </p:sp>
      <p:sp>
        <p:nvSpPr>
          <p:cNvPr id="23" name="Shape 21"/>
          <p:cNvSpPr/>
          <p:nvPr/>
        </p:nvSpPr>
        <p:spPr>
          <a:xfrm>
            <a:off x="548640" y="6446520"/>
            <a:ext cx="11064240" cy="0"/>
          </a:xfrm>
          <a:prstGeom prst="line">
            <a:avLst/>
          </a:prstGeom>
          <a:noFill/>
          <a:ln w="6350">
            <a:solidFill>
              <a:srgbClr val="1C1C1C"/>
            </a:solidFill>
            <a:prstDash val="solid"/>
          </a:ln>
        </p:spPr>
        <p:txBody>
          <a:bodyPr/>
          <a:lstStyle/>
          <a:p>
            <a:endParaRPr lang="zh-CN" altLang="en-US"/>
          </a:p>
        </p:txBody>
      </p:sp>
      <p:sp>
        <p:nvSpPr>
          <p:cNvPr id="25" name="Text 23"/>
          <p:cNvSpPr/>
          <p:nvPr/>
        </p:nvSpPr>
        <p:spPr>
          <a:xfrm>
            <a:off x="7040880" y="6492240"/>
            <a:ext cx="4572000" cy="228600"/>
          </a:xfrm>
          <a:prstGeom prst="rect">
            <a:avLst/>
          </a:prstGeom>
          <a:noFill/>
          <a:ln/>
        </p:spPr>
        <p:txBody>
          <a:bodyPr wrap="square" lIns="0" tIns="0" rIns="0" bIns="0" rtlCol="0" anchor="ctr"/>
          <a:lstStyle/>
          <a:p>
            <a:pPr marL="0" indent="0" algn="r">
              <a:buNone/>
            </a:pPr>
            <a:r>
              <a:rPr lang="en-US" sz="800" kern="0" spc="200" dirty="0">
                <a:solidFill>
                  <a:srgbClr val="6B7B6A"/>
                </a:solidFill>
                <a:latin typeface="PingFang SC" pitchFamily="34" charset="0"/>
                <a:ea typeface="PingFang SC" pitchFamily="34" charset="-122"/>
                <a:cs typeface="PingFang SC" pitchFamily="34" charset="-120"/>
              </a:rPr>
              <a:t>014</a:t>
            </a:r>
            <a:endParaRPr lang="en-US" sz="800" dirty="0"/>
          </a:p>
        </p:txBody>
      </p:sp>
      <p:sp>
        <p:nvSpPr>
          <p:cNvPr id="26" name="Shape 0">
            <a:extLst>
              <a:ext uri="{FF2B5EF4-FFF2-40B4-BE49-F238E27FC236}">
                <a16:creationId xmlns:a16="http://schemas.microsoft.com/office/drawing/2014/main" id="{C39E0829-B92E-E5B1-DAC2-9928DB6CA011}"/>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27" name="Text 1">
            <a:extLst>
              <a:ext uri="{FF2B5EF4-FFF2-40B4-BE49-F238E27FC236}">
                <a16:creationId xmlns:a16="http://schemas.microsoft.com/office/drawing/2014/main" id="{681E02B5-938D-0F9D-64D5-3EE52BD35824}"/>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28" name="Text 2">
            <a:extLst>
              <a:ext uri="{FF2B5EF4-FFF2-40B4-BE49-F238E27FC236}">
                <a16:creationId xmlns:a16="http://schemas.microsoft.com/office/drawing/2014/main" id="{FA2C928F-03ED-79BB-F23B-A8CC37BE13E7}"/>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en-US" sz="1000" kern="0" spc="400" dirty="0" err="1">
                <a:solidFill>
                  <a:srgbClr val="1C1C1C"/>
                </a:solidFill>
                <a:latin typeface="MiSans" pitchFamily="2" charset="-122"/>
                <a:ea typeface="MiSans" pitchFamily="2" charset="-122"/>
                <a:cs typeface="PingFang SC" pitchFamily="34" charset="-120"/>
              </a:rPr>
              <a:t>创</a:t>
            </a:r>
            <a:r>
              <a:rPr lang="zh-CN" altLang="en-US" sz="1000" kern="0" spc="400" dirty="0">
                <a:solidFill>
                  <a:srgbClr val="1C1C1C"/>
                </a:solidFill>
                <a:latin typeface="MiSans" pitchFamily="2" charset="-122"/>
                <a:ea typeface="MiSans" pitchFamily="2" charset="-122"/>
                <a:cs typeface="PingFang SC" pitchFamily="34" charset="-120"/>
              </a:rPr>
              <a:t> </a:t>
            </a:r>
            <a:r>
              <a:rPr lang="en-US" sz="1000" kern="0" spc="400" dirty="0" err="1">
                <a:solidFill>
                  <a:srgbClr val="1C1C1C"/>
                </a:solidFill>
                <a:latin typeface="MiSans" pitchFamily="2" charset="-122"/>
                <a:ea typeface="MiSans" pitchFamily="2" charset="-122"/>
                <a:cs typeface="PingFang SC" pitchFamily="34" charset="-120"/>
              </a:rPr>
              <a:t>作</a:t>
            </a:r>
            <a:r>
              <a:rPr lang="en-US" sz="1000" kern="0" spc="400" dirty="0">
                <a:solidFill>
                  <a:srgbClr val="1C1C1C"/>
                </a:solidFill>
                <a:latin typeface="MiSans" pitchFamily="2" charset="-122"/>
                <a:ea typeface="MiSans" pitchFamily="2" charset="-122"/>
                <a:cs typeface="PingFang SC" pitchFamily="34" charset="-120"/>
              </a:rPr>
              <a:t> 于 二 〇 二 六</a:t>
            </a:r>
            <a:endParaRPr lang="en-US" sz="1000" dirty="0">
              <a:latin typeface="MiSans" pitchFamily="2" charset="-122"/>
              <a:ea typeface="MiSans" pitchFamily="2" charset="-122"/>
            </a:endParaRPr>
          </a:p>
        </p:txBody>
      </p:sp>
      <p:sp>
        <p:nvSpPr>
          <p:cNvPr id="29" name="Text 2">
            <a:extLst>
              <a:ext uri="{FF2B5EF4-FFF2-40B4-BE49-F238E27FC236}">
                <a16:creationId xmlns:a16="http://schemas.microsoft.com/office/drawing/2014/main" id="{8DE366C4-7625-CC93-88A8-C8217D65287B}"/>
              </a:ext>
            </a:extLst>
          </p:cNvPr>
          <p:cNvSpPr/>
          <p:nvPr/>
        </p:nvSpPr>
        <p:spPr>
          <a:xfrm>
            <a:off x="4241358" y="196596"/>
            <a:ext cx="3709284" cy="246887"/>
          </a:xfrm>
          <a:prstGeom prst="rect">
            <a:avLst/>
          </a:prstGeom>
          <a:noFill/>
          <a:ln/>
        </p:spPr>
        <p:txBody>
          <a:bodyPr wrap="square" lIns="0" tIns="0" rIns="0" bIns="0" rtlCol="0" anchor="ctr"/>
          <a:lstStyle/>
          <a:p>
            <a:pPr algn="ctr"/>
            <a:r>
              <a:rPr lang="en-US" sz="1000" kern="0" spc="400" dirty="0">
                <a:solidFill>
                  <a:srgbClr val="1C1C1C"/>
                </a:solidFill>
                <a:latin typeface="MiSans" pitchFamily="2" charset="-122"/>
                <a:ea typeface="MiSans" pitchFamily="2" charset="-122"/>
              </a:rPr>
              <a:t>—</a:t>
            </a:r>
            <a:r>
              <a:rPr lang="zh-CN" altLang="en-US" sz="1000" kern="0" spc="400" dirty="0">
                <a:solidFill>
                  <a:srgbClr val="1C1C1C"/>
                </a:solidFill>
                <a:latin typeface="MiSans" pitchFamily="2" charset="-122"/>
                <a:ea typeface="MiSans" pitchFamily="2" charset="-122"/>
              </a:rPr>
              <a:t> 回想与未来</a:t>
            </a:r>
            <a:r>
              <a:rPr lang="en-US" sz="1000" kern="0" spc="400" dirty="0">
                <a:solidFill>
                  <a:srgbClr val="1C1C1C"/>
                </a:solidFill>
                <a:latin typeface="MiSans" pitchFamily="2" charset="-122"/>
                <a:ea typeface="MiSans" pitchFamily="2" charset="-122"/>
              </a:rPr>
              <a:t>—</a:t>
            </a:r>
          </a:p>
        </p:txBody>
      </p:sp>
      <p:sp>
        <p:nvSpPr>
          <p:cNvPr id="30" name="Text 44">
            <a:extLst>
              <a:ext uri="{FF2B5EF4-FFF2-40B4-BE49-F238E27FC236}">
                <a16:creationId xmlns:a16="http://schemas.microsoft.com/office/drawing/2014/main" id="{E70EE983-1F61-BB65-75B2-09823D0014F6}"/>
              </a:ext>
            </a:extLst>
          </p:cNvPr>
          <p:cNvSpPr/>
          <p:nvPr/>
        </p:nvSpPr>
        <p:spPr>
          <a:xfrm>
            <a:off x="548640" y="6492240"/>
            <a:ext cx="7315200" cy="228600"/>
          </a:xfrm>
          <a:prstGeom prst="rect">
            <a:avLst/>
          </a:prstGeom>
          <a:noFill/>
          <a:ln/>
        </p:spPr>
        <p:txBody>
          <a:bodyPr wrap="square" lIns="0" tIns="0" rIns="0" bIns="0" rtlCol="0" anchor="ctr"/>
          <a:lstStyle/>
          <a:p>
            <a:pPr marL="0" indent="0">
              <a:buNone/>
            </a:pPr>
            <a:r>
              <a:rPr lang="en-US" sz="800" kern="0" spc="200" dirty="0" err="1">
                <a:solidFill>
                  <a:srgbClr val="6B7B6A"/>
                </a:solidFill>
                <a:latin typeface="MiSans Light" pitchFamily="2" charset="-122"/>
                <a:ea typeface="MiSans Light" pitchFamily="2" charset="-122"/>
              </a:rPr>
              <a:t>回响与未来</a:t>
            </a:r>
            <a:endParaRPr lang="en-US" sz="800" dirty="0">
              <a:latin typeface="MiSans Light" pitchFamily="2" charset="-122"/>
              <a:ea typeface="MiSans Light" pitchFamily="2" charset="-122"/>
            </a:endParaRPr>
          </a:p>
        </p:txBody>
      </p:sp>
      <p:sp>
        <p:nvSpPr>
          <p:cNvPr id="2" name="Text 10">
            <a:extLst>
              <a:ext uri="{FF2B5EF4-FFF2-40B4-BE49-F238E27FC236}">
                <a16:creationId xmlns:a16="http://schemas.microsoft.com/office/drawing/2014/main" id="{34D53F12-D712-9E2F-8F41-E8BCEED2D80C}"/>
              </a:ext>
            </a:extLst>
          </p:cNvPr>
          <p:cNvSpPr/>
          <p:nvPr/>
        </p:nvSpPr>
        <p:spPr>
          <a:xfrm>
            <a:off x="4265507" y="5349240"/>
            <a:ext cx="3566160" cy="274320"/>
          </a:xfrm>
          <a:prstGeom prst="rect">
            <a:avLst/>
          </a:prstGeom>
          <a:noFill/>
          <a:ln/>
        </p:spPr>
        <p:txBody>
          <a:bodyPr wrap="square" lIns="0" tIns="0" rIns="0" bIns="0" rtlCol="0" anchor="ctr"/>
          <a:lstStyle/>
          <a:p>
            <a:pPr marL="0" indent="0" algn="ctr">
              <a:buNone/>
            </a:pPr>
            <a:r>
              <a:rPr lang="en-US" sz="1100" kern="0" spc="600" dirty="0">
                <a:solidFill>
                  <a:srgbClr val="2D5A3D"/>
                </a:solidFill>
                <a:latin typeface="MiSans Medium" pitchFamily="2" charset="-122"/>
                <a:ea typeface="MiSans Medium" pitchFamily="2" charset="-122"/>
                <a:cs typeface="PingFang SC" pitchFamily="34" charset="-120"/>
              </a:rPr>
              <a:t> </a:t>
            </a:r>
            <a:r>
              <a:rPr lang="en-US" sz="1100" kern="0" spc="600" dirty="0" err="1">
                <a:solidFill>
                  <a:srgbClr val="2D5A3D"/>
                </a:solidFill>
                <a:latin typeface="MiSans Medium" pitchFamily="2" charset="-122"/>
                <a:ea typeface="MiSans Medium" pitchFamily="2" charset="-122"/>
                <a:cs typeface="PingFang SC" pitchFamily="34" charset="-120"/>
              </a:rPr>
              <a:t>劳</a:t>
            </a:r>
            <a:r>
              <a:rPr lang="en-US" sz="1100" kern="0" spc="600" dirty="0">
                <a:solidFill>
                  <a:srgbClr val="2D5A3D"/>
                </a:solidFill>
                <a:latin typeface="MiSans Medium" pitchFamily="2" charset="-122"/>
                <a:ea typeface="MiSans Medium" pitchFamily="2" charset="-122"/>
                <a:cs typeface="PingFang SC" pitchFamily="34" charset="-120"/>
              </a:rPr>
              <a:t>    </a:t>
            </a:r>
            <a:r>
              <a:rPr lang="en-US" sz="1100" kern="0" spc="600" dirty="0" err="1">
                <a:solidFill>
                  <a:srgbClr val="2D5A3D"/>
                </a:solidFill>
                <a:latin typeface="MiSans Medium" pitchFamily="2" charset="-122"/>
                <a:ea typeface="MiSans Medium" pitchFamily="2" charset="-122"/>
                <a:cs typeface="PingFang SC" pitchFamily="34" charset="-120"/>
              </a:rPr>
              <a:t>动</a:t>
            </a:r>
            <a:endParaRPr lang="en-US" sz="1100" dirty="0">
              <a:latin typeface="MiSans Medium" pitchFamily="2" charset="-122"/>
              <a:ea typeface="MiSans Medium"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E8EDE4"/>
        </a:solidFill>
        <a:effectLst/>
      </p:bgPr>
    </p:bg>
    <p:spTree>
      <p:nvGrpSpPr>
        <p:cNvPr id="1" name=""/>
        <p:cNvGrpSpPr/>
        <p:nvPr/>
      </p:nvGrpSpPr>
      <p:grpSpPr>
        <a:xfrm>
          <a:off x="0" y="0"/>
          <a:ext cx="0" cy="0"/>
          <a:chOff x="0" y="0"/>
          <a:chExt cx="0" cy="0"/>
        </a:xfrm>
      </p:grpSpPr>
      <p:sp>
        <p:nvSpPr>
          <p:cNvPr id="5" name="Text 3"/>
          <p:cNvSpPr/>
          <p:nvPr/>
        </p:nvSpPr>
        <p:spPr>
          <a:xfrm>
            <a:off x="548640" y="1463040"/>
            <a:ext cx="11064240" cy="1005840"/>
          </a:xfrm>
          <a:prstGeom prst="rect">
            <a:avLst/>
          </a:prstGeom>
          <a:noFill/>
          <a:ln/>
        </p:spPr>
        <p:txBody>
          <a:bodyPr wrap="square" lIns="0" tIns="0" rIns="0" bIns="0" rtlCol="0" anchor="ctr"/>
          <a:lstStyle/>
          <a:p>
            <a:pPr marL="0" indent="0" algn="ctr">
              <a:buNone/>
            </a:pPr>
            <a:r>
              <a:rPr lang="en-US" sz="5200" b="1" spc="600" dirty="0">
                <a:solidFill>
                  <a:srgbClr val="8B9989"/>
                </a:solidFill>
                <a:latin typeface="Source Han Serif CN SemiBold" panose="02020400000000000000" pitchFamily="18" charset="-128"/>
                <a:ea typeface="Source Han Serif CN SemiBold" panose="02020400000000000000" pitchFamily="18" charset="-128"/>
                <a:cs typeface="Songti SC" pitchFamily="34" charset="-120"/>
              </a:rPr>
              <a:t>致 每 一 位</a:t>
            </a:r>
            <a:endParaRPr lang="en-US" sz="5200" b="1" spc="600" dirty="0">
              <a:solidFill>
                <a:srgbClr val="8B9989"/>
              </a:solidFill>
              <a:latin typeface="Source Han Serif CN SemiBold" panose="02020400000000000000" pitchFamily="18" charset="-128"/>
              <a:ea typeface="Source Han Serif CN SemiBold" panose="02020400000000000000" pitchFamily="18" charset="-128"/>
            </a:endParaRPr>
          </a:p>
        </p:txBody>
      </p:sp>
      <p:sp>
        <p:nvSpPr>
          <p:cNvPr id="6" name="Text 4"/>
          <p:cNvSpPr/>
          <p:nvPr/>
        </p:nvSpPr>
        <p:spPr>
          <a:xfrm>
            <a:off x="548640" y="2468880"/>
            <a:ext cx="11064240" cy="1463040"/>
          </a:xfrm>
          <a:prstGeom prst="rect">
            <a:avLst/>
          </a:prstGeom>
          <a:noFill/>
          <a:ln/>
        </p:spPr>
        <p:txBody>
          <a:bodyPr wrap="square" lIns="0" tIns="0" rIns="0" bIns="0" rtlCol="0" anchor="ctr"/>
          <a:lstStyle/>
          <a:p>
            <a:pPr marL="0" indent="0" algn="ctr">
              <a:buNone/>
            </a:pPr>
            <a:r>
              <a:rPr lang="en-US" sz="88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创 </a:t>
            </a:r>
            <a:r>
              <a:rPr lang="en-US" sz="8800" b="1"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作</a:t>
            </a:r>
            <a:r>
              <a:rPr lang="en-US" sz="88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 </a:t>
            </a:r>
            <a:r>
              <a:rPr lang="en-US" sz="8800" b="1"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者</a:t>
            </a:r>
            <a:endParaRPr lang="en-US" sz="8800" b="1" dirty="0">
              <a:latin typeface="Source Han Serif CN SemiBold" panose="02020400000000000000" pitchFamily="18" charset="-128"/>
              <a:ea typeface="Source Han Serif CN SemiBold" panose="02020400000000000000" pitchFamily="18" charset="-128"/>
            </a:endParaRPr>
          </a:p>
        </p:txBody>
      </p:sp>
      <p:sp>
        <p:nvSpPr>
          <p:cNvPr id="7" name="Shape 5"/>
          <p:cNvSpPr/>
          <p:nvPr/>
        </p:nvSpPr>
        <p:spPr>
          <a:xfrm>
            <a:off x="4251960" y="4023360"/>
            <a:ext cx="3657600" cy="0"/>
          </a:xfrm>
          <a:prstGeom prst="line">
            <a:avLst/>
          </a:prstGeom>
          <a:noFill/>
          <a:ln w="9525">
            <a:solidFill>
              <a:srgbClr val="2D5A3D"/>
            </a:solidFill>
            <a:prstDash val="solid"/>
          </a:ln>
        </p:spPr>
        <p:txBody>
          <a:bodyPr/>
          <a:lstStyle/>
          <a:p>
            <a:endParaRPr lang="zh-CN" altLang="en-US"/>
          </a:p>
        </p:txBody>
      </p:sp>
      <p:sp>
        <p:nvSpPr>
          <p:cNvPr id="8" name="Text 6"/>
          <p:cNvSpPr/>
          <p:nvPr/>
        </p:nvSpPr>
        <p:spPr>
          <a:xfrm>
            <a:off x="548640" y="4206240"/>
            <a:ext cx="11064240" cy="365760"/>
          </a:xfrm>
          <a:prstGeom prst="rect">
            <a:avLst/>
          </a:prstGeom>
          <a:noFill/>
          <a:ln/>
        </p:spPr>
        <p:txBody>
          <a:bodyPr wrap="square" lIns="0" tIns="0" rIns="0" bIns="0" rtlCol="0" anchor="ctr"/>
          <a:lstStyle/>
          <a:p>
            <a:pPr marL="0" indent="0" algn="ctr">
              <a:buNone/>
            </a:pPr>
            <a:r>
              <a:rPr lang="en-US" sz="1400" b="1" kern="0" spc="200" dirty="0">
                <a:solidFill>
                  <a:srgbClr val="6B7B6A"/>
                </a:solidFill>
                <a:latin typeface="Source Han Serif CN SemiBold" panose="02020400000000000000" pitchFamily="18" charset="-128"/>
                <a:ea typeface="Source Han Serif CN SemiBold" panose="02020400000000000000" pitchFamily="18" charset="-128"/>
                <a:cs typeface="STSong" pitchFamily="34" charset="-120"/>
              </a:rPr>
              <a:t>技 术 与 人 文 的 交 汇 之 处。</a:t>
            </a:r>
            <a:endParaRPr lang="en-US" sz="1400" b="1" dirty="0">
              <a:latin typeface="Source Han Serif CN SemiBold" panose="02020400000000000000" pitchFamily="18" charset="-128"/>
              <a:ea typeface="Source Han Serif CN SemiBold" panose="02020400000000000000" pitchFamily="18" charset="-128"/>
            </a:endParaRPr>
          </a:p>
        </p:txBody>
      </p:sp>
      <p:sp>
        <p:nvSpPr>
          <p:cNvPr id="9" name="Text 7"/>
          <p:cNvSpPr/>
          <p:nvPr/>
        </p:nvSpPr>
        <p:spPr>
          <a:xfrm>
            <a:off x="548640" y="4572000"/>
            <a:ext cx="11064240" cy="365760"/>
          </a:xfrm>
          <a:prstGeom prst="rect">
            <a:avLst/>
          </a:prstGeom>
          <a:noFill/>
          <a:ln/>
        </p:spPr>
        <p:txBody>
          <a:bodyPr wrap="square" lIns="0" tIns="0" rIns="0" bIns="0" rtlCol="0" anchor="ctr"/>
          <a:lstStyle/>
          <a:p>
            <a:pPr marL="0" indent="0" algn="ctr">
              <a:buNone/>
            </a:pPr>
            <a:r>
              <a:rPr lang="en-US" sz="1000" b="1" kern="0" spc="400" dirty="0">
                <a:solidFill>
                  <a:srgbClr val="2D5A3D"/>
                </a:solidFill>
                <a:latin typeface="Source Han Serif CN SemiBold" panose="02020400000000000000" pitchFamily="18" charset="-128"/>
                <a:ea typeface="Source Han Serif CN SemiBold" panose="02020400000000000000" pitchFamily="18" charset="-128"/>
                <a:cs typeface="PingFang SC" pitchFamily="34" charset="-120"/>
              </a:rPr>
              <a:t>T H E   I N T E R S E C T I O N   O F   T E C H N O L O G Y   &amp;   H U M A N I T I E S</a:t>
            </a:r>
            <a:endParaRPr lang="en-US" sz="1000" b="1" dirty="0">
              <a:latin typeface="Source Han Serif CN SemiBold" panose="02020400000000000000" pitchFamily="18" charset="-128"/>
              <a:ea typeface="Source Han Serif CN SemiBold" panose="02020400000000000000" pitchFamily="18" charset="-128"/>
            </a:endParaRPr>
          </a:p>
        </p:txBody>
      </p:sp>
      <p:sp>
        <p:nvSpPr>
          <p:cNvPr id="10" name="Shape 8"/>
          <p:cNvSpPr/>
          <p:nvPr/>
        </p:nvSpPr>
        <p:spPr>
          <a:xfrm>
            <a:off x="1371600" y="5212080"/>
            <a:ext cx="9418320" cy="0"/>
          </a:xfrm>
          <a:prstGeom prst="line">
            <a:avLst/>
          </a:prstGeom>
          <a:noFill/>
          <a:ln w="6350">
            <a:solidFill>
              <a:srgbClr val="1C1C1C"/>
            </a:solidFill>
            <a:prstDash val="solid"/>
          </a:ln>
        </p:spPr>
        <p:txBody>
          <a:bodyPr/>
          <a:lstStyle/>
          <a:p>
            <a:endParaRPr lang="zh-CN" altLang="en-US"/>
          </a:p>
        </p:txBody>
      </p:sp>
      <p:sp>
        <p:nvSpPr>
          <p:cNvPr id="11" name="Text 9"/>
          <p:cNvSpPr/>
          <p:nvPr/>
        </p:nvSpPr>
        <p:spPr>
          <a:xfrm>
            <a:off x="1371600" y="5394960"/>
            <a:ext cx="3139440" cy="274320"/>
          </a:xfrm>
          <a:prstGeom prst="rect">
            <a:avLst/>
          </a:prstGeom>
          <a:noFill/>
          <a:ln/>
        </p:spPr>
        <p:txBody>
          <a:bodyPr wrap="square" lIns="0" tIns="0" rIns="0" bIns="0" rtlCol="0" anchor="ctr"/>
          <a:lstStyle/>
          <a:p>
            <a:pPr marL="0" indent="0" algn="ctr">
              <a:buNone/>
            </a:pPr>
            <a:r>
              <a:rPr lang="en-US" sz="1000" b="1" kern="0" spc="400" dirty="0">
                <a:solidFill>
                  <a:srgbClr val="2D5A3D"/>
                </a:solidFill>
                <a:latin typeface="Source Han Serif CN SemiBold" panose="02020400000000000000" pitchFamily="18" charset="-128"/>
                <a:ea typeface="Source Han Serif CN SemiBold" panose="02020400000000000000" pitchFamily="18" charset="-128"/>
                <a:cs typeface="PingFang SC" pitchFamily="34" charset="-120"/>
              </a:rPr>
              <a:t>出  版</a:t>
            </a:r>
            <a:endParaRPr lang="en-US" sz="1000" b="1" dirty="0">
              <a:latin typeface="Source Han Serif CN SemiBold" panose="02020400000000000000" pitchFamily="18" charset="-128"/>
              <a:ea typeface="Source Han Serif CN SemiBold" panose="02020400000000000000" pitchFamily="18" charset="-128"/>
            </a:endParaRPr>
          </a:p>
        </p:txBody>
      </p:sp>
      <p:sp>
        <p:nvSpPr>
          <p:cNvPr id="12" name="Text 10"/>
          <p:cNvSpPr/>
          <p:nvPr/>
        </p:nvSpPr>
        <p:spPr>
          <a:xfrm>
            <a:off x="1371600" y="5669280"/>
            <a:ext cx="3139440" cy="365760"/>
          </a:xfrm>
          <a:prstGeom prst="rect">
            <a:avLst/>
          </a:prstGeom>
          <a:noFill/>
          <a:ln/>
        </p:spPr>
        <p:txBody>
          <a:bodyPr wrap="square" lIns="0" tIns="0" rIns="0" bIns="0" rtlCol="0" anchor="ctr"/>
          <a:lstStyle/>
          <a:p>
            <a:pPr marL="0" indent="0" algn="ctr">
              <a:buNone/>
            </a:pPr>
            <a:r>
              <a:rPr lang="en-US" sz="13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第 一 卷  ·  第 〇 一 期</a:t>
            </a:r>
            <a:endParaRPr lang="en-US" sz="1300" b="1" dirty="0">
              <a:latin typeface="Source Han Serif CN SemiBold" panose="02020400000000000000" pitchFamily="18" charset="-128"/>
              <a:ea typeface="Source Han Serif CN SemiBold" panose="02020400000000000000" pitchFamily="18" charset="-128"/>
            </a:endParaRPr>
          </a:p>
        </p:txBody>
      </p:sp>
      <p:sp>
        <p:nvSpPr>
          <p:cNvPr id="13" name="Shape 11"/>
          <p:cNvSpPr/>
          <p:nvPr/>
        </p:nvSpPr>
        <p:spPr>
          <a:xfrm>
            <a:off x="4511040" y="5212080"/>
            <a:ext cx="0" cy="1051560"/>
          </a:xfrm>
          <a:prstGeom prst="line">
            <a:avLst/>
          </a:prstGeom>
          <a:noFill/>
          <a:ln w="5080">
            <a:solidFill>
              <a:srgbClr val="1C1C1C"/>
            </a:solidFill>
            <a:prstDash val="solid"/>
          </a:ln>
        </p:spPr>
        <p:txBody>
          <a:bodyPr/>
          <a:lstStyle/>
          <a:p>
            <a:endParaRPr lang="zh-CN" altLang="en-US"/>
          </a:p>
        </p:txBody>
      </p:sp>
      <p:sp>
        <p:nvSpPr>
          <p:cNvPr id="14" name="Text 12"/>
          <p:cNvSpPr/>
          <p:nvPr/>
        </p:nvSpPr>
        <p:spPr>
          <a:xfrm>
            <a:off x="4511040" y="5394960"/>
            <a:ext cx="3139440" cy="274320"/>
          </a:xfrm>
          <a:prstGeom prst="rect">
            <a:avLst/>
          </a:prstGeom>
          <a:noFill/>
          <a:ln/>
        </p:spPr>
        <p:txBody>
          <a:bodyPr wrap="square" lIns="0" tIns="0" rIns="0" bIns="0" rtlCol="0" anchor="ctr"/>
          <a:lstStyle/>
          <a:p>
            <a:pPr marL="0" indent="0" algn="ctr">
              <a:buNone/>
            </a:pPr>
            <a:r>
              <a:rPr lang="en-US" sz="1000" b="1" kern="0" spc="400" dirty="0">
                <a:solidFill>
                  <a:srgbClr val="2D5A3D"/>
                </a:solidFill>
                <a:latin typeface="Source Han Serif CN SemiBold" panose="02020400000000000000" pitchFamily="18" charset="-128"/>
                <a:ea typeface="Source Han Serif CN SemiBold" panose="02020400000000000000" pitchFamily="18" charset="-128"/>
                <a:cs typeface="PingFang SC" pitchFamily="34" charset="-120"/>
              </a:rPr>
              <a:t>主  题</a:t>
            </a:r>
            <a:endParaRPr lang="en-US" sz="1000" b="1" dirty="0">
              <a:latin typeface="Source Han Serif CN SemiBold" panose="02020400000000000000" pitchFamily="18" charset="-128"/>
              <a:ea typeface="Source Han Serif CN SemiBold" panose="02020400000000000000" pitchFamily="18" charset="-128"/>
            </a:endParaRPr>
          </a:p>
        </p:txBody>
      </p:sp>
      <p:sp>
        <p:nvSpPr>
          <p:cNvPr id="15" name="Text 13"/>
          <p:cNvSpPr/>
          <p:nvPr/>
        </p:nvSpPr>
        <p:spPr>
          <a:xfrm>
            <a:off x="4511040" y="5669280"/>
            <a:ext cx="3139440" cy="365760"/>
          </a:xfrm>
          <a:prstGeom prst="rect">
            <a:avLst/>
          </a:prstGeom>
          <a:noFill/>
          <a:ln/>
        </p:spPr>
        <p:txBody>
          <a:bodyPr wrap="square" lIns="0" tIns="0" rIns="0" bIns="0" rtlCol="0" anchor="ctr"/>
          <a:lstStyle/>
          <a:p>
            <a:pPr marL="0" indent="0" algn="ctr">
              <a:buNone/>
            </a:pPr>
            <a:r>
              <a:rPr lang="en-US" sz="13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A I  ·  文 明 史</a:t>
            </a:r>
            <a:endParaRPr lang="en-US" sz="1300" b="1" dirty="0">
              <a:latin typeface="Source Han Serif CN SemiBold" panose="02020400000000000000" pitchFamily="18" charset="-128"/>
              <a:ea typeface="Source Han Serif CN SemiBold" panose="02020400000000000000" pitchFamily="18" charset="-128"/>
            </a:endParaRPr>
          </a:p>
        </p:txBody>
      </p:sp>
      <p:sp>
        <p:nvSpPr>
          <p:cNvPr id="16" name="Shape 14"/>
          <p:cNvSpPr/>
          <p:nvPr/>
        </p:nvSpPr>
        <p:spPr>
          <a:xfrm>
            <a:off x="7604759" y="5212080"/>
            <a:ext cx="1" cy="1051560"/>
          </a:xfrm>
          <a:prstGeom prst="line">
            <a:avLst/>
          </a:prstGeom>
          <a:noFill/>
          <a:ln w="5080">
            <a:solidFill>
              <a:srgbClr val="1C1C1C"/>
            </a:solidFill>
            <a:prstDash val="solid"/>
          </a:ln>
        </p:spPr>
        <p:txBody>
          <a:bodyPr/>
          <a:lstStyle/>
          <a:p>
            <a:endParaRPr lang="zh-CN" altLang="en-US"/>
          </a:p>
        </p:txBody>
      </p:sp>
      <p:sp>
        <p:nvSpPr>
          <p:cNvPr id="17" name="Text 15"/>
          <p:cNvSpPr/>
          <p:nvPr/>
        </p:nvSpPr>
        <p:spPr>
          <a:xfrm>
            <a:off x="7650480" y="5394960"/>
            <a:ext cx="3139440" cy="274320"/>
          </a:xfrm>
          <a:prstGeom prst="rect">
            <a:avLst/>
          </a:prstGeom>
          <a:noFill/>
          <a:ln/>
        </p:spPr>
        <p:txBody>
          <a:bodyPr wrap="square" lIns="0" tIns="0" rIns="0" bIns="0" rtlCol="0" anchor="ctr"/>
          <a:lstStyle/>
          <a:p>
            <a:pPr marL="0" indent="0" algn="ctr">
              <a:buNone/>
            </a:pPr>
            <a:r>
              <a:rPr lang="en-US" sz="1000" b="1" kern="0" spc="400" dirty="0">
                <a:solidFill>
                  <a:srgbClr val="2D5A3D"/>
                </a:solidFill>
                <a:latin typeface="Source Han Serif CN SemiBold" panose="02020400000000000000" pitchFamily="18" charset="-128"/>
                <a:ea typeface="Source Han Serif CN SemiBold" panose="02020400000000000000" pitchFamily="18" charset="-128"/>
                <a:cs typeface="PingFang SC" pitchFamily="34" charset="-120"/>
              </a:rPr>
              <a:t>页  数</a:t>
            </a:r>
            <a:endParaRPr lang="en-US" sz="1000" b="1" dirty="0">
              <a:latin typeface="Source Han Serif CN SemiBold" panose="02020400000000000000" pitchFamily="18" charset="-128"/>
              <a:ea typeface="Source Han Serif CN SemiBold" panose="02020400000000000000" pitchFamily="18" charset="-128"/>
            </a:endParaRPr>
          </a:p>
        </p:txBody>
      </p:sp>
      <p:sp>
        <p:nvSpPr>
          <p:cNvPr id="18" name="Text 16"/>
          <p:cNvSpPr/>
          <p:nvPr/>
        </p:nvSpPr>
        <p:spPr>
          <a:xfrm>
            <a:off x="7650480" y="5669280"/>
            <a:ext cx="3139440" cy="365760"/>
          </a:xfrm>
          <a:prstGeom prst="rect">
            <a:avLst/>
          </a:prstGeom>
          <a:noFill/>
          <a:ln/>
        </p:spPr>
        <p:txBody>
          <a:bodyPr wrap="square" lIns="0" tIns="0" rIns="0" bIns="0" rtlCol="0" anchor="ctr"/>
          <a:lstStyle/>
          <a:p>
            <a:pPr marL="0" indent="0" algn="ctr">
              <a:buNone/>
            </a:pPr>
            <a:r>
              <a:rPr lang="en-US" sz="1300" b="1" dirty="0">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十 五 </a:t>
            </a:r>
            <a:r>
              <a:rPr lang="en-US" sz="1300" b="1" dirty="0" err="1">
                <a:solidFill>
                  <a:srgbClr val="1C1C1C"/>
                </a:solidFill>
                <a:latin typeface="Source Han Serif CN SemiBold" panose="02020400000000000000" pitchFamily="18" charset="-128"/>
                <a:ea typeface="Source Han Serif CN SemiBold" panose="02020400000000000000" pitchFamily="18" charset="-128"/>
                <a:cs typeface="Songti SC" pitchFamily="34" charset="-120"/>
              </a:rPr>
              <a:t>折，共一装</a:t>
            </a:r>
            <a:endParaRPr lang="en-US" sz="1300" b="1" dirty="0">
              <a:latin typeface="Source Han Serif CN SemiBold" panose="02020400000000000000" pitchFamily="18" charset="-128"/>
              <a:ea typeface="Source Han Serif CN SemiBold" panose="02020400000000000000" pitchFamily="18" charset="-128"/>
            </a:endParaRPr>
          </a:p>
        </p:txBody>
      </p:sp>
      <p:sp>
        <p:nvSpPr>
          <p:cNvPr id="19" name="Shape 17"/>
          <p:cNvSpPr/>
          <p:nvPr/>
        </p:nvSpPr>
        <p:spPr>
          <a:xfrm>
            <a:off x="1371600" y="6263640"/>
            <a:ext cx="9418320" cy="0"/>
          </a:xfrm>
          <a:prstGeom prst="line">
            <a:avLst/>
          </a:prstGeom>
          <a:noFill/>
          <a:ln w="6350">
            <a:solidFill>
              <a:srgbClr val="1C1C1C"/>
            </a:solidFill>
            <a:prstDash val="solid"/>
          </a:ln>
        </p:spPr>
        <p:txBody>
          <a:bodyPr/>
          <a:lstStyle/>
          <a:p>
            <a:endParaRPr lang="zh-CN" altLang="en-US"/>
          </a:p>
        </p:txBody>
      </p:sp>
      <p:sp>
        <p:nvSpPr>
          <p:cNvPr id="21" name="Shape 0">
            <a:extLst>
              <a:ext uri="{FF2B5EF4-FFF2-40B4-BE49-F238E27FC236}">
                <a16:creationId xmlns:a16="http://schemas.microsoft.com/office/drawing/2014/main" id="{79B24ACD-370B-ACF7-466A-76B9D75B62F9}"/>
              </a:ext>
            </a:extLst>
          </p:cNvPr>
          <p:cNvSpPr/>
          <p:nvPr/>
        </p:nvSpPr>
        <p:spPr>
          <a:xfrm>
            <a:off x="548640" y="457200"/>
            <a:ext cx="11064240" cy="0"/>
          </a:xfrm>
          <a:prstGeom prst="line">
            <a:avLst/>
          </a:prstGeom>
          <a:noFill/>
          <a:ln w="6350">
            <a:solidFill>
              <a:srgbClr val="1C1C1C"/>
            </a:solidFill>
            <a:prstDash val="solid"/>
          </a:ln>
        </p:spPr>
        <p:txBody>
          <a:bodyPr/>
          <a:lstStyle/>
          <a:p>
            <a:endParaRPr lang="zh-CN" altLang="en-US"/>
          </a:p>
        </p:txBody>
      </p:sp>
      <p:sp>
        <p:nvSpPr>
          <p:cNvPr id="22" name="Text 1">
            <a:extLst>
              <a:ext uri="{FF2B5EF4-FFF2-40B4-BE49-F238E27FC236}">
                <a16:creationId xmlns:a16="http://schemas.microsoft.com/office/drawing/2014/main" id="{F876000D-1B13-4EE3-FF41-0A265CE302D4}"/>
              </a:ext>
            </a:extLst>
          </p:cNvPr>
          <p:cNvSpPr/>
          <p:nvPr/>
        </p:nvSpPr>
        <p:spPr>
          <a:xfrm>
            <a:off x="548640" y="182880"/>
            <a:ext cx="2890299" cy="274320"/>
          </a:xfrm>
          <a:prstGeom prst="rect">
            <a:avLst/>
          </a:prstGeom>
          <a:noFill/>
          <a:ln/>
        </p:spPr>
        <p:txBody>
          <a:bodyPr wrap="square" lIns="0" tIns="0" rIns="0" bIns="0" rtlCol="0" anchor="ctr"/>
          <a:lstStyle/>
          <a:p>
            <a:pPr marL="0" indent="0">
              <a:buNone/>
            </a:pPr>
            <a:r>
              <a:rPr lang="en-US" sz="1000" kern="0" spc="600" dirty="0" err="1">
                <a:solidFill>
                  <a:srgbClr val="1C1C1C"/>
                </a:solidFill>
                <a:latin typeface="MiSans Demibold" pitchFamily="2" charset="-122"/>
                <a:ea typeface="MiSans Demibold" pitchFamily="2" charset="-122"/>
                <a:cs typeface="PingFang SC" pitchFamily="34" charset="-120"/>
              </a:rPr>
              <a:t>机器之心</a:t>
            </a:r>
            <a:endParaRPr lang="en-US" sz="1000" dirty="0">
              <a:latin typeface="MiSans Demibold" pitchFamily="2" charset="-122"/>
              <a:ea typeface="MiSans Demibold" pitchFamily="2" charset="-122"/>
            </a:endParaRPr>
          </a:p>
        </p:txBody>
      </p:sp>
      <p:sp>
        <p:nvSpPr>
          <p:cNvPr id="23" name="Text 2">
            <a:extLst>
              <a:ext uri="{FF2B5EF4-FFF2-40B4-BE49-F238E27FC236}">
                <a16:creationId xmlns:a16="http://schemas.microsoft.com/office/drawing/2014/main" id="{B1C766B8-B74D-9986-EB8F-3E11B3C60D6F}"/>
              </a:ext>
            </a:extLst>
          </p:cNvPr>
          <p:cNvSpPr/>
          <p:nvPr/>
        </p:nvSpPr>
        <p:spPr>
          <a:xfrm>
            <a:off x="9730408" y="192025"/>
            <a:ext cx="1882471" cy="274320"/>
          </a:xfrm>
          <a:prstGeom prst="rect">
            <a:avLst/>
          </a:prstGeom>
          <a:noFill/>
          <a:ln/>
        </p:spPr>
        <p:txBody>
          <a:bodyPr wrap="square" lIns="0" tIns="0" rIns="0" bIns="0" rtlCol="0" anchor="ctr"/>
          <a:lstStyle/>
          <a:p>
            <a:pPr marL="0" indent="0" algn="r">
              <a:buNone/>
            </a:pPr>
            <a:r>
              <a:rPr lang="zh-CN" altLang="en-US" sz="1000" kern="0" spc="400" dirty="0">
                <a:solidFill>
                  <a:srgbClr val="1C1C1C"/>
                </a:solidFill>
                <a:latin typeface="MiSans" pitchFamily="2" charset="-122"/>
                <a:ea typeface="MiSans" pitchFamily="2" charset="-122"/>
                <a:cs typeface="PingFang SC" pitchFamily="34" charset="-120"/>
              </a:rPr>
              <a:t>终</a:t>
            </a:r>
            <a:endParaRPr lang="en-US" sz="1000" dirty="0">
              <a:latin typeface="MiSans" pitchFamily="2" charset="-122"/>
              <a:ea typeface="MiSans" pitchFamily="2"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251</TotalTime>
  <Words>1159</Words>
  <Application>Microsoft Macintosh PowerPoint</Application>
  <PresentationFormat>宽屏</PresentationFormat>
  <Paragraphs>278</Paragraphs>
  <Slides>14</Slides>
  <Notes>14</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14</vt:i4>
      </vt:variant>
    </vt:vector>
  </HeadingPairs>
  <TitlesOfParts>
    <vt:vector size="28" baseType="lpstr">
      <vt:lpstr>MiSans</vt:lpstr>
      <vt:lpstr>MiSans Demibold</vt:lpstr>
      <vt:lpstr>MiSans Light</vt:lpstr>
      <vt:lpstr>MiSans Medium</vt:lpstr>
      <vt:lpstr>MiSans Normal</vt:lpstr>
      <vt:lpstr>MiSans Semibold</vt:lpstr>
      <vt:lpstr>PingFang SC</vt:lpstr>
      <vt:lpstr>Source Han Serif CN</vt:lpstr>
      <vt:lpstr>Source Han Serif CN Heavy</vt:lpstr>
      <vt:lpstr>Source Han Serif CN Light</vt:lpstr>
      <vt:lpstr>Source Han Serif CN Medium</vt:lpstr>
      <vt:lpstr>Source Han Serif CN SemiBold</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机器之心的创世 — AI 文明史</dc:title>
  <dc:subject>PptxGenJS Presentation</dc:subject>
  <dc:creator>AI 文明史编辑部</dc:creator>
  <cp:lastModifiedBy>T171376</cp:lastModifiedBy>
  <cp:revision>42</cp:revision>
  <dcterms:created xsi:type="dcterms:W3CDTF">2026-06-04T08:53:43Z</dcterms:created>
  <dcterms:modified xsi:type="dcterms:W3CDTF">2026-06-15T06:23:24Z</dcterms:modified>
</cp:coreProperties>
</file>