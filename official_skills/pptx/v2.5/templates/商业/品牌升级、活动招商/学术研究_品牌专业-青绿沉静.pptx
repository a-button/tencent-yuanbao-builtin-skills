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5C52"/>
    <a:srgbClr val="00BAA6"/>
    <a:srgbClr val="379CF7"/>
    <a:srgbClr val="0074FD"/>
    <a:srgbClr val="302F31"/>
    <a:srgbClr val="2760C9"/>
    <a:srgbClr val="3172F3"/>
    <a:srgbClr val="FBF8F2"/>
    <a:srgbClr val="FBF8F3"/>
    <a:srgbClr val="F5F2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82"/>
    <p:restoredTop sz="94658"/>
  </p:normalViewPr>
  <p:slideViewPr>
    <p:cSldViewPr snapToGrid="0">
      <p:cViewPr varScale="1">
        <p:scale>
          <a:sx n="120" d="100"/>
          <a:sy n="120" d="100"/>
        </p:scale>
        <p:origin x="496" y="184"/>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0A5C52"/>
                </a:solidFill>
                <a:latin typeface="MiSans VF Light" pitchFamily="2" charset="-122"/>
                <a:ea typeface="MiSans VF Light" pitchFamily="2" charset="-122"/>
                <a:cs typeface="MiSans VF Light" pitchFamily="2" charset="-122"/>
              </a:defRPr>
            </a:pPr>
            <a:r>
              <a:rPr lang="zh-CN" sz="1200" b="0" i="0" strike="noStrike" dirty="0">
                <a:solidFill>
                  <a:srgbClr val="0A5C52"/>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0A5C52"/>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0A5C52"/>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C8B-D047-B64D-01DD8AC6B70D}"/>
                </c:ext>
              </c:extLst>
            </c:dLbl>
            <c:dLbl>
              <c:idx val="1"/>
              <c:layout>
                <c:manualLayout>
                  <c:x val="9.2632300000000001E-2"/>
                </c:manualLayout>
              </c:layout>
              <c:numFmt formatCode="0%" sourceLinked="0"/>
              <c:spPr/>
              <c:txPr>
                <a:bodyPr vert="horz" wrap="square" anchor="ctr" anchorCtr="1"/>
                <a:lstStyle/>
                <a:p>
                  <a:pPr>
                    <a:defRPr sz="1197" b="1" i="0" strike="noStrike">
                      <a:solidFill>
                        <a:srgbClr val="0A5C52"/>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C8B-D047-B64D-01DD8AC6B70D}"/>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0A5C52"/>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C8B-D047-B64D-01DD8AC6B70D}"/>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0A5C52"/>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8B-D047-B64D-01DD8AC6B70D}"/>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0A5C52"/>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C8B-D047-B64D-01DD8AC6B70D}"/>
                </c:ext>
              </c:extLst>
            </c:dLbl>
            <c:numFmt formatCode="0%" sourceLinked="0"/>
            <c:spPr>
              <a:noFill/>
              <a:ln>
                <a:noFill/>
              </a:ln>
              <a:effectLst/>
            </c:spPr>
            <c:txPr>
              <a:bodyPr vert="horz" wrap="square" anchor="ctr" anchorCtr="1"/>
              <a:lstStyle/>
              <a:p>
                <a:pPr>
                  <a:defRPr sz="1197" b="0" i="0" strike="noStrike">
                    <a:solidFill>
                      <a:srgbClr val="0A5C52"/>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BC8B-D047-B64D-01DD8AC6B70D}"/>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0A5C52"/>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0A5C52">
                  <a:alpha val="50196"/>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bg1"/>
                </a:solidFill>
                <a:latin typeface="MiSans VF Light" pitchFamily="2" charset="-122"/>
                <a:ea typeface="MiSans VF Light" pitchFamily="2" charset="-122"/>
                <a:cs typeface="MiSans VF Light" pitchFamily="2" charset="-122"/>
              </a:defRPr>
            </a:pPr>
            <a:r>
              <a:rPr lang="zh-CN" sz="1200" b="0" i="0" strike="noStrike" dirty="0">
                <a:solidFill>
                  <a:schemeClr val="bg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FFFFFF"/>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4CB-0541-ADCF-0F0FC8E7CF9B}"/>
                </c:ext>
              </c:extLst>
            </c:dLbl>
            <c:dLbl>
              <c:idx val="1"/>
              <c:layout>
                <c:manualLayout>
                  <c:x val="9.2632300000000001E-2"/>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4CB-0541-ADCF-0F0FC8E7CF9B}"/>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4CB-0541-ADCF-0F0FC8E7CF9B}"/>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4CB-0541-ADCF-0F0FC8E7CF9B}"/>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4CB-0541-ADCF-0F0FC8E7CF9B}"/>
                </c:ext>
              </c:extLst>
            </c:dLbl>
            <c:numFmt formatCode="0%" sourceLinked="0"/>
            <c:spPr>
              <a:noFill/>
              <a:ln>
                <a:noFill/>
              </a:ln>
              <a:effectLst/>
            </c:spPr>
            <c:txPr>
              <a:bodyPr vert="horz" wrap="square" anchor="ctr" anchorCtr="1"/>
              <a:lstStyle/>
              <a:p>
                <a:pPr>
                  <a:defRPr sz="1197" b="0" i="0" strike="noStrike">
                    <a:solidFill>
                      <a:schemeClr val="bg1"/>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64CB-0541-ADCF-0F0FC8E7CF9B}"/>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bg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B8C88"/>
              </a:buClr>
              <a:buSzPts val="1800"/>
              <a:buNone/>
              <a:defRPr sz="1800">
                <a:solidFill>
                  <a:srgbClr val="7B8C88"/>
                </a:solidFill>
              </a:defRPr>
            </a:lvl1pPr>
            <a:lvl2pPr marL="914400" lvl="1" indent="-228600" algn="l">
              <a:lnSpc>
                <a:spcPct val="90000"/>
              </a:lnSpc>
              <a:spcBef>
                <a:spcPts val="400"/>
              </a:spcBef>
              <a:spcAft>
                <a:spcPts val="0"/>
              </a:spcAft>
              <a:buClr>
                <a:srgbClr val="7B8C88"/>
              </a:buClr>
              <a:buSzPts val="1500"/>
              <a:buNone/>
              <a:defRPr sz="1500">
                <a:solidFill>
                  <a:srgbClr val="7B8C88"/>
                </a:solidFill>
              </a:defRPr>
            </a:lvl2pPr>
            <a:lvl3pPr marL="1371600" lvl="2" indent="-228600" algn="l">
              <a:lnSpc>
                <a:spcPct val="90000"/>
              </a:lnSpc>
              <a:spcBef>
                <a:spcPts val="400"/>
              </a:spcBef>
              <a:spcAft>
                <a:spcPts val="0"/>
              </a:spcAft>
              <a:buClr>
                <a:srgbClr val="7B8C88"/>
              </a:buClr>
              <a:buSzPts val="1400"/>
              <a:buNone/>
              <a:defRPr sz="1400">
                <a:solidFill>
                  <a:srgbClr val="7B8C88"/>
                </a:solidFill>
              </a:defRPr>
            </a:lvl3pPr>
            <a:lvl4pPr marL="1828800" lvl="3" indent="-228600" algn="l">
              <a:lnSpc>
                <a:spcPct val="90000"/>
              </a:lnSpc>
              <a:spcBef>
                <a:spcPts val="400"/>
              </a:spcBef>
              <a:spcAft>
                <a:spcPts val="0"/>
              </a:spcAft>
              <a:buClr>
                <a:srgbClr val="7B8C88"/>
              </a:buClr>
              <a:buSzPts val="1200"/>
              <a:buNone/>
              <a:defRPr sz="1200">
                <a:solidFill>
                  <a:srgbClr val="7B8C88"/>
                </a:solidFill>
              </a:defRPr>
            </a:lvl4pPr>
            <a:lvl5pPr marL="2286000" lvl="4" indent="-228600" algn="l">
              <a:lnSpc>
                <a:spcPct val="90000"/>
              </a:lnSpc>
              <a:spcBef>
                <a:spcPts val="400"/>
              </a:spcBef>
              <a:spcAft>
                <a:spcPts val="0"/>
              </a:spcAft>
              <a:buClr>
                <a:srgbClr val="7B8C88"/>
              </a:buClr>
              <a:buSzPts val="1200"/>
              <a:buNone/>
              <a:defRPr sz="1200">
                <a:solidFill>
                  <a:srgbClr val="7B8C88"/>
                </a:solidFill>
              </a:defRPr>
            </a:lvl5pPr>
            <a:lvl6pPr marL="2743200" lvl="5" indent="-228600" algn="l">
              <a:lnSpc>
                <a:spcPct val="90000"/>
              </a:lnSpc>
              <a:spcBef>
                <a:spcPts val="400"/>
              </a:spcBef>
              <a:spcAft>
                <a:spcPts val="0"/>
              </a:spcAft>
              <a:buClr>
                <a:srgbClr val="7B8C88"/>
              </a:buClr>
              <a:buSzPts val="1200"/>
              <a:buNone/>
              <a:defRPr sz="1200">
                <a:solidFill>
                  <a:srgbClr val="7B8C88"/>
                </a:solidFill>
              </a:defRPr>
            </a:lvl6pPr>
            <a:lvl7pPr marL="3200400" lvl="6" indent="-228600" algn="l">
              <a:lnSpc>
                <a:spcPct val="90000"/>
              </a:lnSpc>
              <a:spcBef>
                <a:spcPts val="400"/>
              </a:spcBef>
              <a:spcAft>
                <a:spcPts val="0"/>
              </a:spcAft>
              <a:buClr>
                <a:srgbClr val="7B8C88"/>
              </a:buClr>
              <a:buSzPts val="1200"/>
              <a:buNone/>
              <a:defRPr sz="1200">
                <a:solidFill>
                  <a:srgbClr val="7B8C88"/>
                </a:solidFill>
              </a:defRPr>
            </a:lvl7pPr>
            <a:lvl8pPr marL="3657600" lvl="7" indent="-228600" algn="l">
              <a:lnSpc>
                <a:spcPct val="90000"/>
              </a:lnSpc>
              <a:spcBef>
                <a:spcPts val="400"/>
              </a:spcBef>
              <a:spcAft>
                <a:spcPts val="0"/>
              </a:spcAft>
              <a:buClr>
                <a:srgbClr val="7B8C88"/>
              </a:buClr>
              <a:buSzPts val="1200"/>
              <a:buNone/>
              <a:defRPr sz="1200">
                <a:solidFill>
                  <a:srgbClr val="7B8C88"/>
                </a:solidFill>
              </a:defRPr>
            </a:lvl8pPr>
            <a:lvl9pPr marL="4114800" lvl="8" indent="-228600" algn="l">
              <a:lnSpc>
                <a:spcPct val="90000"/>
              </a:lnSpc>
              <a:spcBef>
                <a:spcPts val="400"/>
              </a:spcBef>
              <a:spcAft>
                <a:spcPts val="0"/>
              </a:spcAft>
              <a:buClr>
                <a:srgbClr val="7B8C88"/>
              </a:buClr>
              <a:buSzPts val="1200"/>
              <a:buNone/>
              <a:defRPr sz="1200">
                <a:solidFill>
                  <a:srgbClr val="7B8C88"/>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B8C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B8C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B8C88"/>
                </a:solidFill>
                <a:latin typeface="Arial"/>
                <a:ea typeface="Arial"/>
                <a:cs typeface="Arial"/>
                <a:sym typeface="Arial"/>
              </a:defRPr>
            </a:lvl1pPr>
            <a:lvl2pPr marL="0" marR="0" lvl="1" indent="0" algn="r" rtl="0">
              <a:spcBef>
                <a:spcPts val="0"/>
              </a:spcBef>
              <a:buNone/>
              <a:defRPr sz="900" b="0" i="0" u="none" strike="noStrike" cap="none">
                <a:solidFill>
                  <a:srgbClr val="7B8C88"/>
                </a:solidFill>
                <a:latin typeface="Arial"/>
                <a:ea typeface="Arial"/>
                <a:cs typeface="Arial"/>
                <a:sym typeface="Arial"/>
              </a:defRPr>
            </a:lvl2pPr>
            <a:lvl3pPr marL="0" marR="0" lvl="2" indent="0" algn="r" rtl="0">
              <a:spcBef>
                <a:spcPts val="0"/>
              </a:spcBef>
              <a:buNone/>
              <a:defRPr sz="900" b="0" i="0" u="none" strike="noStrike" cap="none">
                <a:solidFill>
                  <a:srgbClr val="7B8C88"/>
                </a:solidFill>
                <a:latin typeface="Arial"/>
                <a:ea typeface="Arial"/>
                <a:cs typeface="Arial"/>
                <a:sym typeface="Arial"/>
              </a:defRPr>
            </a:lvl3pPr>
            <a:lvl4pPr marL="0" marR="0" lvl="3" indent="0" algn="r" rtl="0">
              <a:spcBef>
                <a:spcPts val="0"/>
              </a:spcBef>
              <a:buNone/>
              <a:defRPr sz="900" b="0" i="0" u="none" strike="noStrike" cap="none">
                <a:solidFill>
                  <a:srgbClr val="7B8C88"/>
                </a:solidFill>
                <a:latin typeface="Arial"/>
                <a:ea typeface="Arial"/>
                <a:cs typeface="Arial"/>
                <a:sym typeface="Arial"/>
              </a:defRPr>
            </a:lvl4pPr>
            <a:lvl5pPr marL="0" marR="0" lvl="4" indent="0" algn="r" rtl="0">
              <a:spcBef>
                <a:spcPts val="0"/>
              </a:spcBef>
              <a:buNone/>
              <a:defRPr sz="900" b="0" i="0" u="none" strike="noStrike" cap="none">
                <a:solidFill>
                  <a:srgbClr val="7B8C88"/>
                </a:solidFill>
                <a:latin typeface="Arial"/>
                <a:ea typeface="Arial"/>
                <a:cs typeface="Arial"/>
                <a:sym typeface="Arial"/>
              </a:defRPr>
            </a:lvl5pPr>
            <a:lvl6pPr marL="0" marR="0" lvl="5" indent="0" algn="r" rtl="0">
              <a:spcBef>
                <a:spcPts val="0"/>
              </a:spcBef>
              <a:buNone/>
              <a:defRPr sz="900" b="0" i="0" u="none" strike="noStrike" cap="none">
                <a:solidFill>
                  <a:srgbClr val="7B8C88"/>
                </a:solidFill>
                <a:latin typeface="Arial"/>
                <a:ea typeface="Arial"/>
                <a:cs typeface="Arial"/>
                <a:sym typeface="Arial"/>
              </a:defRPr>
            </a:lvl6pPr>
            <a:lvl7pPr marL="0" marR="0" lvl="6" indent="0" algn="r" rtl="0">
              <a:spcBef>
                <a:spcPts val="0"/>
              </a:spcBef>
              <a:buNone/>
              <a:defRPr sz="900" b="0" i="0" u="none" strike="noStrike" cap="none">
                <a:solidFill>
                  <a:srgbClr val="7B8C88"/>
                </a:solidFill>
                <a:latin typeface="Arial"/>
                <a:ea typeface="Arial"/>
                <a:cs typeface="Arial"/>
                <a:sym typeface="Arial"/>
              </a:defRPr>
            </a:lvl7pPr>
            <a:lvl8pPr marL="0" marR="0" lvl="7" indent="0" algn="r" rtl="0">
              <a:spcBef>
                <a:spcPts val="0"/>
              </a:spcBef>
              <a:buNone/>
              <a:defRPr sz="900" b="0" i="0" u="none" strike="noStrike" cap="none">
                <a:solidFill>
                  <a:srgbClr val="7B8C88"/>
                </a:solidFill>
                <a:latin typeface="Arial"/>
                <a:ea typeface="Arial"/>
                <a:cs typeface="Arial"/>
                <a:sym typeface="Arial"/>
              </a:defRPr>
            </a:lvl8pPr>
            <a:lvl9pPr marL="0" marR="0" lvl="8" indent="0" algn="r" rtl="0">
              <a:spcBef>
                <a:spcPts val="0"/>
              </a:spcBef>
              <a:buNone/>
              <a:defRPr sz="900" b="0" i="0" u="none" strike="noStrike" cap="none">
                <a:solidFill>
                  <a:srgbClr val="7B8C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7FAF8"/>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77"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0F8F7A"/>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0F8F7A"/>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0F8F7A"/>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F8F7A"/>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0F8F7A"/>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0F8F7A"/>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0F8F7A"/>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F8F7A"/>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0F8F7A"/>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F8F7A"/>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0F8F7A"/>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F8F7A"/>
                  </a:solidFill>
                  <a:latin typeface="MiSans VF Light" pitchFamily="2" charset="-122"/>
                  <a:ea typeface="MiSans VF Light" pitchFamily="2" charset="-122"/>
                  <a:cs typeface="MiSans VF Light" pitchFamily="2" charset="-122"/>
                  <a:sym typeface="SimHei"/>
                </a:rPr>
                <a:t>001</a:t>
              </a:r>
              <a:endParaRPr lang="zh-CN" altLang="en-US" sz="1600" dirty="0">
                <a:solidFill>
                  <a:srgbClr val="0F8F7A"/>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F8F7A"/>
                  </a:solidFill>
                  <a:latin typeface="MiSans VF Light" pitchFamily="2" charset="-122"/>
                  <a:ea typeface="MiSans VF Light" pitchFamily="2" charset="-122"/>
                  <a:cs typeface="MiSans VF Light" pitchFamily="2" charset="-122"/>
                  <a:sym typeface="SimHei"/>
                </a:rPr>
                <a:t>002</a:t>
              </a:r>
              <a:endParaRPr lang="zh-CN" altLang="en-US" sz="1600" dirty="0">
                <a:solidFill>
                  <a:srgbClr val="0F8F7A"/>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F8F7A"/>
                  </a:solidFill>
                  <a:latin typeface="MiSans VF Light" pitchFamily="2" charset="-122"/>
                  <a:ea typeface="MiSans VF Light" pitchFamily="2" charset="-122"/>
                  <a:cs typeface="MiSans VF Light" pitchFamily="2" charset="-122"/>
                  <a:sym typeface="SimHei"/>
                </a:rPr>
                <a:t>003</a:t>
              </a:r>
              <a:endParaRPr lang="zh-CN" altLang="en-US" sz="1600" dirty="0">
                <a:solidFill>
                  <a:srgbClr val="0F8F7A"/>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F8F7A"/>
                  </a:solidFill>
                  <a:latin typeface="MiSans VF Light" pitchFamily="2" charset="-122"/>
                  <a:ea typeface="MiSans VF Light" pitchFamily="2" charset="-122"/>
                  <a:cs typeface="MiSans VF Light" pitchFamily="2" charset="-122"/>
                  <a:sym typeface="SimHei"/>
                </a:rPr>
                <a:t>004</a:t>
              </a:r>
              <a:endParaRPr lang="zh-CN" altLang="en-US" sz="1600" dirty="0">
                <a:solidFill>
                  <a:srgbClr val="0F8F7A"/>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0F8F7A"/>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0F8F7A"/>
              </a:solidFill>
              <a:latin typeface="MiSans VF Bold" pitchFamily="2" charset="-122"/>
              <a:ea typeface="MiSans VF Bold" pitchFamily="2" charset="-122"/>
              <a:cs typeface="MiSans VF Bold" pitchFamily="2" charset="-122"/>
              <a:sym typeface="ChillYunmoGothicBold"/>
            </a:endParaRPr>
          </a:p>
          <a:p>
            <a:pPr>
              <a:defRPr/>
            </a:pPr>
            <a:r>
              <a:rPr lang="en-US" altLang="zh-CN" sz="4000" b="1" i="1" dirty="0">
                <a:solidFill>
                  <a:srgbClr val="0F8F7A"/>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F8F7A"/>
                  </a:solidFill>
                  <a:latin typeface="MiSans VF Light" pitchFamily="2" charset="-122"/>
                  <a:ea typeface="MiSans VF Light" pitchFamily="2" charset="-122"/>
                  <a:cs typeface="MiSans VF Light" pitchFamily="2" charset="-122"/>
                  <a:sym typeface="SimHei"/>
                </a:rPr>
                <a:t>000</a:t>
              </a:r>
              <a:endParaRPr lang="zh-CN" altLang="en-US" sz="1600" dirty="0">
                <a:solidFill>
                  <a:srgbClr val="0F8F7A"/>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82572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0F8F7A"/>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26312F"/>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0F8F7A"/>
                </a:solidFill>
                <a:latin typeface="MiSans VF Thin" pitchFamily="2" charset="-122"/>
                <a:ea typeface="MiSans VF Thin" pitchFamily="2" charset="-122"/>
                <a:cs typeface="MiSans VF Thin" pitchFamily="2" charset="-122"/>
                <a:sym typeface="SimHei"/>
              </a:rPr>
              <a:t>01</a:t>
            </a:r>
            <a:endParaRPr lang="zh-CN" altLang="en-US" sz="4000" dirty="0">
              <a:solidFill>
                <a:srgbClr val="0F8F7A"/>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0F8F7A"/>
                </a:solidFill>
                <a:latin typeface="MiSans VF Thin" pitchFamily="2" charset="-122"/>
                <a:ea typeface="MiSans VF Thin" pitchFamily="2" charset="-122"/>
                <a:cs typeface="MiSans VF Thin" pitchFamily="2" charset="-122"/>
                <a:sym typeface="SimHei"/>
              </a:rPr>
              <a:t>02</a:t>
            </a:r>
            <a:endParaRPr lang="zh-CN" altLang="en-US" sz="4000" dirty="0">
              <a:solidFill>
                <a:srgbClr val="0F8F7A"/>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0F8F7A"/>
                </a:solidFill>
                <a:latin typeface="MiSans VF Thin" pitchFamily="2" charset="-122"/>
                <a:ea typeface="MiSans VF Thin" pitchFamily="2" charset="-122"/>
                <a:cs typeface="MiSans VF Thin" pitchFamily="2" charset="-122"/>
                <a:sym typeface="SimHei"/>
              </a:rPr>
              <a:t>03</a:t>
            </a:r>
            <a:endParaRPr lang="zh-CN" altLang="en-US" sz="4000" dirty="0">
              <a:solidFill>
                <a:srgbClr val="0F8F7A"/>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0F8F7A"/>
                </a:solidFill>
                <a:latin typeface="MiSans VF Thin" pitchFamily="2" charset="-122"/>
                <a:ea typeface="MiSans VF Thin" pitchFamily="2" charset="-122"/>
                <a:cs typeface="MiSans VF Thin" pitchFamily="2" charset="-122"/>
                <a:sym typeface="SimHei"/>
              </a:rPr>
              <a:t>04</a:t>
            </a:r>
            <a:endParaRPr lang="zh-CN" altLang="en-US" sz="4000" dirty="0">
              <a:solidFill>
                <a:srgbClr val="0F8F7A"/>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0F8F7A"/>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F8F7A"/>
                </a:solidFill>
                <a:latin typeface="Didot" panose="02000503000000020003" pitchFamily="2" charset="-79"/>
                <a:ea typeface="MiSans VF Bold" pitchFamily="2" charset="-122"/>
                <a:cs typeface="Didot" panose="02000503000000020003" pitchFamily="2" charset="-79"/>
                <a:sym typeface="ChillYunmoGothicBold"/>
              </a:rPr>
              <a:t>001</a:t>
            </a:r>
          </a:p>
          <a:p>
            <a:pPr>
              <a:defRPr/>
            </a:pPr>
            <a:r>
              <a:rPr lang="en-US" altLang="zh-CN" sz="4000" b="1" i="1" dirty="0">
                <a:solidFill>
                  <a:srgbClr val="0F8F7A"/>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诊断</a:t>
            </a:r>
            <a:r>
              <a:rPr lang="en-US" altLang="zh-CN" sz="4000" b="1" dirty="0">
                <a:solidFill>
                  <a:srgbClr val="26312F"/>
                </a:solidFill>
                <a:latin typeface="MiSans VF Bold" pitchFamily="2" charset="-122"/>
                <a:ea typeface="MiSans VF Bold" pitchFamily="2" charset="-122"/>
                <a:cs typeface="MiSans VF Bold" pitchFamily="2" charset="-122"/>
                <a:sym typeface="SimHei"/>
              </a:rPr>
              <a:t>:</a:t>
            </a:r>
            <a:r>
              <a:rPr lang="zh-CN" altLang="en-US" sz="4000" b="1" dirty="0">
                <a:solidFill>
                  <a:srgbClr val="26312F"/>
                </a:solidFill>
                <a:latin typeface="MiSans VF Bold" pitchFamily="2" charset="-122"/>
                <a:ea typeface="MiSans VF Bold" pitchFamily="2" charset="-122"/>
                <a:cs typeface="MiSans VF Bold" pitchFamily="2" charset="-122"/>
                <a:sym typeface="SimHei"/>
              </a:rPr>
              <a:t> </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AF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AF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都在</a:t>
            </a:r>
            <a:r>
              <a:rPr lang="zh-CN" altLang="en-US" sz="4000" b="1" dirty="0">
                <a:solidFill>
                  <a:srgbClr val="0F8F7A"/>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0F8F7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7FAF8"/>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F7FAF8"/>
              </a:solidFill>
              <a:latin typeface="Didot" panose="02000503000000020003" pitchFamily="2" charset="-79"/>
              <a:ea typeface="MiSans VF Bold" pitchFamily="2" charset="-122"/>
              <a:cs typeface="Didot" panose="02000503000000020003" pitchFamily="2" charset="-79"/>
              <a:sym typeface="SimHei"/>
            </a:endParaRPr>
          </a:p>
        </p:txBody>
      </p:sp>
      <p:pic>
        <p:nvPicPr>
          <p:cNvPr id="14" name="图片 13">
            <a:extLst>
              <a:ext uri="{FF2B5EF4-FFF2-40B4-BE49-F238E27FC236}">
                <a16:creationId xmlns:a16="http://schemas.microsoft.com/office/drawing/2014/main" id="{EE87327B-9879-F396-991A-5EA9E4C8BA80}"/>
              </a:ext>
            </a:extLst>
          </p:cNvPr>
          <p:cNvPicPr>
            <a:picLocks noChangeAspect="1"/>
          </p:cNvPicPr>
          <p:nvPr/>
        </p:nvPicPr>
        <p:blipFill>
          <a:blip r:embed="rId2"/>
          <a:srcRect r="2060" b="17443"/>
          <a:stretch>
            <a:fillRect/>
          </a:stretch>
        </p:blipFill>
        <p:spPr>
          <a:xfrm rot="5400000">
            <a:off x="7198534" y="1406422"/>
            <a:ext cx="3779450" cy="5661794"/>
          </a:xfrm>
          <a:prstGeom prst="rect">
            <a:avLst/>
          </a:prstGeom>
        </p:spPr>
      </p:pic>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26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0F8F7A"/>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26312F"/>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26312F"/>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AF6F1">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AF6F1">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F8F7A"/>
                </a:solidFill>
                <a:latin typeface="Didot" panose="02000503000000020003" pitchFamily="2" charset="-79"/>
                <a:ea typeface="MiSans VF Bold" pitchFamily="2" charset="-122"/>
                <a:cs typeface="Didot" panose="02000503000000020003" pitchFamily="2" charset="-79"/>
                <a:sym typeface="ChillYunmoGothicBold"/>
              </a:rPr>
              <a:t>002</a:t>
            </a:r>
          </a:p>
          <a:p>
            <a:pPr>
              <a:defRPr/>
            </a:pPr>
            <a:r>
              <a:rPr lang="en-US" altLang="zh-CN" sz="4000" b="1" i="1" dirty="0">
                <a:solidFill>
                  <a:srgbClr val="0F8F7A"/>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8" y="1206344"/>
            <a:ext cx="733199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6312F"/>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6312F"/>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26312F"/>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AF6F1">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AF6F1">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F8F7A"/>
                </a:solidFill>
                <a:latin typeface="Didot" panose="02000503000000020003" pitchFamily="2" charset="-79"/>
                <a:ea typeface="MiSans VF Bold" pitchFamily="2" charset="-122"/>
                <a:cs typeface="Didot" panose="02000503000000020003" pitchFamily="2" charset="-79"/>
                <a:sym typeface="ChillYunmoGothicBold"/>
              </a:rPr>
              <a:t>003</a:t>
            </a:r>
          </a:p>
          <a:p>
            <a:pPr>
              <a:defRPr/>
            </a:pPr>
            <a:r>
              <a:rPr lang="en-US" altLang="zh-CN" sz="4000" b="1" i="1" dirty="0">
                <a:solidFill>
                  <a:srgbClr val="0F8F7A"/>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26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6312F"/>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52B8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#3172F4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#559AF0</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#FFFFFF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#060407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825769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26312F"/>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26312F"/>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26312F"/>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26312F"/>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8" y="1206344"/>
            <a:ext cx="801314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26312F"/>
                </a:solidFill>
                <a:latin typeface="MiSans VF Bold" pitchFamily="2" charset="-122"/>
                <a:ea typeface="MiSans VF Bold" pitchFamily="2" charset="-122"/>
                <a:cs typeface="MiSans VF Bold" pitchFamily="2" charset="-122"/>
                <a:sym typeface="SimHei"/>
              </a:rPr>
              <a:t>BRAND</a:t>
            </a:r>
            <a:r>
              <a:rPr lang="zh-CN" altLang="en-US" b="1" dirty="0">
                <a:solidFill>
                  <a:srgbClr val="26312F"/>
                </a:solidFill>
                <a:latin typeface="MiSans VF Bold" pitchFamily="2" charset="-122"/>
                <a:ea typeface="MiSans VF Bold" pitchFamily="2" charset="-122"/>
                <a:cs typeface="MiSans VF Bold" pitchFamily="2" charset="-122"/>
                <a:sym typeface="SimHei"/>
              </a:rPr>
              <a:t> </a:t>
            </a:r>
            <a:r>
              <a:rPr lang="en-US" altLang="zh-CN" b="1" dirty="0">
                <a:solidFill>
                  <a:srgbClr val="26312F"/>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26312F"/>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81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4296D62C-6F46-00A8-0557-D3143307E79A}"/>
              </a:ext>
            </a:extLst>
          </p:cNvPr>
          <p:cNvGraphicFramePr/>
          <p:nvPr>
            <p:extLst>
              <p:ext uri="{D42A27DB-BD31-4B8C-83A1-F6EECF244321}">
                <p14:modId xmlns:p14="http://schemas.microsoft.com/office/powerpoint/2010/main" val="3717138375"/>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8F7A"/>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EAF6F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AF6F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EAF6F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EAF6F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AF6F1"/>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EAF6F1"/>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8" y="1206344"/>
            <a:ext cx="942727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EAF6F1"/>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EAF6F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EAF6F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DE083AAF-9CA6-BAEB-EAA6-E70ACEE4071F}"/>
              </a:ext>
            </a:extLst>
          </p:cNvPr>
          <p:cNvGraphicFramePr/>
          <p:nvPr>
            <p:extLst>
              <p:ext uri="{D42A27DB-BD31-4B8C-83A1-F6EECF244321}">
                <p14:modId xmlns:p14="http://schemas.microsoft.com/office/powerpoint/2010/main" val="3793166845"/>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CC1836CB-9063-A7A7-4AB1-813ED7E7EBCF}"/>
              </a:ext>
            </a:extLst>
          </p:cNvPr>
          <p:cNvSpPr/>
          <p:nvPr/>
        </p:nvSpPr>
        <p:spPr>
          <a:xfrm>
            <a:off x="5317152" y="859393"/>
            <a:ext cx="3937973" cy="5436277"/>
          </a:xfrm>
          <a:prstGeom prst="rect">
            <a:avLst/>
          </a:prstGeom>
          <a:pattFill prst="ltDn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78278C83-B047-E02C-5392-50F915C11682}"/>
              </a:ext>
            </a:extLst>
          </p:cNvPr>
          <p:cNvSpPr/>
          <p:nvPr/>
        </p:nvSpPr>
        <p:spPr>
          <a:xfrm>
            <a:off x="9277720" y="3245578"/>
            <a:ext cx="2455561" cy="3050091"/>
          </a:xfrm>
          <a:prstGeom prst="rect">
            <a:avLst/>
          </a:prstGeom>
          <a:pattFill prst="pct50">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7CF6F23A-4661-6F12-CF46-11DF3E607E5D}"/>
              </a:ext>
            </a:extLst>
          </p:cNvPr>
          <p:cNvSpPr/>
          <p:nvPr/>
        </p:nvSpPr>
        <p:spPr>
          <a:xfrm>
            <a:off x="9277720" y="860529"/>
            <a:ext cx="2455561" cy="2358734"/>
          </a:xfrm>
          <a:prstGeom prst="rect">
            <a:avLst/>
          </a:prstGeom>
          <a:pattFill prst="pct70">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49635E">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49635E">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49635E">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49635E">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49635E">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49635E">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49635E">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49635E">
                  <a:alpha val="50000"/>
                </a:srgbClr>
              </a:solidFill>
              <a:latin typeface="MiSans VF Light" pitchFamily="2" charset="-122"/>
              <a:ea typeface="MiSans VF Light" pitchFamily="2" charset="-122"/>
              <a:cs typeface="MiSans VF Light" pitchFamily="2" charset="-122"/>
              <a:sym typeface="JetBrains Mono"/>
            </a:endParaRPr>
          </a:p>
        </p:txBody>
      </p:sp>
      <p:sp>
        <p:nvSpPr>
          <p:cNvPr id="10" name="矩形 9">
            <a:extLst>
              <a:ext uri="{FF2B5EF4-FFF2-40B4-BE49-F238E27FC236}">
                <a16:creationId xmlns:a16="http://schemas.microsoft.com/office/drawing/2014/main" id="{C03335C0-D9A6-C4CE-BFDC-80747A989476}"/>
              </a:ext>
            </a:extLst>
          </p:cNvPr>
          <p:cNvSpPr/>
          <p:nvPr/>
        </p:nvSpPr>
        <p:spPr>
          <a:xfrm>
            <a:off x="524795" y="1069129"/>
            <a:ext cx="1962681" cy="4719741"/>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PIC</a:t>
            </a:r>
          </a:p>
        </p:txBody>
      </p:sp>
      <p:sp>
        <p:nvSpPr>
          <p:cNvPr id="5" name="矩形 4">
            <a:extLst>
              <a:ext uri="{FF2B5EF4-FFF2-40B4-BE49-F238E27FC236}">
                <a16:creationId xmlns:a16="http://schemas.microsoft.com/office/drawing/2014/main" id="{A2845D89-8055-A273-5FA3-23371D0DE90E}"/>
              </a:ext>
            </a:extLst>
          </p:cNvPr>
          <p:cNvSpPr/>
          <p:nvPr/>
        </p:nvSpPr>
        <p:spPr>
          <a:xfrm>
            <a:off x="2510071" y="1069129"/>
            <a:ext cx="6739946" cy="4719739"/>
          </a:xfrm>
          <a:prstGeom prst="rect">
            <a:avLst/>
          </a:prstGeom>
          <a:pattFill prst="ltDn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0370653D-DAAA-949E-E9BD-B0EEEBD91165}"/>
              </a:ext>
            </a:extLst>
          </p:cNvPr>
          <p:cNvSpPr/>
          <p:nvPr/>
        </p:nvSpPr>
        <p:spPr>
          <a:xfrm>
            <a:off x="9272611" y="3455315"/>
            <a:ext cx="2455561" cy="2332420"/>
          </a:xfrm>
          <a:prstGeom prst="rect">
            <a:avLst/>
          </a:prstGeom>
          <a:pattFill prst="pct50">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25E949B3-7149-3106-1223-6BAF097F9072}"/>
              </a:ext>
            </a:extLst>
          </p:cNvPr>
          <p:cNvSpPr/>
          <p:nvPr/>
        </p:nvSpPr>
        <p:spPr>
          <a:xfrm>
            <a:off x="9272611" y="1070265"/>
            <a:ext cx="2455561" cy="2358734"/>
          </a:xfrm>
          <a:prstGeom prst="rect">
            <a:avLst/>
          </a:prstGeom>
          <a:pattFill prst="pct70">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9" y="1206344"/>
            <a:ext cx="852350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这是</a:t>
            </a:r>
            <a:r>
              <a:rPr lang="zh-CN" altLang="en-US" sz="4000" b="1" dirty="0">
                <a:solidFill>
                  <a:srgbClr val="0F8F7A"/>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0F8F7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0F8F7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0F8F7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8" y="1206344"/>
            <a:ext cx="870426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这是</a:t>
            </a:r>
            <a:r>
              <a:rPr lang="zh-CN" altLang="en-US" sz="4000" b="1" dirty="0">
                <a:solidFill>
                  <a:srgbClr val="0F8F7A"/>
                </a:solidFill>
                <a:latin typeface="MiSans VF Bold" pitchFamily="2" charset="-122"/>
                <a:ea typeface="MiSans VF Bold" pitchFamily="2" charset="-122"/>
                <a:cs typeface="MiSans VF Bold" pitchFamily="2" charset="-122"/>
                <a:sym typeface="SimHei"/>
              </a:rPr>
              <a:t>多列</a:t>
            </a:r>
            <a:r>
              <a:rPr lang="zh-CN" altLang="en-US" sz="4000" b="1" dirty="0">
                <a:solidFill>
                  <a:srgbClr val="26312F"/>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6312F"/>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6312F"/>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6312F"/>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9" y="1206344"/>
            <a:ext cx="830022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这是双行文案</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6312F"/>
                </a:solidFill>
                <a:latin typeface="MiSans VF Bold" pitchFamily="2" charset="-122"/>
                <a:ea typeface="MiSans VF Bold" pitchFamily="2" charset="-122"/>
                <a:cs typeface="MiSans VF Bold" pitchFamily="2" charset="-122"/>
                <a:sym typeface="SimHei"/>
              </a:rPr>
              <a:t>01</a:t>
            </a:r>
            <a:r>
              <a:rPr lang="zh-CN" altLang="en-US" sz="2000" b="1" dirty="0">
                <a:solidFill>
                  <a:srgbClr val="26312F"/>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6312F"/>
                </a:solidFill>
                <a:latin typeface="MiSans VF Bold" pitchFamily="2" charset="-122"/>
                <a:ea typeface="MiSans VF Bold" pitchFamily="2" charset="-122"/>
                <a:cs typeface="MiSans VF Bold" pitchFamily="2" charset="-122"/>
                <a:sym typeface="SimHei"/>
              </a:rPr>
              <a:t>02</a:t>
            </a:r>
            <a:r>
              <a:rPr lang="zh-CN" altLang="en-US" sz="2000" b="1" dirty="0">
                <a:solidFill>
                  <a:srgbClr val="26312F"/>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805740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这是三列文案</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F8F7A"/>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F8F7A"/>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F8F7A"/>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F8F7A"/>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F8F7A"/>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8" y="1206344"/>
            <a:ext cx="839588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26312F"/>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26312F"/>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52B8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2B8A3"/>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0A5C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6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6312F"/>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6312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6312F"/>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6312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6312F"/>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AF6F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AF6F1"/>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AF6F1"/>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AF6F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AF6F1"/>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AF6F1"/>
                </a:solidFill>
                <a:latin typeface="Didot" panose="02000503000000020003" pitchFamily="2" charset="-79"/>
                <a:ea typeface="MiSans VF Bold" pitchFamily="2" charset="-122"/>
                <a:cs typeface="Didot" panose="02000503000000020003" pitchFamily="2" charset="-79"/>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52B8A3">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0F8F7A"/>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0F8F7A"/>
              </a:solidFill>
              <a:latin typeface="MiSans VF Bold" pitchFamily="2" charset="-122"/>
              <a:ea typeface="MiSans VF Bold" pitchFamily="2" charset="-122"/>
              <a:cs typeface="MiSans VF Bold" pitchFamily="2" charset="-122"/>
            </a:endParaRPr>
          </a:p>
          <a:p>
            <a:pPr>
              <a:lnSpc>
                <a:spcPts val="7000"/>
              </a:lnSpc>
              <a:defRPr/>
            </a:pPr>
            <a:r>
              <a:rPr lang="en-US" altLang="zh-CN" sz="62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62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62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F8F7A"/>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0F8F7A"/>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0F8F7A"/>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0F8F7A"/>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F8F7A"/>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0F8F7A"/>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F8F7A"/>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0F8F7A"/>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26312F"/>
      </a:dk1>
      <a:lt1>
        <a:srgbClr val="FFFFFF"/>
      </a:lt1>
      <a:dk2>
        <a:srgbClr val="4E605C"/>
      </a:dk2>
      <a:lt2>
        <a:srgbClr val="E6EFEC"/>
      </a:lt2>
      <a:accent1>
        <a:srgbClr val="0F8F7A"/>
      </a:accent1>
      <a:accent2>
        <a:srgbClr val="D39B32"/>
      </a:accent2>
      <a:accent3>
        <a:srgbClr val="A7B3AF"/>
      </a:accent3>
      <a:accent4>
        <a:srgbClr val="F0C64C"/>
      </a:accent4>
      <a:accent5>
        <a:srgbClr val="52B8A3"/>
      </a:accent5>
      <a:accent6>
        <a:srgbClr val="86B73F"/>
      </a:accent6>
      <a:hlink>
        <a:srgbClr val="0A6F63"/>
      </a:hlink>
      <a:folHlink>
        <a:srgbClr val="7C6F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6312F">
                <a:alpha val="38000"/>
              </a:srgbClr>
            </a:outerShdw>
          </a:effectLst>
        </a:effectStyle>
        <a:effectStyle>
          <a:effectLst>
            <a:outerShdw blurRad="40000" dist="23000" dir="5400000" rotWithShape="0">
              <a:srgbClr val="26312F">
                <a:alpha val="35000"/>
              </a:srgbClr>
            </a:outerShdw>
          </a:effectLst>
        </a:effectStyle>
        <a:effectStyle>
          <a:effectLst>
            <a:outerShdw blurRad="40000" dist="23000" dir="5400000" rotWithShape="0">
              <a:srgbClr val="26312F">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6312F"/>
      </a:dk1>
      <a:lt1>
        <a:srgbClr val="FFFFFF"/>
      </a:lt1>
      <a:dk2>
        <a:srgbClr val="4E605C"/>
      </a:dk2>
      <a:lt2>
        <a:srgbClr val="E6EFEC"/>
      </a:lt2>
      <a:accent1>
        <a:srgbClr val="0F8F7A"/>
      </a:accent1>
      <a:accent2>
        <a:srgbClr val="D39B32"/>
      </a:accent2>
      <a:accent3>
        <a:srgbClr val="A7B3AF"/>
      </a:accent3>
      <a:accent4>
        <a:srgbClr val="F0C64C"/>
      </a:accent4>
      <a:accent5>
        <a:srgbClr val="52B8A3"/>
      </a:accent5>
      <a:accent6>
        <a:srgbClr val="86B73F"/>
      </a:accent6>
      <a:hlink>
        <a:srgbClr val="0A6F63"/>
      </a:hlink>
      <a:folHlink>
        <a:srgbClr val="7C6F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6312F">
                <a:alpha val="38000"/>
              </a:srgbClr>
            </a:outerShdw>
          </a:effectLst>
        </a:effectStyle>
        <a:effectStyle>
          <a:effectLst>
            <a:outerShdw blurRad="40000" dist="23000" dir="5400000" rotWithShape="0">
              <a:srgbClr val="26312F">
                <a:alpha val="35000"/>
              </a:srgbClr>
            </a:outerShdw>
          </a:effectLst>
        </a:effectStyle>
        <a:effectStyle>
          <a:effectLst>
            <a:outerShdw blurRad="40000" dist="23000" dir="5400000" rotWithShape="0">
              <a:srgbClr val="26312F">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6312F"/>
      </a:dk1>
      <a:lt1>
        <a:srgbClr val="FFFFFF"/>
      </a:lt1>
      <a:dk2>
        <a:srgbClr val="4E605C"/>
      </a:dk2>
      <a:lt2>
        <a:srgbClr val="E6EFEC"/>
      </a:lt2>
      <a:accent1>
        <a:srgbClr val="0F8F7A"/>
      </a:accent1>
      <a:accent2>
        <a:srgbClr val="D39B32"/>
      </a:accent2>
      <a:accent3>
        <a:srgbClr val="A7B3AF"/>
      </a:accent3>
      <a:accent4>
        <a:srgbClr val="F0C64C"/>
      </a:accent4>
      <a:accent5>
        <a:srgbClr val="52B8A3"/>
      </a:accent5>
      <a:accent6>
        <a:srgbClr val="86B73F"/>
      </a:accent6>
      <a:hlink>
        <a:srgbClr val="0A6F63"/>
      </a:hlink>
      <a:folHlink>
        <a:srgbClr val="7C6F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6312F">
                <a:alpha val="38000"/>
              </a:srgbClr>
            </a:outerShdw>
          </a:effectLst>
        </a:effectStyle>
        <a:effectStyle>
          <a:effectLst>
            <a:outerShdw blurRad="40000" dist="23000" dir="5400000" rotWithShape="0">
              <a:srgbClr val="26312F">
                <a:alpha val="35000"/>
              </a:srgbClr>
            </a:outerShdw>
          </a:effectLst>
        </a:effectStyle>
        <a:effectStyle>
          <a:effectLst>
            <a:outerShdw blurRad="40000" dist="23000" dir="5400000" rotWithShape="0">
              <a:srgbClr val="26312F">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124</TotalTime>
  <Words>2023</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MiSans VF Bold</vt:lpstr>
      <vt:lpstr>MiSans VF Demibold</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5</cp:revision>
  <dcterms:created xsi:type="dcterms:W3CDTF">2026-06-02T14:06:00Z</dcterms:created>
  <dcterms:modified xsi:type="dcterms:W3CDTF">2026-06-08T10:53:13Z</dcterms:modified>
</cp:coreProperties>
</file>