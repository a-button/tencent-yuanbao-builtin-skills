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32"/>
  </p:notesMasterIdLst>
  <p:sldIdLst>
    <p:sldId id="256" r:id="rId3"/>
    <p:sldId id="266" r:id="rId4"/>
    <p:sldId id="297" r:id="rId5"/>
    <p:sldId id="299" r:id="rId6"/>
    <p:sldId id="267" r:id="rId7"/>
    <p:sldId id="300" r:id="rId8"/>
    <p:sldId id="301" r:id="rId9"/>
    <p:sldId id="302" r:id="rId10"/>
    <p:sldId id="275" r:id="rId11"/>
    <p:sldId id="303" r:id="rId12"/>
    <p:sldId id="304" r:id="rId13"/>
    <p:sldId id="305" r:id="rId14"/>
    <p:sldId id="296" r:id="rId15"/>
    <p:sldId id="279" r:id="rId16"/>
    <p:sldId id="307" r:id="rId17"/>
    <p:sldId id="277" r:id="rId18"/>
    <p:sldId id="308" r:id="rId19"/>
    <p:sldId id="309" r:id="rId20"/>
    <p:sldId id="310" r:id="rId21"/>
    <p:sldId id="311" r:id="rId22"/>
    <p:sldId id="312" r:id="rId23"/>
    <p:sldId id="313" r:id="rId24"/>
    <p:sldId id="314" r:id="rId25"/>
    <p:sldId id="291" r:id="rId26"/>
    <p:sldId id="292" r:id="rId27"/>
    <p:sldId id="315" r:id="rId28"/>
    <p:sldId id="316" r:id="rId29"/>
    <p:sldId id="317" r:id="rId30"/>
    <p:sldId id="318" r:id="rId3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87E86"/>
          </p15:clr>
        </p15:guide>
        <p15:guide id="2" pos="2880">
          <p15:clr>
            <a:srgbClr val="787E86"/>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ED2FF"/>
    <a:srgbClr val="123A5C"/>
    <a:srgbClr val="1F6FB2"/>
    <a:srgbClr val="15517F"/>
    <a:srgbClr val="3A8ED6"/>
    <a:srgbClr val="F9FBFD"/>
    <a:srgbClr val="0E426B"/>
    <a:srgbClr val="E8F1FA"/>
    <a:srgbClr val="FFFFFF"/>
    <a:srgbClr val="1644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844"/>
    <p:restoredTop sz="94658"/>
  </p:normalViewPr>
  <p:slideViewPr>
    <p:cSldViewPr snapToGrid="0">
      <p:cViewPr>
        <p:scale>
          <a:sx n="94" d="100"/>
          <a:sy n="94" d="100"/>
        </p:scale>
        <p:origin x="528" y="752"/>
      </p:cViewPr>
      <p:guideLst>
        <p:guide orient="horz" pos="1620"/>
        <p:guide pos="2880"/>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96" d="100"/>
          <a:sy n="96" d="100"/>
        </p:scale>
        <p:origin x="3120" y="17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lvl="1" algn="ctr">
              <a:lnSpc>
                <a:spcPct val="100000"/>
              </a:lnSpc>
              <a:defRPr sz="1862" b="0" i="0" strike="noStrike">
                <a:solidFill>
                  <a:schemeClr val="tx1">
                    <a:lumMod val="65000"/>
                    <a:lumOff val="35000"/>
                    <a:alpha val="100000"/>
                  </a:schemeClr>
                </a:solidFill>
                <a:latin typeface="MiSans VF Light" pitchFamily="2" charset="-122"/>
                <a:ea typeface="MiSans VF Light" pitchFamily="2" charset="-122"/>
                <a:cs typeface="MiSans VF Light" pitchFamily="2" charset="-122"/>
              </a:defRPr>
            </a:pPr>
            <a:r>
              <a:rPr lang="en-US" sz="1400" b="0" i="0" strike="noStrike" dirty="0">
                <a:solidFill>
                  <a:schemeClr val="tx1">
                    <a:lumMod val="65000"/>
                    <a:lumOff val="35000"/>
                    <a:alpha val="100000"/>
                  </a:schemeClr>
                </a:solidFill>
                <a:latin typeface="MiSans VF Light" pitchFamily="2" charset="-122"/>
                <a:ea typeface="MiSans VF Light" pitchFamily="2" charset="-122"/>
                <a:cs typeface="MiSans VF Light" pitchFamily="2" charset="-122"/>
              </a:rPr>
              <a:t>investment</a:t>
            </a:r>
            <a:endParaRPr lang="en-US" sz="1862" b="0" i="0" strike="noStrike" dirty="0">
              <a:solidFill>
                <a:schemeClr val="tx1">
                  <a:lumMod val="65000"/>
                  <a:lumOff val="35000"/>
                  <a:alpha val="100000"/>
                </a:schemeClr>
              </a:solidFill>
              <a:latin typeface="MiSans VF Light" pitchFamily="2" charset="-122"/>
              <a:ea typeface="MiSans VF Light" pitchFamily="2" charset="-122"/>
              <a:cs typeface="MiSans VF Light" pitchFamily="2" charset="-122"/>
            </a:endParaRPr>
          </a:p>
        </c:rich>
      </c:tx>
      <c:overlay val="0"/>
      <c:spPr>
        <a:noFill/>
        <a:ln>
          <a:noFill/>
        </a:ln>
        <a:effectLst/>
      </c:spPr>
    </c:title>
    <c:autoTitleDeleted val="0"/>
    <c:plotArea>
      <c:layout/>
      <c:barChart>
        <c:barDir val="bar"/>
        <c:grouping val="stacked"/>
        <c:varyColors val="0"/>
        <c:ser>
          <c:idx val="0"/>
          <c:order val="0"/>
          <c:tx>
            <c:v>investment USD B</c:v>
          </c:tx>
          <c:spPr>
            <a:solidFill>
              <a:srgbClr val="1F6FB2"/>
            </a:solidFill>
            <a:ln/>
          </c:spPr>
          <c:invertIfNegative val="1"/>
          <c:dLbls>
            <c:dLbl>
              <c:idx val="0"/>
              <c:layout>
                <c:manualLayout>
                  <c:x val="6.3569700000000007E-2"/>
                </c:manualLayout>
              </c:layout>
              <c:spPr/>
              <c:txPr>
                <a:bodyPr vert="horz" wrap="square" anchor="ctr" anchorCtr="1"/>
                <a:lstStyle/>
                <a:p>
                  <a:pPr>
                    <a:defRPr sz="1197" b="0" i="0" strike="noStrike">
                      <a:solidFill>
                        <a:srgbClr val="1F6FB2"/>
                      </a:solidFill>
                      <a:latin typeface="MiSans VF Semibold" pitchFamily="2" charset="-122"/>
                      <a:ea typeface="MiSans VF Semibold" pitchFamily="2" charset="-122"/>
                      <a:cs typeface="MiSans VF Semibold" pitchFamily="2" charset="-122"/>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653E-B14A-A10C-F941791096D1}"/>
                </c:ext>
              </c:extLst>
            </c:dLbl>
            <c:dLbl>
              <c:idx val="1"/>
              <c:layout>
                <c:manualLayout>
                  <c:x val="6.0546900000000001E-2"/>
                </c:manualLayout>
              </c:layout>
              <c:spPr/>
              <c:txPr>
                <a:bodyPr vert="horz" wrap="square" anchor="ctr" anchorCtr="1"/>
                <a:lstStyle/>
                <a:p>
                  <a:pPr>
                    <a:defRPr sz="1197" b="0" i="0" strike="noStrike">
                      <a:solidFill>
                        <a:srgbClr val="1F6FB2"/>
                      </a:solidFill>
                      <a:latin typeface="MiSans VF Semibold" pitchFamily="2" charset="-122"/>
                      <a:ea typeface="MiSans VF Semibold" pitchFamily="2" charset="-122"/>
                      <a:cs typeface="MiSans VF Semibold" pitchFamily="2" charset="-122"/>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53E-B14A-A10C-F941791096D1}"/>
                </c:ext>
              </c:extLst>
            </c:dLbl>
            <c:dLbl>
              <c:idx val="2"/>
              <c:layout>
                <c:manualLayout>
                  <c:x val="5.46875E-2"/>
                </c:manualLayout>
              </c:layout>
              <c:spPr/>
              <c:txPr>
                <a:bodyPr vert="horz" wrap="square" anchor="ctr" anchorCtr="1"/>
                <a:lstStyle/>
                <a:p>
                  <a:pPr>
                    <a:defRPr sz="1197" b="0" i="0" strike="noStrike">
                      <a:solidFill>
                        <a:srgbClr val="1F6FB2"/>
                      </a:solidFill>
                      <a:latin typeface="MiSans VF Semibold" pitchFamily="2" charset="-122"/>
                      <a:ea typeface="MiSans VF Semibold" pitchFamily="2" charset="-122"/>
                      <a:cs typeface="MiSans VF Semibold" pitchFamily="2" charset="-122"/>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53E-B14A-A10C-F941791096D1}"/>
                </c:ext>
              </c:extLst>
            </c:dLbl>
            <c:dLbl>
              <c:idx val="3"/>
              <c:layout>
                <c:manualLayout>
                  <c:x val="6.6406300000000001E-2"/>
                </c:manualLayout>
              </c:layout>
              <c:spPr/>
              <c:txPr>
                <a:bodyPr vert="horz" wrap="square" anchor="ctr" anchorCtr="1"/>
                <a:lstStyle/>
                <a:p>
                  <a:pPr>
                    <a:defRPr sz="1197" b="0" i="0" strike="noStrike">
                      <a:solidFill>
                        <a:srgbClr val="1F6FB2"/>
                      </a:solidFill>
                      <a:latin typeface="MiSans VF Semibold" pitchFamily="2" charset="-122"/>
                      <a:ea typeface="MiSans VF Semibold" pitchFamily="2" charset="-122"/>
                      <a:cs typeface="MiSans VF Semibold" pitchFamily="2" charset="-122"/>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653E-B14A-A10C-F941791096D1}"/>
                </c:ext>
              </c:extLst>
            </c:dLbl>
            <c:dLbl>
              <c:idx val="4"/>
              <c:layout>
                <c:manualLayout>
                  <c:x val="6.0546900000000001E-2"/>
                </c:manualLayout>
              </c:layout>
              <c:spPr/>
              <c:txPr>
                <a:bodyPr vert="horz" wrap="square" anchor="ctr" anchorCtr="1"/>
                <a:lstStyle/>
                <a:p>
                  <a:pPr>
                    <a:defRPr sz="1197" b="0" i="0" strike="noStrike">
                      <a:solidFill>
                        <a:srgbClr val="1F6FB2"/>
                      </a:solidFill>
                      <a:latin typeface="MiSans VF Semibold" pitchFamily="2" charset="-122"/>
                      <a:ea typeface="MiSans VF Semibold" pitchFamily="2" charset="-122"/>
                      <a:cs typeface="MiSans VF Semibold" pitchFamily="2" charset="-122"/>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653E-B14A-A10C-F941791096D1}"/>
                </c:ext>
              </c:extLst>
            </c:dLbl>
            <c:dLbl>
              <c:idx val="5"/>
              <c:layout>
                <c:manualLayout>
                  <c:x val="0.35559970231707416"/>
                  <c:y val="0"/>
                </c:manualLayout>
              </c:layout>
              <c:spPr/>
              <c:txPr>
                <a:bodyPr vert="horz" wrap="square" anchor="ctr" anchorCtr="1"/>
                <a:lstStyle/>
                <a:p>
                  <a:pPr>
                    <a:defRPr sz="1197" b="0" i="0" strike="noStrike">
                      <a:solidFill>
                        <a:srgbClr val="1F6FB2"/>
                      </a:solidFill>
                      <a:latin typeface="MiSans VF Semibold" pitchFamily="2" charset="-122"/>
                      <a:ea typeface="MiSans VF Semibold" pitchFamily="2" charset="-122"/>
                      <a:cs typeface="MiSans VF Semibold" pitchFamily="2" charset="-122"/>
                    </a:defRPr>
                  </a:pPr>
                  <a:endParaRPr lang="zh-CN"/>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653E-B14A-A10C-F941791096D1}"/>
                </c:ext>
              </c:extLst>
            </c:dLbl>
            <c:dLbl>
              <c:idx val="6"/>
              <c:layout>
                <c:manualLayout>
                  <c:x val="7.03125E-2"/>
                </c:manualLayout>
              </c:layout>
              <c:spPr/>
              <c:txPr>
                <a:bodyPr vert="horz" wrap="square" anchor="ctr" anchorCtr="1"/>
                <a:lstStyle/>
                <a:p>
                  <a:pPr>
                    <a:defRPr sz="1197" b="0" i="0" strike="noStrike">
                      <a:solidFill>
                        <a:srgbClr val="1F6FB2"/>
                      </a:solidFill>
                      <a:latin typeface="MiSans VF Semibold" pitchFamily="2" charset="-122"/>
                      <a:ea typeface="MiSans VF Semibold" pitchFamily="2" charset="-122"/>
                      <a:cs typeface="MiSans VF Semibold" pitchFamily="2" charset="-122"/>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653E-B14A-A10C-F941791096D1}"/>
                </c:ext>
              </c:extLst>
            </c:dLbl>
            <c:spPr>
              <a:noFill/>
              <a:ln>
                <a:noFill/>
              </a:ln>
              <a:effectLst/>
            </c:spPr>
            <c:txPr>
              <a:bodyPr vert="horz" wrap="square" anchor="ctr" anchorCtr="1"/>
              <a:lstStyle/>
              <a:p>
                <a:pPr>
                  <a:defRPr sz="1197" b="0" i="0" strike="noStrike">
                    <a:solidFill>
                      <a:srgbClr val="1F6FB2"/>
                    </a:solidFill>
                    <a:latin typeface="MiSans VF Semibold" pitchFamily="2" charset="-122"/>
                    <a:ea typeface="MiSans VF Semibold" pitchFamily="2" charset="-122"/>
                    <a:cs typeface="MiSans VF Semibold" pitchFamily="2" charset="-122"/>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Robotics+hardware</c:v>
              </c:pt>
              <c:pt idx="1">
                <c:v>Fintech</c:v>
              </c:pt>
              <c:pt idx="2">
                <c:v>Autonomous vehicle</c:v>
              </c:pt>
              <c:pt idx="3">
                <c:v>Medical &amp; health care</c:v>
              </c:pt>
              <c:pt idx="4">
                <c:v>Data management</c:v>
              </c:pt>
              <c:pt idx="5">
                <c:v>AI infra/research</c:v>
              </c:pt>
              <c:pt idx="6">
                <c:v>Other focus areas</c:v>
              </c:pt>
            </c:strLit>
          </c:cat>
          <c:val>
            <c:numLit>
              <c:formatCode>General</c:formatCode>
              <c:ptCount val="7"/>
              <c:pt idx="0">
                <c:v>2.6</c:v>
              </c:pt>
              <c:pt idx="1">
                <c:v>6.6</c:v>
              </c:pt>
              <c:pt idx="2">
                <c:v>9.4</c:v>
              </c:pt>
              <c:pt idx="3">
                <c:v>10.8</c:v>
              </c:pt>
              <c:pt idx="4">
                <c:v>16.600000000000001</c:v>
              </c:pt>
              <c:pt idx="5">
                <c:v>37.299999999999997</c:v>
              </c:pt>
              <c:pt idx="6">
                <c:v>37.5</c:v>
              </c:pt>
            </c:numLit>
          </c:val>
          <c:extLst>
            <c:ext xmlns:c14="http://schemas.microsoft.com/office/drawing/2007/8/2/chart" uri="{6F2FDCE9-48DA-4B69-8628-5D25D57E5C99}">
              <c14:invertSolidFillFmt>
                <c14:spPr xmlns:c14="http://schemas.microsoft.com/office/drawing/2007/8/2/chart">
                  <a:solidFill>
                    <a:srgbClr val="FFFFFF"/>
                  </a:solidFill>
                  <a:ln/>
                </c14:spPr>
              </c14:invertSolidFillFmt>
            </c:ext>
            <c:ext xmlns:c16="http://schemas.microsoft.com/office/drawing/2014/chart" uri="{C3380CC4-5D6E-409C-BE32-E72D297353CC}">
              <c16:uniqueId val="{00000007-653E-B14A-A10C-F941791096D1}"/>
            </c:ext>
          </c:extLst>
        </c:ser>
        <c:dLbls>
          <c:showLegendKey val="0"/>
          <c:showVal val="0"/>
          <c:showCatName val="0"/>
          <c:showSerName val="0"/>
          <c:showPercent val="0"/>
          <c:showBubbleSize val="0"/>
        </c:dLbls>
        <c:gapWidth val="150"/>
        <c:overlap val="100"/>
        <c:axId val="14548011"/>
        <c:axId val="14548012"/>
      </c:barChart>
      <c:catAx>
        <c:axId val="14548011"/>
        <c:scaling>
          <c:orientation val="minMax"/>
        </c:scaling>
        <c:delete val="0"/>
        <c:axPos val="l"/>
        <c:numFmt formatCode="General" sourceLinked="0"/>
        <c:majorTickMark val="none"/>
        <c:minorTickMark val="none"/>
        <c:tickLblPos val="nextTo"/>
        <c:spPr>
          <a:noFill/>
          <a:ln w="9525" cap="flat">
            <a:solidFill>
              <a:srgbClr val="D9D9D9">
                <a:alpha val="100000"/>
              </a:srgbClr>
            </a:solidFill>
            <a:round/>
          </a:ln>
          <a:effectLst/>
        </c:spPr>
        <c:txPr>
          <a:bodyPr/>
          <a:lstStyle/>
          <a:p>
            <a:pPr>
              <a:defRPr sz="1197" b="0" i="0" strike="noStrike">
                <a:solidFill>
                  <a:schemeClr val="tx1">
                    <a:lumMod val="65000"/>
                    <a:lumOff val="35000"/>
                    <a:alpha val="100000"/>
                  </a:schemeClr>
                </a:solidFill>
                <a:latin typeface="MiSans VF Light" pitchFamily="2" charset="-122"/>
                <a:ea typeface="MiSans VF Light" pitchFamily="2" charset="-122"/>
                <a:cs typeface="MiSans VF Light" pitchFamily="2" charset="-122"/>
              </a:defRPr>
            </a:pPr>
            <a:endParaRPr lang="zh-CN"/>
          </a:p>
        </c:txPr>
        <c:crossAx val="14548012"/>
        <c:crosses val="autoZero"/>
        <c:auto val="1"/>
        <c:lblAlgn val="ctr"/>
        <c:lblOffset val="100"/>
        <c:noMultiLvlLbl val="1"/>
      </c:catAx>
      <c:valAx>
        <c:axId val="14548012"/>
        <c:scaling>
          <c:orientation val="minMax"/>
        </c:scaling>
        <c:delete val="0"/>
        <c:axPos val="b"/>
        <c:majorGridlines>
          <c:spPr>
            <a:ln w="6350" cap="flat" cmpd="sng">
              <a:solidFill>
                <a:srgbClr val="1F6FB2">
                  <a:alpha val="30000"/>
                </a:srgbClr>
              </a:solidFill>
              <a:prstDash val="sysDot"/>
              <a:round/>
            </a:ln>
            <a:effectLst/>
          </c:spPr>
        </c:majorGridlines>
        <c:numFmt formatCode="General" sourceLinked="0"/>
        <c:majorTickMark val="none"/>
        <c:minorTickMark val="none"/>
        <c:tickLblPos val="nextTo"/>
        <c:spPr>
          <a:noFill/>
          <a:ln>
            <a:noFill/>
          </a:ln>
          <a:effectLst/>
        </c:spPr>
        <c:txPr>
          <a:bodyPr/>
          <a:lstStyle/>
          <a:p>
            <a:pPr>
              <a:defRPr sz="1197" b="0" i="0" strike="noStrike">
                <a:solidFill>
                  <a:schemeClr val="tx1">
                    <a:lumMod val="65000"/>
                    <a:lumOff val="35000"/>
                    <a:alpha val="100000"/>
                  </a:schemeClr>
                </a:solidFill>
                <a:latin typeface="MiSans VF Light" pitchFamily="2" charset="-122"/>
                <a:ea typeface="MiSans VF Light" pitchFamily="2" charset="-122"/>
                <a:cs typeface="MiSans VF Light" pitchFamily="2" charset="-122"/>
              </a:defRPr>
            </a:pPr>
            <a:endParaRPr lang="zh-CN"/>
          </a:p>
        </c:txPr>
        <c:crossAx val="14548011"/>
        <c:crosses val="autoZero"/>
        <c:crossBetween val="between"/>
      </c:valAx>
      <c:spPr>
        <a:noFill/>
        <a:ln>
          <a:noFill/>
        </a:ln>
        <a:effectLst/>
      </c:spPr>
    </c:plotArea>
    <c:plotVisOnly val="1"/>
    <c:dispBlanksAs val="gap"/>
    <c:showDLblsOverMax val="1"/>
  </c:chart>
  <c:spPr>
    <a:noFill/>
    <a:ln>
      <a:noFill/>
    </a:ln>
    <a:effectLst/>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08.06.2026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endParaRPr/>
          </a:p>
          <a:p>
            <a:pPr lvl="1"/>
            <a:r>
              <a:rPr lang="en-US"/>
              <a:t>Second level</a:t>
            </a:r>
            <a:endParaRPr/>
          </a:p>
          <a:p>
            <a:pPr lvl="2"/>
            <a:r>
              <a:rPr lang="en-US"/>
              <a:t>Third level</a:t>
            </a:r>
            <a:endParaRPr/>
          </a:p>
          <a:p>
            <a:pPr lvl="3"/>
            <a:r>
              <a:rPr lang="en-US"/>
              <a:t>Fourth level</a:t>
            </a:r>
            <a:endParaRP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17"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a:p>
        </p:txBody>
      </p:sp>
      <p:sp>
        <p:nvSpPr>
          <p:cNvPr id="18"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19"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20"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21"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90763" y="512763"/>
            <a:ext cx="4562475" cy="2566987"/>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71B2431-D351-4C6E-A3CF-9DFAC0E3E050}" type="slidenum">
              <a:rPr lang="cs-CZ" smtClean="0"/>
              <a:t>13</a:t>
            </a:fld>
            <a:endParaRPr lang="cs-CZ"/>
          </a:p>
        </p:txBody>
      </p:sp>
    </p:spTree>
    <p:extLst>
      <p:ext uri="{BB962C8B-B14F-4D97-AF65-F5344CB8AC3E}">
        <p14:creationId xmlns:p14="http://schemas.microsoft.com/office/powerpoint/2010/main" val="23911922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r>
              <a:rPr lang="zh-CN" altLang="en-US"/>
              <a:t>单击此处编辑母版副标题样式</a:t>
            </a:r>
            <a:endParaRPr/>
          </a:p>
        </p:txBody>
      </p:sp>
      <p:sp>
        <p:nvSpPr>
          <p:cNvPr id="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OBJECT">
    <p:spTree>
      <p:nvGrpSpPr>
        <p:cNvPr id="1" name=""/>
        <p:cNvGrpSpPr/>
        <p:nvPr/>
      </p:nvGrpSpPr>
      <p:grpSpPr>
        <a:xfrm>
          <a:off x="0" y="0"/>
          <a:ext cx="0" cy="0"/>
          <a:chOff x="0" y="0"/>
          <a:chExt cx="0" cy="0"/>
        </a:xfrm>
      </p:grpSpPr>
      <p:sp>
        <p:nvSpPr>
          <p:cNvPr id="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1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_HEADER">
    <p:spTree>
      <p:nvGrpSpPr>
        <p:cNvPr id="1" name=""/>
        <p:cNvGrpSpPr/>
        <p:nvPr/>
      </p:nvGrpSpPr>
      <p:grpSpPr>
        <a:xfrm>
          <a:off x="0" y="0"/>
          <a:ext cx="0" cy="0"/>
          <a:chOff x="0" y="0"/>
          <a:chExt cx="0" cy="0"/>
        </a:xfrm>
      </p:grpSpPr>
      <p:sp>
        <p:nvSpPr>
          <p:cNvPr id="20"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21"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A98A6"/>
              </a:buClr>
              <a:buSzPts val="1800"/>
              <a:buNone/>
              <a:defRPr sz="1800">
                <a:solidFill>
                  <a:srgbClr val="8A98A6"/>
                </a:solidFill>
              </a:defRPr>
            </a:lvl1pPr>
            <a:lvl2pPr marL="914400" lvl="1" indent="-228600" algn="l">
              <a:lnSpc>
                <a:spcPct val="90000"/>
              </a:lnSpc>
              <a:spcBef>
                <a:spcPts val="400"/>
              </a:spcBef>
              <a:spcAft>
                <a:spcPts val="0"/>
              </a:spcAft>
              <a:buClr>
                <a:srgbClr val="8A98A6"/>
              </a:buClr>
              <a:buSzPts val="1500"/>
              <a:buNone/>
              <a:defRPr sz="1500">
                <a:solidFill>
                  <a:srgbClr val="8A98A6"/>
                </a:solidFill>
              </a:defRPr>
            </a:lvl2pPr>
            <a:lvl3pPr marL="1371600" lvl="2" indent="-228600" algn="l">
              <a:lnSpc>
                <a:spcPct val="90000"/>
              </a:lnSpc>
              <a:spcBef>
                <a:spcPts val="400"/>
              </a:spcBef>
              <a:spcAft>
                <a:spcPts val="0"/>
              </a:spcAft>
              <a:buClr>
                <a:srgbClr val="8A98A6"/>
              </a:buClr>
              <a:buSzPts val="1400"/>
              <a:buNone/>
              <a:defRPr sz="1400">
                <a:solidFill>
                  <a:srgbClr val="8A98A6"/>
                </a:solidFill>
              </a:defRPr>
            </a:lvl3pPr>
            <a:lvl4pPr marL="1828800" lvl="3" indent="-228600" algn="l">
              <a:lnSpc>
                <a:spcPct val="90000"/>
              </a:lnSpc>
              <a:spcBef>
                <a:spcPts val="400"/>
              </a:spcBef>
              <a:spcAft>
                <a:spcPts val="0"/>
              </a:spcAft>
              <a:buClr>
                <a:srgbClr val="8A98A6"/>
              </a:buClr>
              <a:buSzPts val="1200"/>
              <a:buNone/>
              <a:defRPr sz="1200">
                <a:solidFill>
                  <a:srgbClr val="8A98A6"/>
                </a:solidFill>
              </a:defRPr>
            </a:lvl4pPr>
            <a:lvl5pPr marL="2286000" lvl="4" indent="-228600" algn="l">
              <a:lnSpc>
                <a:spcPct val="90000"/>
              </a:lnSpc>
              <a:spcBef>
                <a:spcPts val="400"/>
              </a:spcBef>
              <a:spcAft>
                <a:spcPts val="0"/>
              </a:spcAft>
              <a:buClr>
                <a:srgbClr val="8A98A6"/>
              </a:buClr>
              <a:buSzPts val="1200"/>
              <a:buNone/>
              <a:defRPr sz="1200">
                <a:solidFill>
                  <a:srgbClr val="8A98A6"/>
                </a:solidFill>
              </a:defRPr>
            </a:lvl5pPr>
            <a:lvl6pPr marL="2743200" lvl="5" indent="-228600" algn="l">
              <a:lnSpc>
                <a:spcPct val="90000"/>
              </a:lnSpc>
              <a:spcBef>
                <a:spcPts val="400"/>
              </a:spcBef>
              <a:spcAft>
                <a:spcPts val="0"/>
              </a:spcAft>
              <a:buClr>
                <a:srgbClr val="8A98A6"/>
              </a:buClr>
              <a:buSzPts val="1200"/>
              <a:buNone/>
              <a:defRPr sz="1200">
                <a:solidFill>
                  <a:srgbClr val="8A98A6"/>
                </a:solidFill>
              </a:defRPr>
            </a:lvl6pPr>
            <a:lvl7pPr marL="3200400" lvl="6" indent="-228600" algn="l">
              <a:lnSpc>
                <a:spcPct val="90000"/>
              </a:lnSpc>
              <a:spcBef>
                <a:spcPts val="400"/>
              </a:spcBef>
              <a:spcAft>
                <a:spcPts val="0"/>
              </a:spcAft>
              <a:buClr>
                <a:srgbClr val="8A98A6"/>
              </a:buClr>
              <a:buSzPts val="1200"/>
              <a:buNone/>
              <a:defRPr sz="1200">
                <a:solidFill>
                  <a:srgbClr val="8A98A6"/>
                </a:solidFill>
              </a:defRPr>
            </a:lvl7pPr>
            <a:lvl8pPr marL="3657600" lvl="7" indent="-228600" algn="l">
              <a:lnSpc>
                <a:spcPct val="90000"/>
              </a:lnSpc>
              <a:spcBef>
                <a:spcPts val="400"/>
              </a:spcBef>
              <a:spcAft>
                <a:spcPts val="0"/>
              </a:spcAft>
              <a:buClr>
                <a:srgbClr val="8A98A6"/>
              </a:buClr>
              <a:buSzPts val="1200"/>
              <a:buNone/>
              <a:defRPr sz="1200">
                <a:solidFill>
                  <a:srgbClr val="8A98A6"/>
                </a:solidFill>
              </a:defRPr>
            </a:lvl8pPr>
            <a:lvl9pPr marL="4114800" lvl="8" indent="-228600" algn="l">
              <a:lnSpc>
                <a:spcPct val="90000"/>
              </a:lnSpc>
              <a:spcBef>
                <a:spcPts val="400"/>
              </a:spcBef>
              <a:spcAft>
                <a:spcPts val="0"/>
              </a:spcAft>
              <a:buClr>
                <a:srgbClr val="8A98A6"/>
              </a:buClr>
              <a:buSzPts val="1200"/>
              <a:buNone/>
              <a:defRPr sz="1200">
                <a:solidFill>
                  <a:srgbClr val="8A98A6"/>
                </a:solidFill>
              </a:defRPr>
            </a:lvl9pPr>
          </a:lstStyle>
          <a:p>
            <a:pPr lvl="0"/>
            <a:r>
              <a:rPr lang="zh-CN" altLang="en-US"/>
              <a:t>单击此处编辑母版文本样式</a:t>
            </a:r>
          </a:p>
        </p:txBody>
      </p:sp>
      <p:sp>
        <p:nvSpPr>
          <p:cNvPr id="22"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3"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4"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_OBJECTS">
    <p:spTree>
      <p:nvGrpSpPr>
        <p:cNvPr id="1" name=""/>
        <p:cNvGrpSpPr/>
        <p:nvPr/>
      </p:nvGrpSpPr>
      <p:grpSpPr>
        <a:xfrm>
          <a:off x="0" y="0"/>
          <a:ext cx="0" cy="0"/>
          <a:chOff x="0" y="0"/>
          <a:chExt cx="0" cy="0"/>
        </a:xfrm>
      </p:grpSpPr>
      <p:sp>
        <p:nvSpPr>
          <p:cNvPr id="26"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27"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28"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29"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0"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1"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TWO_OBJECTS_WITH_TEXT">
    <p:spTree>
      <p:nvGrpSpPr>
        <p:cNvPr id="1" name=""/>
        <p:cNvGrpSpPr/>
        <p:nvPr/>
      </p:nvGrpSpPr>
      <p:grpSpPr>
        <a:xfrm>
          <a:off x="0" y="0"/>
          <a:ext cx="0" cy="0"/>
          <a:chOff x="0" y="0"/>
          <a:chExt cx="0" cy="0"/>
        </a:xfrm>
      </p:grpSpPr>
      <p:sp>
        <p:nvSpPr>
          <p:cNvPr id="33"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34"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pPr lvl="0"/>
            <a:r>
              <a:rPr lang="zh-CN" altLang="en-US"/>
              <a:t>单击此处编辑母版文本样式</a:t>
            </a:r>
          </a:p>
        </p:txBody>
      </p:sp>
      <p:sp>
        <p:nvSpPr>
          <p:cNvPr id="35"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36"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pPr lvl="0"/>
            <a:r>
              <a:rPr lang="zh-CN" altLang="en-US"/>
              <a:t>单击此处编辑母版文本样式</a:t>
            </a:r>
          </a:p>
        </p:txBody>
      </p:sp>
      <p:sp>
        <p:nvSpPr>
          <p:cNvPr id="37"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38"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9"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0"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_ONLY">
    <p:spTree>
      <p:nvGrpSpPr>
        <p:cNvPr id="1" name=""/>
        <p:cNvGrpSpPr/>
        <p:nvPr/>
      </p:nvGrpSpPr>
      <p:grpSpPr>
        <a:xfrm>
          <a:off x="0" y="0"/>
          <a:ext cx="0" cy="0"/>
          <a:chOff x="0" y="0"/>
          <a:chExt cx="0" cy="0"/>
        </a:xfrm>
      </p:grpSpPr>
      <p:sp>
        <p:nvSpPr>
          <p:cNvPr id="42"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43"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5"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47"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OBJECT_WITH_CAPTION_TEXT">
    <p:spTree>
      <p:nvGrpSpPr>
        <p:cNvPr id="1" name=""/>
        <p:cNvGrpSpPr/>
        <p:nvPr/>
      </p:nvGrpSpPr>
      <p:grpSpPr>
        <a:xfrm>
          <a:off x="0" y="0"/>
          <a:ext cx="0" cy="0"/>
          <a:chOff x="0" y="0"/>
          <a:chExt cx="0" cy="0"/>
        </a:xfrm>
      </p:grpSpPr>
      <p:sp>
        <p:nvSpPr>
          <p:cNvPr id="51"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52"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pPr lvl="0"/>
            <a:r>
              <a:rPr lang="zh-CN" altLang="en-US"/>
              <a:t>单击此处编辑母版文本样式</a:t>
            </a:r>
          </a:p>
        </p:txBody>
      </p:sp>
      <p:sp>
        <p:nvSpPr>
          <p:cNvPr id="53"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pPr lvl="0"/>
            <a:r>
              <a:rPr lang="zh-CN" altLang="en-US"/>
              <a:t>单击此处编辑母版文本样式</a:t>
            </a:r>
          </a:p>
        </p:txBody>
      </p:sp>
      <p:sp>
        <p:nvSpPr>
          <p:cNvPr id="54"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5"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6"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_WITH_CAPTION_TEXT">
    <p:spTree>
      <p:nvGrpSpPr>
        <p:cNvPr id="1" name=""/>
        <p:cNvGrpSpPr/>
        <p:nvPr/>
      </p:nvGrpSpPr>
      <p:grpSpPr>
        <a:xfrm>
          <a:off x="0" y="0"/>
          <a:ext cx="0" cy="0"/>
          <a:chOff x="0" y="0"/>
          <a:chExt cx="0" cy="0"/>
        </a:xfrm>
      </p:grpSpPr>
      <p:sp>
        <p:nvSpPr>
          <p:cNvPr id="58"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59" name="Shape 25"/>
          <p:cNvSpPr>
            <a:spLocks noGrp="1"/>
          </p:cNvSpPr>
          <p:nvPr>
            <p:ph type="pic" idx="2"/>
          </p:nvPr>
        </p:nvSpPr>
        <p:spPr>
          <a:xfrm>
            <a:off x="3887391" y="740569"/>
            <a:ext cx="4629150" cy="3655219"/>
          </a:xfrm>
          <a:prstGeom prst="rect">
            <a:avLst/>
          </a:prstGeom>
          <a:noFill/>
          <a:ln>
            <a:noFill/>
          </a:ln>
        </p:spPr>
        <p:txBody>
          <a:bodyPr/>
          <a:lstStyle/>
          <a:p>
            <a:r>
              <a:rPr lang="zh-CN" altLang="en-US"/>
              <a:t>单击图标添加图片</a:t>
            </a:r>
            <a:endParaRPr/>
          </a:p>
        </p:txBody>
      </p:sp>
      <p:sp>
        <p:nvSpPr>
          <p:cNvPr id="60"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pPr lvl="0"/>
            <a:r>
              <a:rPr lang="zh-CN" altLang="en-US"/>
              <a:t>单击此处编辑母版文本样式</a:t>
            </a:r>
          </a:p>
        </p:txBody>
      </p:sp>
      <p:sp>
        <p:nvSpPr>
          <p:cNvPr id="61"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2"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3"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VERTICAL_TEXT">
    <p:spTree>
      <p:nvGrpSpPr>
        <p:cNvPr id="1" name=""/>
        <p:cNvGrpSpPr/>
        <p:nvPr/>
      </p:nvGrpSpPr>
      <p:grpSpPr>
        <a:xfrm>
          <a:off x="0" y="0"/>
          <a:ext cx="0" cy="0"/>
          <a:chOff x="0" y="0"/>
          <a:chExt cx="0" cy="0"/>
        </a:xfrm>
      </p:grpSpPr>
      <p:sp>
        <p:nvSpPr>
          <p:cNvPr id="65"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66"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67"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8"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9"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_TITLE_AND_VERTICAL_TEXT">
    <p:spTree>
      <p:nvGrpSpPr>
        <p:cNvPr id="1" name=""/>
        <p:cNvGrpSpPr/>
        <p:nvPr/>
      </p:nvGrpSpPr>
      <p:grpSpPr>
        <a:xfrm>
          <a:off x="0" y="0"/>
          <a:ext cx="0" cy="0"/>
          <a:chOff x="0" y="0"/>
          <a:chExt cx="0" cy="0"/>
        </a:xfrm>
      </p:grpSpPr>
      <p:sp>
        <p:nvSpPr>
          <p:cNvPr id="14"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15"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16"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7"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8"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3"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4"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A98A6"/>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5"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A98A6"/>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6"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A98A6"/>
                </a:solidFill>
                <a:latin typeface="Arial"/>
                <a:ea typeface="Arial"/>
                <a:cs typeface="Arial"/>
                <a:sym typeface="Arial"/>
              </a:defRPr>
            </a:lvl1pPr>
            <a:lvl2pPr marL="0" marR="0" lvl="1" indent="0" algn="r" rtl="0">
              <a:spcBef>
                <a:spcPts val="0"/>
              </a:spcBef>
              <a:buNone/>
              <a:defRPr sz="900" b="0" i="0" u="none" strike="noStrike" cap="none">
                <a:solidFill>
                  <a:srgbClr val="8A98A6"/>
                </a:solidFill>
                <a:latin typeface="Arial"/>
                <a:ea typeface="Arial"/>
                <a:cs typeface="Arial"/>
                <a:sym typeface="Arial"/>
              </a:defRPr>
            </a:lvl2pPr>
            <a:lvl3pPr marL="0" marR="0" lvl="2" indent="0" algn="r" rtl="0">
              <a:spcBef>
                <a:spcPts val="0"/>
              </a:spcBef>
              <a:buNone/>
              <a:defRPr sz="900" b="0" i="0" u="none" strike="noStrike" cap="none">
                <a:solidFill>
                  <a:srgbClr val="8A98A6"/>
                </a:solidFill>
                <a:latin typeface="Arial"/>
                <a:ea typeface="Arial"/>
                <a:cs typeface="Arial"/>
                <a:sym typeface="Arial"/>
              </a:defRPr>
            </a:lvl3pPr>
            <a:lvl4pPr marL="0" marR="0" lvl="3" indent="0" algn="r" rtl="0">
              <a:spcBef>
                <a:spcPts val="0"/>
              </a:spcBef>
              <a:buNone/>
              <a:defRPr sz="900" b="0" i="0" u="none" strike="noStrike" cap="none">
                <a:solidFill>
                  <a:srgbClr val="8A98A6"/>
                </a:solidFill>
                <a:latin typeface="Arial"/>
                <a:ea typeface="Arial"/>
                <a:cs typeface="Arial"/>
                <a:sym typeface="Arial"/>
              </a:defRPr>
            </a:lvl4pPr>
            <a:lvl5pPr marL="0" marR="0" lvl="4" indent="0" algn="r" rtl="0">
              <a:spcBef>
                <a:spcPts val="0"/>
              </a:spcBef>
              <a:buNone/>
              <a:defRPr sz="900" b="0" i="0" u="none" strike="noStrike" cap="none">
                <a:solidFill>
                  <a:srgbClr val="8A98A6"/>
                </a:solidFill>
                <a:latin typeface="Arial"/>
                <a:ea typeface="Arial"/>
                <a:cs typeface="Arial"/>
                <a:sym typeface="Arial"/>
              </a:defRPr>
            </a:lvl5pPr>
            <a:lvl6pPr marL="0" marR="0" lvl="5" indent="0" algn="r" rtl="0">
              <a:spcBef>
                <a:spcPts val="0"/>
              </a:spcBef>
              <a:buNone/>
              <a:defRPr sz="900" b="0" i="0" u="none" strike="noStrike" cap="none">
                <a:solidFill>
                  <a:srgbClr val="8A98A6"/>
                </a:solidFill>
                <a:latin typeface="Arial"/>
                <a:ea typeface="Arial"/>
                <a:cs typeface="Arial"/>
                <a:sym typeface="Arial"/>
              </a:defRPr>
            </a:lvl6pPr>
            <a:lvl7pPr marL="0" marR="0" lvl="6" indent="0" algn="r" rtl="0">
              <a:spcBef>
                <a:spcPts val="0"/>
              </a:spcBef>
              <a:buNone/>
              <a:defRPr sz="900" b="0" i="0" u="none" strike="noStrike" cap="none">
                <a:solidFill>
                  <a:srgbClr val="8A98A6"/>
                </a:solidFill>
                <a:latin typeface="Arial"/>
                <a:ea typeface="Arial"/>
                <a:cs typeface="Arial"/>
                <a:sym typeface="Arial"/>
              </a:defRPr>
            </a:lvl7pPr>
            <a:lvl8pPr marL="0" marR="0" lvl="7" indent="0" algn="r" rtl="0">
              <a:spcBef>
                <a:spcPts val="0"/>
              </a:spcBef>
              <a:buNone/>
              <a:defRPr sz="900" b="0" i="0" u="none" strike="noStrike" cap="none">
                <a:solidFill>
                  <a:srgbClr val="8A98A6"/>
                </a:solidFill>
                <a:latin typeface="Arial"/>
                <a:ea typeface="Arial"/>
                <a:cs typeface="Arial"/>
                <a:sym typeface="Arial"/>
              </a:defRPr>
            </a:lvl8pPr>
            <a:lvl9pPr marL="0" marR="0" lvl="8" indent="0" algn="r" rtl="0">
              <a:spcBef>
                <a:spcPts val="0"/>
              </a:spcBef>
              <a:buNone/>
              <a:defRPr sz="900" b="0" i="0" u="none" strike="noStrike" cap="none">
                <a:solidFill>
                  <a:srgbClr val="8A98A6"/>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1B2733"/>
        </a:buClr>
        <a:buFont typeface="Arial"/>
        <a:defRPr sz="1400" b="0" i="0" u="none" strike="noStrike" cap="none">
          <a:solidFill>
            <a:srgbClr val="1B2733"/>
          </a:solidFill>
          <a:latin typeface="Arial"/>
          <a:ea typeface="Arial"/>
          <a:cs typeface="Arial"/>
          <a:sym typeface="Arial"/>
        </a:defRPr>
      </a:lvl1pPr>
      <a:lvl2pPr marR="0" lvl="1" algn="l" rtl="0" eaLnBrk="1" hangingPunct="1">
        <a:lnSpc>
          <a:spcPct val="100000"/>
        </a:lnSpc>
        <a:spcBef>
          <a:spcPts val="0"/>
        </a:spcBef>
        <a:spcAft>
          <a:spcPts val="0"/>
        </a:spcAft>
        <a:buClr>
          <a:srgbClr val="1B2733"/>
        </a:buClr>
        <a:buFont typeface="Arial"/>
        <a:defRPr sz="1400" b="0" i="0" u="none" strike="noStrike" cap="none">
          <a:solidFill>
            <a:srgbClr val="1B2733"/>
          </a:solidFill>
          <a:latin typeface="Arial"/>
          <a:ea typeface="Arial"/>
          <a:cs typeface="Arial"/>
          <a:sym typeface="Arial"/>
        </a:defRPr>
      </a:lvl2pPr>
      <a:lvl3pPr marR="0" lvl="2" algn="l" rtl="0" eaLnBrk="1" hangingPunct="1">
        <a:lnSpc>
          <a:spcPct val="100000"/>
        </a:lnSpc>
        <a:spcBef>
          <a:spcPts val="0"/>
        </a:spcBef>
        <a:spcAft>
          <a:spcPts val="0"/>
        </a:spcAft>
        <a:buClr>
          <a:srgbClr val="1B2733"/>
        </a:buClr>
        <a:buFont typeface="Arial"/>
        <a:defRPr sz="1400" b="0" i="0" u="none" strike="noStrike" cap="none">
          <a:solidFill>
            <a:srgbClr val="1B2733"/>
          </a:solidFill>
          <a:latin typeface="Arial"/>
          <a:ea typeface="Arial"/>
          <a:cs typeface="Arial"/>
          <a:sym typeface="Arial"/>
        </a:defRPr>
      </a:lvl3pPr>
      <a:lvl4pPr marR="0" lvl="3" algn="l" rtl="0" eaLnBrk="1" hangingPunct="1">
        <a:lnSpc>
          <a:spcPct val="100000"/>
        </a:lnSpc>
        <a:spcBef>
          <a:spcPts val="0"/>
        </a:spcBef>
        <a:spcAft>
          <a:spcPts val="0"/>
        </a:spcAft>
        <a:buClr>
          <a:srgbClr val="1B2733"/>
        </a:buClr>
        <a:buFont typeface="Arial"/>
        <a:defRPr sz="1400" b="0" i="0" u="none" strike="noStrike" cap="none">
          <a:solidFill>
            <a:srgbClr val="1B2733"/>
          </a:solidFill>
          <a:latin typeface="Arial"/>
          <a:ea typeface="Arial"/>
          <a:cs typeface="Arial"/>
          <a:sym typeface="Arial"/>
        </a:defRPr>
      </a:lvl4pPr>
      <a:lvl5pPr marR="0" lvl="4" algn="l" rtl="0" eaLnBrk="1" hangingPunct="1">
        <a:lnSpc>
          <a:spcPct val="100000"/>
        </a:lnSpc>
        <a:spcBef>
          <a:spcPts val="0"/>
        </a:spcBef>
        <a:spcAft>
          <a:spcPts val="0"/>
        </a:spcAft>
        <a:buClr>
          <a:srgbClr val="1B2733"/>
        </a:buClr>
        <a:buFont typeface="Arial"/>
        <a:defRPr sz="1400" b="0" i="0" u="none" strike="noStrike" cap="none">
          <a:solidFill>
            <a:srgbClr val="1B2733"/>
          </a:solidFill>
          <a:latin typeface="Arial"/>
          <a:ea typeface="Arial"/>
          <a:cs typeface="Arial"/>
          <a:sym typeface="Arial"/>
        </a:defRPr>
      </a:lvl5pPr>
      <a:lvl6pPr marR="0" lvl="5" algn="l" rtl="0" eaLnBrk="1" hangingPunct="1">
        <a:lnSpc>
          <a:spcPct val="100000"/>
        </a:lnSpc>
        <a:spcBef>
          <a:spcPts val="0"/>
        </a:spcBef>
        <a:spcAft>
          <a:spcPts val="0"/>
        </a:spcAft>
        <a:buClr>
          <a:srgbClr val="1B2733"/>
        </a:buClr>
        <a:buFont typeface="Arial"/>
        <a:defRPr sz="1400" b="0" i="0" u="none" strike="noStrike" cap="none">
          <a:solidFill>
            <a:srgbClr val="1B2733"/>
          </a:solidFill>
          <a:latin typeface="Arial"/>
          <a:ea typeface="Arial"/>
          <a:cs typeface="Arial"/>
          <a:sym typeface="Arial"/>
        </a:defRPr>
      </a:lvl6pPr>
      <a:lvl7pPr marR="0" lvl="6" algn="l" rtl="0" eaLnBrk="1" hangingPunct="1">
        <a:lnSpc>
          <a:spcPct val="100000"/>
        </a:lnSpc>
        <a:spcBef>
          <a:spcPts val="0"/>
        </a:spcBef>
        <a:spcAft>
          <a:spcPts val="0"/>
        </a:spcAft>
        <a:buClr>
          <a:srgbClr val="1B2733"/>
        </a:buClr>
        <a:buFont typeface="Arial"/>
        <a:defRPr sz="1400" b="0" i="0" u="none" strike="noStrike" cap="none">
          <a:solidFill>
            <a:srgbClr val="1B2733"/>
          </a:solidFill>
          <a:latin typeface="Arial"/>
          <a:ea typeface="Arial"/>
          <a:cs typeface="Arial"/>
          <a:sym typeface="Arial"/>
        </a:defRPr>
      </a:lvl7pPr>
      <a:lvl8pPr marR="0" lvl="7" algn="l" rtl="0" eaLnBrk="1" hangingPunct="1">
        <a:lnSpc>
          <a:spcPct val="100000"/>
        </a:lnSpc>
        <a:spcBef>
          <a:spcPts val="0"/>
        </a:spcBef>
        <a:spcAft>
          <a:spcPts val="0"/>
        </a:spcAft>
        <a:buClr>
          <a:srgbClr val="1B2733"/>
        </a:buClr>
        <a:buFont typeface="Arial"/>
        <a:defRPr sz="1400" b="0" i="0" u="none" strike="noStrike" cap="none">
          <a:solidFill>
            <a:srgbClr val="1B2733"/>
          </a:solidFill>
          <a:latin typeface="Arial"/>
          <a:ea typeface="Arial"/>
          <a:cs typeface="Arial"/>
          <a:sym typeface="Arial"/>
        </a:defRPr>
      </a:lvl8pPr>
      <a:lvl9pPr marR="0" lvl="8" algn="l" rtl="0" eaLnBrk="1" hangingPunct="1">
        <a:lnSpc>
          <a:spcPct val="100000"/>
        </a:lnSpc>
        <a:spcBef>
          <a:spcPts val="0"/>
        </a:spcBef>
        <a:spcAft>
          <a:spcPts val="0"/>
        </a:spcAft>
        <a:buClr>
          <a:srgbClr val="1B2733"/>
        </a:buClr>
        <a:buFont typeface="Arial"/>
        <a:defRPr sz="1400" b="0" i="0" u="none" strike="noStrike" cap="none">
          <a:solidFill>
            <a:srgbClr val="1B2733"/>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1B2733"/>
        </a:buClr>
        <a:buFont typeface="Arial"/>
        <a:defRPr sz="1400" b="0" i="0" u="none" strike="noStrike" cap="none">
          <a:solidFill>
            <a:srgbClr val="1B2733"/>
          </a:solidFill>
          <a:latin typeface="Arial"/>
          <a:ea typeface="Arial"/>
          <a:cs typeface="Arial"/>
          <a:sym typeface="Arial"/>
        </a:defRPr>
      </a:lvl1pPr>
      <a:lvl2pPr marR="0" lvl="1" algn="l" rtl="0" eaLnBrk="1" hangingPunct="1">
        <a:lnSpc>
          <a:spcPct val="100000"/>
        </a:lnSpc>
        <a:spcBef>
          <a:spcPts val="0"/>
        </a:spcBef>
        <a:spcAft>
          <a:spcPts val="0"/>
        </a:spcAft>
        <a:buClr>
          <a:srgbClr val="1B2733"/>
        </a:buClr>
        <a:buFont typeface="Arial"/>
        <a:defRPr sz="1400" b="0" i="0" u="none" strike="noStrike" cap="none">
          <a:solidFill>
            <a:srgbClr val="1B2733"/>
          </a:solidFill>
          <a:latin typeface="Arial"/>
          <a:ea typeface="Arial"/>
          <a:cs typeface="Arial"/>
          <a:sym typeface="Arial"/>
        </a:defRPr>
      </a:lvl2pPr>
      <a:lvl3pPr marR="0" lvl="2" algn="l" rtl="0" eaLnBrk="1" hangingPunct="1">
        <a:lnSpc>
          <a:spcPct val="100000"/>
        </a:lnSpc>
        <a:spcBef>
          <a:spcPts val="0"/>
        </a:spcBef>
        <a:spcAft>
          <a:spcPts val="0"/>
        </a:spcAft>
        <a:buClr>
          <a:srgbClr val="1B2733"/>
        </a:buClr>
        <a:buFont typeface="Arial"/>
        <a:defRPr sz="1400" b="0" i="0" u="none" strike="noStrike" cap="none">
          <a:solidFill>
            <a:srgbClr val="1B2733"/>
          </a:solidFill>
          <a:latin typeface="Arial"/>
          <a:ea typeface="Arial"/>
          <a:cs typeface="Arial"/>
          <a:sym typeface="Arial"/>
        </a:defRPr>
      </a:lvl3pPr>
      <a:lvl4pPr marR="0" lvl="3" algn="l" rtl="0" eaLnBrk="1" hangingPunct="1">
        <a:lnSpc>
          <a:spcPct val="100000"/>
        </a:lnSpc>
        <a:spcBef>
          <a:spcPts val="0"/>
        </a:spcBef>
        <a:spcAft>
          <a:spcPts val="0"/>
        </a:spcAft>
        <a:buClr>
          <a:srgbClr val="1B2733"/>
        </a:buClr>
        <a:buFont typeface="Arial"/>
        <a:defRPr sz="1400" b="0" i="0" u="none" strike="noStrike" cap="none">
          <a:solidFill>
            <a:srgbClr val="1B2733"/>
          </a:solidFill>
          <a:latin typeface="Arial"/>
          <a:ea typeface="Arial"/>
          <a:cs typeface="Arial"/>
          <a:sym typeface="Arial"/>
        </a:defRPr>
      </a:lvl4pPr>
      <a:lvl5pPr marR="0" lvl="4" algn="l" rtl="0" eaLnBrk="1" hangingPunct="1">
        <a:lnSpc>
          <a:spcPct val="100000"/>
        </a:lnSpc>
        <a:spcBef>
          <a:spcPts val="0"/>
        </a:spcBef>
        <a:spcAft>
          <a:spcPts val="0"/>
        </a:spcAft>
        <a:buClr>
          <a:srgbClr val="1B2733"/>
        </a:buClr>
        <a:buFont typeface="Arial"/>
        <a:defRPr sz="1400" b="0" i="0" u="none" strike="noStrike" cap="none">
          <a:solidFill>
            <a:srgbClr val="1B2733"/>
          </a:solidFill>
          <a:latin typeface="Arial"/>
          <a:ea typeface="Arial"/>
          <a:cs typeface="Arial"/>
          <a:sym typeface="Arial"/>
        </a:defRPr>
      </a:lvl5pPr>
      <a:lvl6pPr marR="0" lvl="5" algn="l" rtl="0" eaLnBrk="1" hangingPunct="1">
        <a:lnSpc>
          <a:spcPct val="100000"/>
        </a:lnSpc>
        <a:spcBef>
          <a:spcPts val="0"/>
        </a:spcBef>
        <a:spcAft>
          <a:spcPts val="0"/>
        </a:spcAft>
        <a:buClr>
          <a:srgbClr val="1B2733"/>
        </a:buClr>
        <a:buFont typeface="Arial"/>
        <a:defRPr sz="1400" b="0" i="0" u="none" strike="noStrike" cap="none">
          <a:solidFill>
            <a:srgbClr val="1B2733"/>
          </a:solidFill>
          <a:latin typeface="Arial"/>
          <a:ea typeface="Arial"/>
          <a:cs typeface="Arial"/>
          <a:sym typeface="Arial"/>
        </a:defRPr>
      </a:lvl6pPr>
      <a:lvl7pPr marR="0" lvl="6" algn="l" rtl="0" eaLnBrk="1" hangingPunct="1">
        <a:lnSpc>
          <a:spcPct val="100000"/>
        </a:lnSpc>
        <a:spcBef>
          <a:spcPts val="0"/>
        </a:spcBef>
        <a:spcAft>
          <a:spcPts val="0"/>
        </a:spcAft>
        <a:buClr>
          <a:srgbClr val="1B2733"/>
        </a:buClr>
        <a:buFont typeface="Arial"/>
        <a:defRPr sz="1400" b="0" i="0" u="none" strike="noStrike" cap="none">
          <a:solidFill>
            <a:srgbClr val="1B2733"/>
          </a:solidFill>
          <a:latin typeface="Arial"/>
          <a:ea typeface="Arial"/>
          <a:cs typeface="Arial"/>
          <a:sym typeface="Arial"/>
        </a:defRPr>
      </a:lvl7pPr>
      <a:lvl8pPr marR="0" lvl="7" algn="l" rtl="0" eaLnBrk="1" hangingPunct="1">
        <a:lnSpc>
          <a:spcPct val="100000"/>
        </a:lnSpc>
        <a:spcBef>
          <a:spcPts val="0"/>
        </a:spcBef>
        <a:spcAft>
          <a:spcPts val="0"/>
        </a:spcAft>
        <a:buClr>
          <a:srgbClr val="1B2733"/>
        </a:buClr>
        <a:buFont typeface="Arial"/>
        <a:defRPr sz="1400" b="0" i="0" u="none" strike="noStrike" cap="none">
          <a:solidFill>
            <a:srgbClr val="1B2733"/>
          </a:solidFill>
          <a:latin typeface="Arial"/>
          <a:ea typeface="Arial"/>
          <a:cs typeface="Arial"/>
          <a:sym typeface="Arial"/>
        </a:defRPr>
      </a:lvl8pPr>
      <a:lvl9pPr marR="0" lvl="8" algn="l" rtl="0" eaLnBrk="1" hangingPunct="1">
        <a:lnSpc>
          <a:spcPct val="100000"/>
        </a:lnSpc>
        <a:spcBef>
          <a:spcPts val="0"/>
        </a:spcBef>
        <a:spcAft>
          <a:spcPts val="0"/>
        </a:spcAft>
        <a:buClr>
          <a:srgbClr val="1B2733"/>
        </a:buClr>
        <a:buFont typeface="Arial"/>
        <a:defRPr sz="1400" b="0" i="0" u="none" strike="noStrike" cap="none">
          <a:solidFill>
            <a:srgbClr val="1B2733"/>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1B2733"/>
        </a:buClr>
        <a:buFont typeface="Arial"/>
        <a:defRPr sz="1400" b="0" i="0" u="none" strike="noStrike" cap="none">
          <a:solidFill>
            <a:srgbClr val="1B2733"/>
          </a:solidFill>
          <a:latin typeface="Arial"/>
          <a:ea typeface="Arial"/>
          <a:cs typeface="Arial"/>
          <a:sym typeface="Arial"/>
        </a:defRPr>
      </a:lvl1pPr>
      <a:lvl2pPr marR="0" lvl="1" algn="l" rtl="0" eaLnBrk="1" hangingPunct="1">
        <a:lnSpc>
          <a:spcPct val="100000"/>
        </a:lnSpc>
        <a:spcBef>
          <a:spcPts val="0"/>
        </a:spcBef>
        <a:spcAft>
          <a:spcPts val="0"/>
        </a:spcAft>
        <a:buClr>
          <a:srgbClr val="1B2733"/>
        </a:buClr>
        <a:buFont typeface="Arial"/>
        <a:defRPr sz="1400" b="0" i="0" u="none" strike="noStrike" cap="none">
          <a:solidFill>
            <a:srgbClr val="1B2733"/>
          </a:solidFill>
          <a:latin typeface="Arial"/>
          <a:ea typeface="Arial"/>
          <a:cs typeface="Arial"/>
          <a:sym typeface="Arial"/>
        </a:defRPr>
      </a:lvl2pPr>
      <a:lvl3pPr marR="0" lvl="2" algn="l" rtl="0" eaLnBrk="1" hangingPunct="1">
        <a:lnSpc>
          <a:spcPct val="100000"/>
        </a:lnSpc>
        <a:spcBef>
          <a:spcPts val="0"/>
        </a:spcBef>
        <a:spcAft>
          <a:spcPts val="0"/>
        </a:spcAft>
        <a:buClr>
          <a:srgbClr val="1B2733"/>
        </a:buClr>
        <a:buFont typeface="Arial"/>
        <a:defRPr sz="1400" b="0" i="0" u="none" strike="noStrike" cap="none">
          <a:solidFill>
            <a:srgbClr val="1B2733"/>
          </a:solidFill>
          <a:latin typeface="Arial"/>
          <a:ea typeface="Arial"/>
          <a:cs typeface="Arial"/>
          <a:sym typeface="Arial"/>
        </a:defRPr>
      </a:lvl3pPr>
      <a:lvl4pPr marR="0" lvl="3" algn="l" rtl="0" eaLnBrk="1" hangingPunct="1">
        <a:lnSpc>
          <a:spcPct val="100000"/>
        </a:lnSpc>
        <a:spcBef>
          <a:spcPts val="0"/>
        </a:spcBef>
        <a:spcAft>
          <a:spcPts val="0"/>
        </a:spcAft>
        <a:buClr>
          <a:srgbClr val="1B2733"/>
        </a:buClr>
        <a:buFont typeface="Arial"/>
        <a:defRPr sz="1400" b="0" i="0" u="none" strike="noStrike" cap="none">
          <a:solidFill>
            <a:srgbClr val="1B2733"/>
          </a:solidFill>
          <a:latin typeface="Arial"/>
          <a:ea typeface="Arial"/>
          <a:cs typeface="Arial"/>
          <a:sym typeface="Arial"/>
        </a:defRPr>
      </a:lvl4pPr>
      <a:lvl5pPr marR="0" lvl="4" algn="l" rtl="0" eaLnBrk="1" hangingPunct="1">
        <a:lnSpc>
          <a:spcPct val="100000"/>
        </a:lnSpc>
        <a:spcBef>
          <a:spcPts val="0"/>
        </a:spcBef>
        <a:spcAft>
          <a:spcPts val="0"/>
        </a:spcAft>
        <a:buClr>
          <a:srgbClr val="1B2733"/>
        </a:buClr>
        <a:buFont typeface="Arial"/>
        <a:defRPr sz="1400" b="0" i="0" u="none" strike="noStrike" cap="none">
          <a:solidFill>
            <a:srgbClr val="1B2733"/>
          </a:solidFill>
          <a:latin typeface="Arial"/>
          <a:ea typeface="Arial"/>
          <a:cs typeface="Arial"/>
          <a:sym typeface="Arial"/>
        </a:defRPr>
      </a:lvl5pPr>
      <a:lvl6pPr marR="0" lvl="5" algn="l" rtl="0" eaLnBrk="1" hangingPunct="1">
        <a:lnSpc>
          <a:spcPct val="100000"/>
        </a:lnSpc>
        <a:spcBef>
          <a:spcPts val="0"/>
        </a:spcBef>
        <a:spcAft>
          <a:spcPts val="0"/>
        </a:spcAft>
        <a:buClr>
          <a:srgbClr val="1B2733"/>
        </a:buClr>
        <a:buFont typeface="Arial"/>
        <a:defRPr sz="1400" b="0" i="0" u="none" strike="noStrike" cap="none">
          <a:solidFill>
            <a:srgbClr val="1B2733"/>
          </a:solidFill>
          <a:latin typeface="Arial"/>
          <a:ea typeface="Arial"/>
          <a:cs typeface="Arial"/>
          <a:sym typeface="Arial"/>
        </a:defRPr>
      </a:lvl6pPr>
      <a:lvl7pPr marR="0" lvl="6" algn="l" rtl="0" eaLnBrk="1" hangingPunct="1">
        <a:lnSpc>
          <a:spcPct val="100000"/>
        </a:lnSpc>
        <a:spcBef>
          <a:spcPts val="0"/>
        </a:spcBef>
        <a:spcAft>
          <a:spcPts val="0"/>
        </a:spcAft>
        <a:buClr>
          <a:srgbClr val="1B2733"/>
        </a:buClr>
        <a:buFont typeface="Arial"/>
        <a:defRPr sz="1400" b="0" i="0" u="none" strike="noStrike" cap="none">
          <a:solidFill>
            <a:srgbClr val="1B2733"/>
          </a:solidFill>
          <a:latin typeface="Arial"/>
          <a:ea typeface="Arial"/>
          <a:cs typeface="Arial"/>
          <a:sym typeface="Arial"/>
        </a:defRPr>
      </a:lvl7pPr>
      <a:lvl8pPr marR="0" lvl="7" algn="l" rtl="0" eaLnBrk="1" hangingPunct="1">
        <a:lnSpc>
          <a:spcPct val="100000"/>
        </a:lnSpc>
        <a:spcBef>
          <a:spcPts val="0"/>
        </a:spcBef>
        <a:spcAft>
          <a:spcPts val="0"/>
        </a:spcAft>
        <a:buClr>
          <a:srgbClr val="1B2733"/>
        </a:buClr>
        <a:buFont typeface="Arial"/>
        <a:defRPr sz="1400" b="0" i="0" u="none" strike="noStrike" cap="none">
          <a:solidFill>
            <a:srgbClr val="1B2733"/>
          </a:solidFill>
          <a:latin typeface="Arial"/>
          <a:ea typeface="Arial"/>
          <a:cs typeface="Arial"/>
          <a:sym typeface="Arial"/>
        </a:defRPr>
      </a:lvl8pPr>
      <a:lvl9pPr marR="0" lvl="8" algn="l" rtl="0" eaLnBrk="1" hangingPunct="1">
        <a:lnSpc>
          <a:spcPct val="100000"/>
        </a:lnSpc>
        <a:spcBef>
          <a:spcPts val="0"/>
        </a:spcBef>
        <a:spcAft>
          <a:spcPts val="0"/>
        </a:spcAft>
        <a:buClr>
          <a:srgbClr val="1B2733"/>
        </a:buClr>
        <a:buFont typeface="Arial"/>
        <a:defRPr sz="1400" b="0" i="0" u="none" strike="noStrike" cap="none">
          <a:solidFill>
            <a:srgbClr val="1B2733"/>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7FAFC"/>
        </a:solidFill>
        <a:effectLst/>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1B2733"/>
        </a:buClr>
        <a:buFont typeface="Arial"/>
        <a:defRPr sz="1400" b="0" i="0" u="none" strike="noStrike" cap="none">
          <a:solidFill>
            <a:srgbClr val="1B2733"/>
          </a:solidFill>
          <a:latin typeface="Arial"/>
          <a:ea typeface="Arial"/>
          <a:cs typeface="Arial"/>
          <a:sym typeface="Arial"/>
        </a:defRPr>
      </a:lvl1pPr>
      <a:lvl2pPr marR="0" lvl="1" algn="l" rtl="0">
        <a:lnSpc>
          <a:spcPct val="100000"/>
        </a:lnSpc>
        <a:spcBef>
          <a:spcPts val="0"/>
        </a:spcBef>
        <a:spcAft>
          <a:spcPts val="0"/>
        </a:spcAft>
        <a:buClr>
          <a:srgbClr val="1B2733"/>
        </a:buClr>
        <a:buFont typeface="Arial"/>
        <a:defRPr sz="1400" b="0" i="0" u="none" strike="noStrike" cap="none">
          <a:solidFill>
            <a:srgbClr val="1B2733"/>
          </a:solidFill>
          <a:latin typeface="Arial"/>
          <a:ea typeface="Arial"/>
          <a:cs typeface="Arial"/>
          <a:sym typeface="Arial"/>
        </a:defRPr>
      </a:lvl2pPr>
      <a:lvl3pPr marR="0" lvl="2" algn="l" rtl="0">
        <a:lnSpc>
          <a:spcPct val="100000"/>
        </a:lnSpc>
        <a:spcBef>
          <a:spcPts val="0"/>
        </a:spcBef>
        <a:spcAft>
          <a:spcPts val="0"/>
        </a:spcAft>
        <a:buClr>
          <a:srgbClr val="1B2733"/>
        </a:buClr>
        <a:buFont typeface="Arial"/>
        <a:defRPr sz="1400" b="0" i="0" u="none" strike="noStrike" cap="none">
          <a:solidFill>
            <a:srgbClr val="1B2733"/>
          </a:solidFill>
          <a:latin typeface="Arial"/>
          <a:ea typeface="Arial"/>
          <a:cs typeface="Arial"/>
          <a:sym typeface="Arial"/>
        </a:defRPr>
      </a:lvl3pPr>
      <a:lvl4pPr marR="0" lvl="3" algn="l" rtl="0">
        <a:lnSpc>
          <a:spcPct val="100000"/>
        </a:lnSpc>
        <a:spcBef>
          <a:spcPts val="0"/>
        </a:spcBef>
        <a:spcAft>
          <a:spcPts val="0"/>
        </a:spcAft>
        <a:buClr>
          <a:srgbClr val="1B2733"/>
        </a:buClr>
        <a:buFont typeface="Arial"/>
        <a:defRPr sz="1400" b="0" i="0" u="none" strike="noStrike" cap="none">
          <a:solidFill>
            <a:srgbClr val="1B2733"/>
          </a:solidFill>
          <a:latin typeface="Arial"/>
          <a:ea typeface="Arial"/>
          <a:cs typeface="Arial"/>
          <a:sym typeface="Arial"/>
        </a:defRPr>
      </a:lvl4pPr>
      <a:lvl5pPr marR="0" lvl="4" algn="l" rtl="0">
        <a:lnSpc>
          <a:spcPct val="100000"/>
        </a:lnSpc>
        <a:spcBef>
          <a:spcPts val="0"/>
        </a:spcBef>
        <a:spcAft>
          <a:spcPts val="0"/>
        </a:spcAft>
        <a:buClr>
          <a:srgbClr val="1B2733"/>
        </a:buClr>
        <a:buFont typeface="Arial"/>
        <a:defRPr sz="1400" b="0" i="0" u="none" strike="noStrike" cap="none">
          <a:solidFill>
            <a:srgbClr val="1B2733"/>
          </a:solidFill>
          <a:latin typeface="Arial"/>
          <a:ea typeface="Arial"/>
          <a:cs typeface="Arial"/>
          <a:sym typeface="Arial"/>
        </a:defRPr>
      </a:lvl5pPr>
      <a:lvl6pPr marR="0" lvl="5" algn="l" rtl="0">
        <a:lnSpc>
          <a:spcPct val="100000"/>
        </a:lnSpc>
        <a:spcBef>
          <a:spcPts val="0"/>
        </a:spcBef>
        <a:spcAft>
          <a:spcPts val="0"/>
        </a:spcAft>
        <a:buClr>
          <a:srgbClr val="1B2733"/>
        </a:buClr>
        <a:buFont typeface="Arial"/>
        <a:defRPr sz="1400" b="0" i="0" u="none" strike="noStrike" cap="none">
          <a:solidFill>
            <a:srgbClr val="1B2733"/>
          </a:solidFill>
          <a:latin typeface="Arial"/>
          <a:ea typeface="Arial"/>
          <a:cs typeface="Arial"/>
          <a:sym typeface="Arial"/>
        </a:defRPr>
      </a:lvl6pPr>
      <a:lvl7pPr marR="0" lvl="6" algn="l" rtl="0">
        <a:lnSpc>
          <a:spcPct val="100000"/>
        </a:lnSpc>
        <a:spcBef>
          <a:spcPts val="0"/>
        </a:spcBef>
        <a:spcAft>
          <a:spcPts val="0"/>
        </a:spcAft>
        <a:buClr>
          <a:srgbClr val="1B2733"/>
        </a:buClr>
        <a:buFont typeface="Arial"/>
        <a:defRPr sz="1400" b="0" i="0" u="none" strike="noStrike" cap="none">
          <a:solidFill>
            <a:srgbClr val="1B2733"/>
          </a:solidFill>
          <a:latin typeface="Arial"/>
          <a:ea typeface="Arial"/>
          <a:cs typeface="Arial"/>
          <a:sym typeface="Arial"/>
        </a:defRPr>
      </a:lvl7pPr>
      <a:lvl8pPr marR="0" lvl="7" algn="l" rtl="0">
        <a:lnSpc>
          <a:spcPct val="100000"/>
        </a:lnSpc>
        <a:spcBef>
          <a:spcPts val="0"/>
        </a:spcBef>
        <a:spcAft>
          <a:spcPts val="0"/>
        </a:spcAft>
        <a:buClr>
          <a:srgbClr val="1B2733"/>
        </a:buClr>
        <a:buFont typeface="Arial"/>
        <a:defRPr sz="1400" b="0" i="0" u="none" strike="noStrike" cap="none">
          <a:solidFill>
            <a:srgbClr val="1B2733"/>
          </a:solidFill>
          <a:latin typeface="Arial"/>
          <a:ea typeface="Arial"/>
          <a:cs typeface="Arial"/>
          <a:sym typeface="Arial"/>
        </a:defRPr>
      </a:lvl8pPr>
      <a:lvl9pPr marR="0" lvl="8" algn="l" rtl="0">
        <a:lnSpc>
          <a:spcPct val="100000"/>
        </a:lnSpc>
        <a:spcBef>
          <a:spcPts val="0"/>
        </a:spcBef>
        <a:spcAft>
          <a:spcPts val="0"/>
        </a:spcAft>
        <a:buClr>
          <a:srgbClr val="1B2733"/>
        </a:buClr>
        <a:buFont typeface="Arial"/>
        <a:defRPr sz="1400" b="0" i="0" u="none" strike="noStrike" cap="none">
          <a:solidFill>
            <a:srgbClr val="1B2733"/>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1B2733"/>
        </a:buClr>
        <a:buFont typeface="Arial"/>
        <a:defRPr sz="1400" b="0" i="0" u="none" strike="noStrike" cap="none">
          <a:solidFill>
            <a:srgbClr val="1B2733"/>
          </a:solidFill>
          <a:latin typeface="Arial"/>
          <a:ea typeface="Arial"/>
          <a:cs typeface="Arial"/>
          <a:sym typeface="Arial"/>
        </a:defRPr>
      </a:lvl1pPr>
      <a:lvl2pPr marR="0" lvl="1" algn="l" rtl="0">
        <a:lnSpc>
          <a:spcPct val="100000"/>
        </a:lnSpc>
        <a:spcBef>
          <a:spcPts val="0"/>
        </a:spcBef>
        <a:spcAft>
          <a:spcPts val="0"/>
        </a:spcAft>
        <a:buClr>
          <a:srgbClr val="1B2733"/>
        </a:buClr>
        <a:buFont typeface="Arial"/>
        <a:defRPr sz="1400" b="0" i="0" u="none" strike="noStrike" cap="none">
          <a:solidFill>
            <a:srgbClr val="1B2733"/>
          </a:solidFill>
          <a:latin typeface="Arial"/>
          <a:ea typeface="Arial"/>
          <a:cs typeface="Arial"/>
          <a:sym typeface="Arial"/>
        </a:defRPr>
      </a:lvl2pPr>
      <a:lvl3pPr marR="0" lvl="2" algn="l" rtl="0">
        <a:lnSpc>
          <a:spcPct val="100000"/>
        </a:lnSpc>
        <a:spcBef>
          <a:spcPts val="0"/>
        </a:spcBef>
        <a:spcAft>
          <a:spcPts val="0"/>
        </a:spcAft>
        <a:buClr>
          <a:srgbClr val="1B2733"/>
        </a:buClr>
        <a:buFont typeface="Arial"/>
        <a:defRPr sz="1400" b="0" i="0" u="none" strike="noStrike" cap="none">
          <a:solidFill>
            <a:srgbClr val="1B2733"/>
          </a:solidFill>
          <a:latin typeface="Arial"/>
          <a:ea typeface="Arial"/>
          <a:cs typeface="Arial"/>
          <a:sym typeface="Arial"/>
        </a:defRPr>
      </a:lvl3pPr>
      <a:lvl4pPr marR="0" lvl="3" algn="l" rtl="0">
        <a:lnSpc>
          <a:spcPct val="100000"/>
        </a:lnSpc>
        <a:spcBef>
          <a:spcPts val="0"/>
        </a:spcBef>
        <a:spcAft>
          <a:spcPts val="0"/>
        </a:spcAft>
        <a:buClr>
          <a:srgbClr val="1B2733"/>
        </a:buClr>
        <a:buFont typeface="Arial"/>
        <a:defRPr sz="1400" b="0" i="0" u="none" strike="noStrike" cap="none">
          <a:solidFill>
            <a:srgbClr val="1B2733"/>
          </a:solidFill>
          <a:latin typeface="Arial"/>
          <a:ea typeface="Arial"/>
          <a:cs typeface="Arial"/>
          <a:sym typeface="Arial"/>
        </a:defRPr>
      </a:lvl4pPr>
      <a:lvl5pPr marR="0" lvl="4" algn="l" rtl="0">
        <a:lnSpc>
          <a:spcPct val="100000"/>
        </a:lnSpc>
        <a:spcBef>
          <a:spcPts val="0"/>
        </a:spcBef>
        <a:spcAft>
          <a:spcPts val="0"/>
        </a:spcAft>
        <a:buClr>
          <a:srgbClr val="1B2733"/>
        </a:buClr>
        <a:buFont typeface="Arial"/>
        <a:defRPr sz="1400" b="0" i="0" u="none" strike="noStrike" cap="none">
          <a:solidFill>
            <a:srgbClr val="1B2733"/>
          </a:solidFill>
          <a:latin typeface="Arial"/>
          <a:ea typeface="Arial"/>
          <a:cs typeface="Arial"/>
          <a:sym typeface="Arial"/>
        </a:defRPr>
      </a:lvl5pPr>
      <a:lvl6pPr marR="0" lvl="5" algn="l" rtl="0">
        <a:lnSpc>
          <a:spcPct val="100000"/>
        </a:lnSpc>
        <a:spcBef>
          <a:spcPts val="0"/>
        </a:spcBef>
        <a:spcAft>
          <a:spcPts val="0"/>
        </a:spcAft>
        <a:buClr>
          <a:srgbClr val="1B2733"/>
        </a:buClr>
        <a:buFont typeface="Arial"/>
        <a:defRPr sz="1400" b="0" i="0" u="none" strike="noStrike" cap="none">
          <a:solidFill>
            <a:srgbClr val="1B2733"/>
          </a:solidFill>
          <a:latin typeface="Arial"/>
          <a:ea typeface="Arial"/>
          <a:cs typeface="Arial"/>
          <a:sym typeface="Arial"/>
        </a:defRPr>
      </a:lvl6pPr>
      <a:lvl7pPr marR="0" lvl="6" algn="l" rtl="0">
        <a:lnSpc>
          <a:spcPct val="100000"/>
        </a:lnSpc>
        <a:spcBef>
          <a:spcPts val="0"/>
        </a:spcBef>
        <a:spcAft>
          <a:spcPts val="0"/>
        </a:spcAft>
        <a:buClr>
          <a:srgbClr val="1B2733"/>
        </a:buClr>
        <a:buFont typeface="Arial"/>
        <a:defRPr sz="1400" b="0" i="0" u="none" strike="noStrike" cap="none">
          <a:solidFill>
            <a:srgbClr val="1B2733"/>
          </a:solidFill>
          <a:latin typeface="Arial"/>
          <a:ea typeface="Arial"/>
          <a:cs typeface="Arial"/>
          <a:sym typeface="Arial"/>
        </a:defRPr>
      </a:lvl7pPr>
      <a:lvl8pPr marR="0" lvl="7" algn="l" rtl="0">
        <a:lnSpc>
          <a:spcPct val="100000"/>
        </a:lnSpc>
        <a:spcBef>
          <a:spcPts val="0"/>
        </a:spcBef>
        <a:spcAft>
          <a:spcPts val="0"/>
        </a:spcAft>
        <a:buClr>
          <a:srgbClr val="1B2733"/>
        </a:buClr>
        <a:buFont typeface="Arial"/>
        <a:defRPr sz="1400" b="0" i="0" u="none" strike="noStrike" cap="none">
          <a:solidFill>
            <a:srgbClr val="1B2733"/>
          </a:solidFill>
          <a:latin typeface="Arial"/>
          <a:ea typeface="Arial"/>
          <a:cs typeface="Arial"/>
          <a:sym typeface="Arial"/>
        </a:defRPr>
      </a:lvl8pPr>
      <a:lvl9pPr marR="0" lvl="8" algn="l" rtl="0">
        <a:lnSpc>
          <a:spcPct val="100000"/>
        </a:lnSpc>
        <a:spcBef>
          <a:spcPts val="0"/>
        </a:spcBef>
        <a:spcAft>
          <a:spcPts val="0"/>
        </a:spcAft>
        <a:buClr>
          <a:srgbClr val="1B2733"/>
        </a:buClr>
        <a:buFont typeface="Arial"/>
        <a:defRPr sz="1400" b="0" i="0" u="none" strike="noStrike" cap="none">
          <a:solidFill>
            <a:srgbClr val="1B2733"/>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1B2733"/>
        </a:buClr>
        <a:buFont typeface="Arial"/>
        <a:defRPr sz="1400" b="0" i="0" u="none" strike="noStrike" cap="none">
          <a:solidFill>
            <a:srgbClr val="1B2733"/>
          </a:solidFill>
          <a:latin typeface="Arial"/>
          <a:ea typeface="Arial"/>
          <a:cs typeface="Arial"/>
          <a:sym typeface="Arial"/>
        </a:defRPr>
      </a:lvl1pPr>
      <a:lvl2pPr marR="0" lvl="1" algn="l" rtl="0">
        <a:lnSpc>
          <a:spcPct val="100000"/>
        </a:lnSpc>
        <a:spcBef>
          <a:spcPts val="0"/>
        </a:spcBef>
        <a:spcAft>
          <a:spcPts val="0"/>
        </a:spcAft>
        <a:buClr>
          <a:srgbClr val="1B2733"/>
        </a:buClr>
        <a:buFont typeface="Arial"/>
        <a:defRPr sz="1400" b="0" i="0" u="none" strike="noStrike" cap="none">
          <a:solidFill>
            <a:srgbClr val="1B2733"/>
          </a:solidFill>
          <a:latin typeface="Arial"/>
          <a:ea typeface="Arial"/>
          <a:cs typeface="Arial"/>
          <a:sym typeface="Arial"/>
        </a:defRPr>
      </a:lvl2pPr>
      <a:lvl3pPr marR="0" lvl="2" algn="l" rtl="0">
        <a:lnSpc>
          <a:spcPct val="100000"/>
        </a:lnSpc>
        <a:spcBef>
          <a:spcPts val="0"/>
        </a:spcBef>
        <a:spcAft>
          <a:spcPts val="0"/>
        </a:spcAft>
        <a:buClr>
          <a:srgbClr val="1B2733"/>
        </a:buClr>
        <a:buFont typeface="Arial"/>
        <a:defRPr sz="1400" b="0" i="0" u="none" strike="noStrike" cap="none">
          <a:solidFill>
            <a:srgbClr val="1B2733"/>
          </a:solidFill>
          <a:latin typeface="Arial"/>
          <a:ea typeface="Arial"/>
          <a:cs typeface="Arial"/>
          <a:sym typeface="Arial"/>
        </a:defRPr>
      </a:lvl3pPr>
      <a:lvl4pPr marR="0" lvl="3" algn="l" rtl="0">
        <a:lnSpc>
          <a:spcPct val="100000"/>
        </a:lnSpc>
        <a:spcBef>
          <a:spcPts val="0"/>
        </a:spcBef>
        <a:spcAft>
          <a:spcPts val="0"/>
        </a:spcAft>
        <a:buClr>
          <a:srgbClr val="1B2733"/>
        </a:buClr>
        <a:buFont typeface="Arial"/>
        <a:defRPr sz="1400" b="0" i="0" u="none" strike="noStrike" cap="none">
          <a:solidFill>
            <a:srgbClr val="1B2733"/>
          </a:solidFill>
          <a:latin typeface="Arial"/>
          <a:ea typeface="Arial"/>
          <a:cs typeface="Arial"/>
          <a:sym typeface="Arial"/>
        </a:defRPr>
      </a:lvl4pPr>
      <a:lvl5pPr marR="0" lvl="4" algn="l" rtl="0">
        <a:lnSpc>
          <a:spcPct val="100000"/>
        </a:lnSpc>
        <a:spcBef>
          <a:spcPts val="0"/>
        </a:spcBef>
        <a:spcAft>
          <a:spcPts val="0"/>
        </a:spcAft>
        <a:buClr>
          <a:srgbClr val="1B2733"/>
        </a:buClr>
        <a:buFont typeface="Arial"/>
        <a:defRPr sz="1400" b="0" i="0" u="none" strike="noStrike" cap="none">
          <a:solidFill>
            <a:srgbClr val="1B2733"/>
          </a:solidFill>
          <a:latin typeface="Arial"/>
          <a:ea typeface="Arial"/>
          <a:cs typeface="Arial"/>
          <a:sym typeface="Arial"/>
        </a:defRPr>
      </a:lvl5pPr>
      <a:lvl6pPr marR="0" lvl="5" algn="l" rtl="0">
        <a:lnSpc>
          <a:spcPct val="100000"/>
        </a:lnSpc>
        <a:spcBef>
          <a:spcPts val="0"/>
        </a:spcBef>
        <a:spcAft>
          <a:spcPts val="0"/>
        </a:spcAft>
        <a:buClr>
          <a:srgbClr val="1B2733"/>
        </a:buClr>
        <a:buFont typeface="Arial"/>
        <a:defRPr sz="1400" b="0" i="0" u="none" strike="noStrike" cap="none">
          <a:solidFill>
            <a:srgbClr val="1B2733"/>
          </a:solidFill>
          <a:latin typeface="Arial"/>
          <a:ea typeface="Arial"/>
          <a:cs typeface="Arial"/>
          <a:sym typeface="Arial"/>
        </a:defRPr>
      </a:lvl6pPr>
      <a:lvl7pPr marR="0" lvl="6" algn="l" rtl="0">
        <a:lnSpc>
          <a:spcPct val="100000"/>
        </a:lnSpc>
        <a:spcBef>
          <a:spcPts val="0"/>
        </a:spcBef>
        <a:spcAft>
          <a:spcPts val="0"/>
        </a:spcAft>
        <a:buClr>
          <a:srgbClr val="1B2733"/>
        </a:buClr>
        <a:buFont typeface="Arial"/>
        <a:defRPr sz="1400" b="0" i="0" u="none" strike="noStrike" cap="none">
          <a:solidFill>
            <a:srgbClr val="1B2733"/>
          </a:solidFill>
          <a:latin typeface="Arial"/>
          <a:ea typeface="Arial"/>
          <a:cs typeface="Arial"/>
          <a:sym typeface="Arial"/>
        </a:defRPr>
      </a:lvl7pPr>
      <a:lvl8pPr marR="0" lvl="7" algn="l" rtl="0">
        <a:lnSpc>
          <a:spcPct val="100000"/>
        </a:lnSpc>
        <a:spcBef>
          <a:spcPts val="0"/>
        </a:spcBef>
        <a:spcAft>
          <a:spcPts val="0"/>
        </a:spcAft>
        <a:buClr>
          <a:srgbClr val="1B2733"/>
        </a:buClr>
        <a:buFont typeface="Arial"/>
        <a:defRPr sz="1400" b="0" i="0" u="none" strike="noStrike" cap="none">
          <a:solidFill>
            <a:srgbClr val="1B2733"/>
          </a:solidFill>
          <a:latin typeface="Arial"/>
          <a:ea typeface="Arial"/>
          <a:cs typeface="Arial"/>
          <a:sym typeface="Arial"/>
        </a:defRPr>
      </a:lvl8pPr>
      <a:lvl9pPr marR="0" lvl="8" algn="l" rtl="0">
        <a:lnSpc>
          <a:spcPct val="100000"/>
        </a:lnSpc>
        <a:spcBef>
          <a:spcPts val="0"/>
        </a:spcBef>
        <a:spcAft>
          <a:spcPts val="0"/>
        </a:spcAft>
        <a:buClr>
          <a:srgbClr val="1B2733"/>
        </a:buClr>
        <a:buFont typeface="Arial"/>
        <a:defRPr sz="1400" b="0" i="0" u="none" strike="noStrike" cap="none">
          <a:solidFill>
            <a:srgbClr val="1B2733"/>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7089BFF8-F063-F6AF-6D24-CD6D843B4D0F}"/>
              </a:ext>
            </a:extLst>
          </p:cNvPr>
          <p:cNvSpPr/>
          <p:nvPr/>
        </p:nvSpPr>
        <p:spPr>
          <a:xfrm>
            <a:off x="0" y="0"/>
            <a:ext cx="12192000" cy="5171090"/>
          </a:xfrm>
          <a:prstGeom prst="rect">
            <a:avLst/>
          </a:prstGeom>
          <a:solidFill>
            <a:srgbClr val="1644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AutoShape 2"/>
          <p:cNvSpPr/>
          <p:nvPr/>
        </p:nvSpPr>
        <p:spPr>
          <a:xfrm>
            <a:off x="524798" y="2101742"/>
            <a:ext cx="11208483" cy="954107"/>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ctr">
              <a:defRPr/>
            </a:pPr>
            <a:r>
              <a:rPr lang="zh-CN" altLang="en-US" sz="6000" b="1" dirty="0">
                <a:solidFill>
                  <a:schemeClr val="bg1"/>
                </a:solidFill>
                <a:latin typeface="MiSans VF Bold" pitchFamily="2" charset="-122"/>
                <a:ea typeface="MiSans VF Bold" pitchFamily="2" charset="-122"/>
                <a:cs typeface="MiSans VF Bold" pitchFamily="2" charset="-122"/>
                <a:sym typeface="ChillYunmoGothicBold"/>
              </a:rPr>
              <a:t>这里填写写论文题目</a:t>
            </a:r>
            <a:endParaRPr lang="en-US" altLang="zh-CN" sz="6000" b="1" dirty="0">
              <a:solidFill>
                <a:schemeClr val="bg1"/>
              </a:solidFill>
              <a:latin typeface="MiSans VF Bold" pitchFamily="2" charset="-122"/>
              <a:ea typeface="MiSans VF Bold" pitchFamily="2" charset="-122"/>
              <a:cs typeface="MiSans VF Bold" pitchFamily="2" charset="-122"/>
              <a:sym typeface="ChillYunmoGothicBold"/>
            </a:endParaRPr>
          </a:p>
        </p:txBody>
      </p:sp>
      <p:grpSp>
        <p:nvGrpSpPr>
          <p:cNvPr id="2" name="组合 1">
            <a:extLst>
              <a:ext uri="{FF2B5EF4-FFF2-40B4-BE49-F238E27FC236}">
                <a16:creationId xmlns:a16="http://schemas.microsoft.com/office/drawing/2014/main" id="{BC170B34-4A13-6735-C30F-56AF1D5FAC87}"/>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569459A1-D112-6EBA-6FBA-5D1165D6B156}"/>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9ED2FF"/>
                  </a:solidFill>
                  <a:latin typeface="MiSans VF Demibold" pitchFamily="2" charset="-122"/>
                  <a:ea typeface="MiSans VF Demibold" pitchFamily="2" charset="-122"/>
                  <a:cs typeface="MiSans VF Demibold" pitchFamily="2" charset="-122"/>
                  <a:sym typeface="JetBrains Mono"/>
                </a:rPr>
                <a:t>PROPOSAL DEFENSE</a:t>
              </a:r>
            </a:p>
          </p:txBody>
        </p:sp>
        <p:sp>
          <p:nvSpPr>
            <p:cNvPr id="5" name="AutoShape 2">
              <a:extLst>
                <a:ext uri="{FF2B5EF4-FFF2-40B4-BE49-F238E27FC236}">
                  <a16:creationId xmlns:a16="http://schemas.microsoft.com/office/drawing/2014/main" id="{8DB7939E-5293-6184-1F93-40AFB68BEB5E}"/>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altLang="zh-CN" sz="800" dirty="0">
                  <a:solidFill>
                    <a:srgbClr val="9ED2FF"/>
                  </a:solidFill>
                  <a:latin typeface="MiSans VF Demibold" pitchFamily="2" charset="-122"/>
                  <a:ea typeface="MiSans VF Demibold" pitchFamily="2" charset="-122"/>
                  <a:cs typeface="MiSans VF Demibold" pitchFamily="2" charset="-122"/>
                  <a:sym typeface="JetBrains Mono"/>
                </a:rPr>
                <a:t>2026</a:t>
              </a:r>
              <a:endParaRPr lang="en-US" sz="800" dirty="0">
                <a:solidFill>
                  <a:srgbClr val="9ED2FF"/>
                </a:solidFill>
                <a:latin typeface="MiSans VF Demibold" pitchFamily="2" charset="-122"/>
                <a:ea typeface="MiSans VF Demibold" pitchFamily="2" charset="-122"/>
                <a:cs typeface="MiSans VF Demibold" pitchFamily="2" charset="-122"/>
              </a:endParaRPr>
            </a:p>
          </p:txBody>
        </p:sp>
      </p:grpSp>
      <p:sp>
        <p:nvSpPr>
          <p:cNvPr id="6" name="AutoShape 2">
            <a:extLst>
              <a:ext uri="{FF2B5EF4-FFF2-40B4-BE49-F238E27FC236}">
                <a16:creationId xmlns:a16="http://schemas.microsoft.com/office/drawing/2014/main" id="{113AF943-4D66-A722-A0B1-5DAF1EBD667C}"/>
              </a:ext>
            </a:extLst>
          </p:cNvPr>
          <p:cNvSpPr/>
          <p:nvPr/>
        </p:nvSpPr>
        <p:spPr>
          <a:xfrm>
            <a:off x="3217621" y="1403982"/>
            <a:ext cx="5822838" cy="246221"/>
          </a:xfrm>
          <a:prstGeom prst="roundRect">
            <a:avLst>
              <a:gd name="adj" fmla="val 0"/>
            </a:avLst>
          </a:prstGeom>
          <a:noFill/>
          <a:ln w="25400" cap="flat" cmpd="sng">
            <a:noFill/>
            <a:prstDash val="solid"/>
            <a:round/>
          </a:ln>
        </p:spPr>
        <p:txBody>
          <a:bodyPr vert="horz" wrap="square" lIns="0" tIns="0" rIns="0" bIns="0" rtlCol="0" anchor="b" anchorCtr="0">
            <a:spAutoFit/>
          </a:bodyPr>
          <a:lstStyle/>
          <a:p>
            <a:pPr algn="ctr">
              <a:defRPr/>
            </a:pPr>
            <a:r>
              <a:rPr lang="en-US" altLang="zh-CN" sz="1600" b="1" dirty="0">
                <a:solidFill>
                  <a:schemeClr val="bg1"/>
                </a:solidFill>
                <a:latin typeface="Didot" panose="02000503000000020003" pitchFamily="2" charset="-79"/>
                <a:ea typeface="MiSans VF Bold" pitchFamily="2" charset="-122"/>
                <a:cs typeface="Didot" panose="02000503000000020003" pitchFamily="2" charset="-79"/>
                <a:sym typeface="ChillYunmoGothicBold"/>
              </a:rPr>
              <a:t>XX UNIVERSITY</a:t>
            </a:r>
          </a:p>
        </p:txBody>
      </p:sp>
      <p:sp>
        <p:nvSpPr>
          <p:cNvPr id="7" name="AutoShape 2">
            <a:extLst>
              <a:ext uri="{FF2B5EF4-FFF2-40B4-BE49-F238E27FC236}">
                <a16:creationId xmlns:a16="http://schemas.microsoft.com/office/drawing/2014/main" id="{00233BE7-7095-0C3E-0A1E-9EE224CE351D}"/>
              </a:ext>
            </a:extLst>
          </p:cNvPr>
          <p:cNvSpPr/>
          <p:nvPr/>
        </p:nvSpPr>
        <p:spPr>
          <a:xfrm>
            <a:off x="524798" y="3055849"/>
            <a:ext cx="11208483" cy="369332"/>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ctr">
              <a:defRPr/>
            </a:pPr>
            <a:r>
              <a:rPr lang="en-US" altLang="zh-CN" sz="2400" b="1" dirty="0">
                <a:solidFill>
                  <a:srgbClr val="9ED2FF"/>
                </a:solidFill>
                <a:latin typeface="Didot" panose="02000503000000020003" pitchFamily="2" charset="-79"/>
                <a:ea typeface="MiSans VF Bold" pitchFamily="2" charset="-122"/>
                <a:cs typeface="Didot" panose="02000503000000020003" pitchFamily="2" charset="-79"/>
                <a:sym typeface="ChillYunmoGothicBold"/>
              </a:rPr>
              <a:t>Graduation</a:t>
            </a:r>
            <a:r>
              <a:rPr lang="zh-CN" altLang="en-US" sz="2400" b="1" dirty="0">
                <a:solidFill>
                  <a:srgbClr val="9ED2FF"/>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2400" b="1" dirty="0">
                <a:solidFill>
                  <a:srgbClr val="9ED2FF"/>
                </a:solidFill>
                <a:latin typeface="Didot" panose="02000503000000020003" pitchFamily="2" charset="-79"/>
                <a:ea typeface="MiSans VF Bold" pitchFamily="2" charset="-122"/>
                <a:cs typeface="Didot" panose="02000503000000020003" pitchFamily="2" charset="-79"/>
                <a:sym typeface="ChillYunmoGothicBold"/>
              </a:rPr>
              <a:t>Thesis</a:t>
            </a:r>
            <a:r>
              <a:rPr lang="zh-CN" altLang="en-US" sz="2400" b="1" dirty="0">
                <a:solidFill>
                  <a:srgbClr val="9ED2FF"/>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2400" b="1" dirty="0">
                <a:solidFill>
                  <a:srgbClr val="9ED2FF"/>
                </a:solidFill>
                <a:latin typeface="Didot" panose="02000503000000020003" pitchFamily="2" charset="-79"/>
                <a:ea typeface="MiSans VF Bold" pitchFamily="2" charset="-122"/>
                <a:cs typeface="Didot" panose="02000503000000020003" pitchFamily="2" charset="-79"/>
                <a:sym typeface="ChillYunmoGothicBold"/>
              </a:rPr>
              <a:t>Defense</a:t>
            </a:r>
            <a:r>
              <a:rPr lang="zh-CN" altLang="en-US" sz="2400" b="1" dirty="0">
                <a:solidFill>
                  <a:srgbClr val="9ED2FF"/>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2400" b="1" dirty="0">
                <a:solidFill>
                  <a:srgbClr val="9ED2FF"/>
                </a:solidFill>
                <a:latin typeface="Didot" panose="02000503000000020003" pitchFamily="2" charset="-79"/>
                <a:ea typeface="MiSans VF Bold" pitchFamily="2" charset="-122"/>
                <a:cs typeface="Didot" panose="02000503000000020003" pitchFamily="2" charset="-79"/>
                <a:sym typeface="ChillYunmoGothicBold"/>
              </a:rPr>
              <a:t>Universal</a:t>
            </a:r>
            <a:r>
              <a:rPr lang="zh-CN" altLang="en-US" sz="2400" b="1" dirty="0">
                <a:solidFill>
                  <a:srgbClr val="9ED2FF"/>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2400" b="1" dirty="0">
                <a:solidFill>
                  <a:srgbClr val="9ED2FF"/>
                </a:solidFill>
                <a:latin typeface="Didot" panose="02000503000000020003" pitchFamily="2" charset="-79"/>
                <a:ea typeface="MiSans VF Bold" pitchFamily="2" charset="-122"/>
                <a:cs typeface="Didot" panose="02000503000000020003" pitchFamily="2" charset="-79"/>
                <a:sym typeface="ChillYunmoGothicBold"/>
              </a:rPr>
              <a:t>Template</a:t>
            </a:r>
          </a:p>
        </p:txBody>
      </p:sp>
      <p:grpSp>
        <p:nvGrpSpPr>
          <p:cNvPr id="13" name="组合 12">
            <a:extLst>
              <a:ext uri="{FF2B5EF4-FFF2-40B4-BE49-F238E27FC236}">
                <a16:creationId xmlns:a16="http://schemas.microsoft.com/office/drawing/2014/main" id="{BEEEE7FA-457C-5F15-31F2-9E9F42898877}"/>
              </a:ext>
            </a:extLst>
          </p:cNvPr>
          <p:cNvGrpSpPr/>
          <p:nvPr/>
        </p:nvGrpSpPr>
        <p:grpSpPr>
          <a:xfrm>
            <a:off x="5778262" y="562705"/>
            <a:ext cx="701553" cy="701553"/>
            <a:chOff x="5682049" y="653139"/>
            <a:chExt cx="827903" cy="827903"/>
          </a:xfrm>
        </p:grpSpPr>
        <p:sp>
          <p:nvSpPr>
            <p:cNvPr id="11" name="椭圆 10">
              <a:extLst>
                <a:ext uri="{FF2B5EF4-FFF2-40B4-BE49-F238E27FC236}">
                  <a16:creationId xmlns:a16="http://schemas.microsoft.com/office/drawing/2014/main" id="{84DD96C1-BDE5-22AC-E395-DFD50EB3FFD4}"/>
                </a:ext>
              </a:extLst>
            </p:cNvPr>
            <p:cNvSpPr/>
            <p:nvPr/>
          </p:nvSpPr>
          <p:spPr>
            <a:xfrm>
              <a:off x="5682049" y="653139"/>
              <a:ext cx="827903" cy="827903"/>
            </a:xfrm>
            <a:prstGeom prst="ellipse">
              <a:avLst/>
            </a:prstGeom>
            <a:solidFill>
              <a:srgbClr val="9ED2FF">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9ED2FF"/>
                </a:solidFill>
              </a:endParaRPr>
            </a:p>
          </p:txBody>
        </p:sp>
        <p:pic>
          <p:nvPicPr>
            <p:cNvPr id="12" name="图形 11">
              <a:extLst>
                <a:ext uri="{FF2B5EF4-FFF2-40B4-BE49-F238E27FC236}">
                  <a16:creationId xmlns:a16="http://schemas.microsoft.com/office/drawing/2014/main" id="{99AC6FF3-5AA1-A304-88C8-BFB6BE7506A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26082" y="797172"/>
              <a:ext cx="539835" cy="539835"/>
            </a:xfrm>
            <a:prstGeom prst="rect">
              <a:avLst/>
            </a:prstGeom>
          </p:spPr>
        </p:pic>
      </p:grpSp>
      <p:sp>
        <p:nvSpPr>
          <p:cNvPr id="14" name="AutoShape 2">
            <a:extLst>
              <a:ext uri="{FF2B5EF4-FFF2-40B4-BE49-F238E27FC236}">
                <a16:creationId xmlns:a16="http://schemas.microsoft.com/office/drawing/2014/main" id="{877A7916-33B8-57DA-97E9-0B119D9FD3CF}"/>
              </a:ext>
            </a:extLst>
          </p:cNvPr>
          <p:cNvSpPr/>
          <p:nvPr/>
        </p:nvSpPr>
        <p:spPr>
          <a:xfrm>
            <a:off x="524798" y="5841327"/>
            <a:ext cx="11208483" cy="246221"/>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ctr">
              <a:defRPr/>
            </a:pPr>
            <a:r>
              <a:rPr lang="zh-CN" altLang="en-US" sz="1600" spc="300" dirty="0">
                <a:solidFill>
                  <a:srgbClr val="164466"/>
                </a:solidFill>
                <a:latin typeface="MISANS VF MEDIUM" pitchFamily="2" charset="-122"/>
                <a:ea typeface="MISANS VF MEDIUM" pitchFamily="2" charset="-122"/>
                <a:cs typeface="MISANS VF MEDIUM" pitchFamily="2" charset="-122"/>
                <a:sym typeface="ChillYunmoGothicBold"/>
              </a:rPr>
              <a:t>开题答辩  </a:t>
            </a:r>
            <a:r>
              <a:rPr lang="zh-CN" altLang="en-US" sz="1600" spc="300" dirty="0">
                <a:solidFill>
                  <a:srgbClr val="164466"/>
                </a:solidFill>
                <a:latin typeface="MiSans VF Thin" pitchFamily="2" charset="-122"/>
                <a:ea typeface="MiSans VF Thin" pitchFamily="2" charset="-122"/>
                <a:cs typeface="MiSans VF Thin" pitchFamily="2" charset="-122"/>
                <a:sym typeface="ChillYunmoGothicBold"/>
              </a:rPr>
              <a:t>｜</a:t>
            </a:r>
            <a:r>
              <a:rPr lang="zh-CN" altLang="en-US" sz="1600" spc="300" dirty="0">
                <a:solidFill>
                  <a:srgbClr val="164466"/>
                </a:solidFill>
                <a:latin typeface="MISANS VF MEDIUM" pitchFamily="2" charset="-122"/>
                <a:ea typeface="MISANS VF MEDIUM" pitchFamily="2" charset="-122"/>
                <a:cs typeface="MISANS VF MEDIUM" pitchFamily="2" charset="-122"/>
                <a:sym typeface="ChillYunmoGothicBold"/>
              </a:rPr>
              <a:t> </a:t>
            </a:r>
            <a:r>
              <a:rPr lang="en-US" altLang="zh-CN" sz="1600" spc="300" dirty="0">
                <a:solidFill>
                  <a:srgbClr val="164466"/>
                </a:solidFill>
                <a:latin typeface="MISANS VF MEDIUM" pitchFamily="2" charset="-122"/>
                <a:ea typeface="MISANS VF MEDIUM" pitchFamily="2" charset="-122"/>
                <a:cs typeface="MISANS VF MEDIUM" pitchFamily="2" charset="-122"/>
                <a:sym typeface="ChillYunmoGothicBold"/>
              </a:rPr>
              <a:t> 2026</a:t>
            </a:r>
            <a:r>
              <a:rPr lang="zh-CN" altLang="en-US" sz="1600" spc="300" dirty="0">
                <a:solidFill>
                  <a:srgbClr val="164466"/>
                </a:solidFill>
                <a:latin typeface="MISANS VF MEDIUM" pitchFamily="2" charset="-122"/>
                <a:ea typeface="MISANS VF MEDIUM" pitchFamily="2" charset="-122"/>
                <a:cs typeface="MISANS VF MEDIUM" pitchFamily="2" charset="-122"/>
                <a:sym typeface="ChillYunmoGothicBold"/>
              </a:rPr>
              <a:t>年</a:t>
            </a:r>
            <a:r>
              <a:rPr lang="en-US" altLang="zh-CN" sz="1600" spc="300" dirty="0">
                <a:solidFill>
                  <a:srgbClr val="164466"/>
                </a:solidFill>
                <a:latin typeface="MISANS VF MEDIUM" pitchFamily="2" charset="-122"/>
                <a:ea typeface="MISANS VF MEDIUM" pitchFamily="2" charset="-122"/>
                <a:cs typeface="MISANS VF MEDIUM" pitchFamily="2" charset="-122"/>
                <a:sym typeface="ChillYunmoGothicBold"/>
              </a:rPr>
              <a:t>6</a:t>
            </a:r>
            <a:r>
              <a:rPr lang="zh-CN" altLang="en-US" sz="1600" spc="300" dirty="0">
                <a:solidFill>
                  <a:srgbClr val="164466"/>
                </a:solidFill>
                <a:latin typeface="MISANS VF MEDIUM" pitchFamily="2" charset="-122"/>
                <a:ea typeface="MISANS VF MEDIUM" pitchFamily="2" charset="-122"/>
                <a:cs typeface="MISANS VF MEDIUM" pitchFamily="2" charset="-122"/>
                <a:sym typeface="ChillYunmoGothicBold"/>
              </a:rPr>
              <a:t>月</a:t>
            </a:r>
            <a:r>
              <a:rPr lang="en-US" altLang="zh-CN" sz="1600" spc="300" dirty="0">
                <a:solidFill>
                  <a:srgbClr val="164466"/>
                </a:solidFill>
                <a:latin typeface="MISANS VF MEDIUM" pitchFamily="2" charset="-122"/>
                <a:ea typeface="MISANS VF MEDIUM" pitchFamily="2" charset="-122"/>
                <a:cs typeface="MISANS VF MEDIUM" pitchFamily="2" charset="-122"/>
                <a:sym typeface="ChillYunmoGothicBold"/>
              </a:rPr>
              <a:t>28</a:t>
            </a:r>
            <a:r>
              <a:rPr lang="zh-CN" altLang="en-US" sz="1600" spc="300" dirty="0">
                <a:solidFill>
                  <a:srgbClr val="164466"/>
                </a:solidFill>
                <a:latin typeface="MISANS VF MEDIUM" pitchFamily="2" charset="-122"/>
                <a:ea typeface="MISANS VF MEDIUM" pitchFamily="2" charset="-122"/>
                <a:cs typeface="MISANS VF MEDIUM" pitchFamily="2" charset="-122"/>
                <a:sym typeface="ChillYunmoGothicBold"/>
              </a:rPr>
              <a:t>日</a:t>
            </a:r>
            <a:endParaRPr lang="en-US" altLang="zh-CN" sz="1600" spc="300" dirty="0">
              <a:solidFill>
                <a:srgbClr val="164466"/>
              </a:solidFill>
              <a:latin typeface="MISANS VF MEDIUM" pitchFamily="2" charset="-122"/>
              <a:ea typeface="MISANS VF MEDIUM" pitchFamily="2" charset="-122"/>
              <a:cs typeface="MISANS VF MEDIUM" pitchFamily="2" charset="-122"/>
              <a:sym typeface="ChillYunmoGothicBold"/>
            </a:endParaRPr>
          </a:p>
        </p:txBody>
      </p:sp>
      <p:grpSp>
        <p:nvGrpSpPr>
          <p:cNvPr id="24" name="组合 23">
            <a:extLst>
              <a:ext uri="{FF2B5EF4-FFF2-40B4-BE49-F238E27FC236}">
                <a16:creationId xmlns:a16="http://schemas.microsoft.com/office/drawing/2014/main" id="{4DF75FE2-93E6-A919-2158-FA848C5954A0}"/>
              </a:ext>
            </a:extLst>
          </p:cNvPr>
          <p:cNvGrpSpPr/>
          <p:nvPr/>
        </p:nvGrpSpPr>
        <p:grpSpPr>
          <a:xfrm>
            <a:off x="1050712" y="4170048"/>
            <a:ext cx="10236879" cy="292352"/>
            <a:chOff x="1050712" y="4223660"/>
            <a:chExt cx="10236879" cy="292352"/>
          </a:xfrm>
        </p:grpSpPr>
        <p:sp>
          <p:nvSpPr>
            <p:cNvPr id="15" name="AutoShape 2">
              <a:extLst>
                <a:ext uri="{FF2B5EF4-FFF2-40B4-BE49-F238E27FC236}">
                  <a16:creationId xmlns:a16="http://schemas.microsoft.com/office/drawing/2014/main" id="{7FC29CB7-E3F8-6951-968F-CB3127CB7369}"/>
                </a:ext>
              </a:extLst>
            </p:cNvPr>
            <p:cNvSpPr/>
            <p:nvPr/>
          </p:nvSpPr>
          <p:spPr>
            <a:xfrm>
              <a:off x="1050712" y="4223660"/>
              <a:ext cx="3077045" cy="246221"/>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ctr">
                <a:defRPr/>
              </a:pPr>
              <a:r>
                <a:rPr lang="zh-CN" altLang="en-US" sz="1600" dirty="0">
                  <a:solidFill>
                    <a:srgbClr val="9ED2FF"/>
                  </a:solidFill>
                  <a:latin typeface="MiSans VF Regular" pitchFamily="2" charset="-122"/>
                  <a:ea typeface="MiSans VF Regular" pitchFamily="2" charset="-122"/>
                  <a:cs typeface="MiSans VF Regular" pitchFamily="2" charset="-122"/>
                  <a:sym typeface="ChillYunmoGothicBold"/>
                </a:rPr>
                <a:t>主讲</a:t>
              </a:r>
              <a:r>
                <a:rPr lang="en-US" altLang="zh-CN" sz="1600" dirty="0">
                  <a:solidFill>
                    <a:srgbClr val="9ED2FF"/>
                  </a:solidFill>
                  <a:latin typeface="MiSans VF Regular" pitchFamily="2" charset="-122"/>
                  <a:ea typeface="MiSans VF Regular" pitchFamily="2" charset="-122"/>
                  <a:cs typeface="MiSans VF Regular" pitchFamily="2" charset="-122"/>
                  <a:sym typeface="ChillYunmoGothicBold"/>
                </a:rPr>
                <a:t>:</a:t>
              </a:r>
              <a:r>
                <a:rPr lang="zh-CN" altLang="en-US" sz="1600" dirty="0">
                  <a:solidFill>
                    <a:srgbClr val="9ED2FF"/>
                  </a:solidFill>
                  <a:latin typeface="MiSans VF Regular" pitchFamily="2" charset="-122"/>
                  <a:ea typeface="MiSans VF Regular" pitchFamily="2" charset="-122"/>
                  <a:cs typeface="MiSans VF Regular" pitchFamily="2" charset="-122"/>
                  <a:sym typeface="ChillYunmoGothicBold"/>
                </a:rPr>
                <a:t> 姓名 </a:t>
              </a:r>
              <a:endParaRPr lang="en-US" altLang="zh-CN" sz="1600" dirty="0">
                <a:solidFill>
                  <a:srgbClr val="9ED2FF"/>
                </a:solidFill>
                <a:latin typeface="MiSans VF Regular" pitchFamily="2" charset="-122"/>
                <a:ea typeface="MiSans VF Regular" pitchFamily="2" charset="-122"/>
                <a:cs typeface="MiSans VF Regular" pitchFamily="2" charset="-122"/>
                <a:sym typeface="ChillYunmoGothicBold"/>
              </a:endParaRPr>
            </a:p>
          </p:txBody>
        </p:sp>
        <p:sp>
          <p:nvSpPr>
            <p:cNvPr id="19" name="AutoShape 2">
              <a:extLst>
                <a:ext uri="{FF2B5EF4-FFF2-40B4-BE49-F238E27FC236}">
                  <a16:creationId xmlns:a16="http://schemas.microsoft.com/office/drawing/2014/main" id="{3F54E489-6B63-5067-09DC-097EB5A27578}"/>
                </a:ext>
              </a:extLst>
            </p:cNvPr>
            <p:cNvSpPr/>
            <p:nvPr/>
          </p:nvSpPr>
          <p:spPr>
            <a:xfrm>
              <a:off x="4630629" y="4223660"/>
              <a:ext cx="3077045" cy="246221"/>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ctr">
                <a:defRPr/>
              </a:pPr>
              <a:r>
                <a:rPr lang="zh-CN" altLang="en-US" sz="1600" dirty="0">
                  <a:solidFill>
                    <a:srgbClr val="9ED2FF"/>
                  </a:solidFill>
                  <a:latin typeface="MiSans VF Regular" pitchFamily="2" charset="-122"/>
                  <a:ea typeface="MiSans VF Regular" pitchFamily="2" charset="-122"/>
                  <a:cs typeface="MiSans VF Regular" pitchFamily="2" charset="-122"/>
                  <a:sym typeface="ChillYunmoGothicBold"/>
                </a:rPr>
                <a:t>专业</a:t>
              </a:r>
              <a:r>
                <a:rPr lang="en-US" altLang="zh-CN" sz="1600" dirty="0">
                  <a:solidFill>
                    <a:srgbClr val="9ED2FF"/>
                  </a:solidFill>
                  <a:latin typeface="MiSans VF Regular" pitchFamily="2" charset="-122"/>
                  <a:ea typeface="MiSans VF Regular" pitchFamily="2" charset="-122"/>
                  <a:cs typeface="MiSans VF Regular" pitchFamily="2" charset="-122"/>
                  <a:sym typeface="ChillYunmoGothicBold"/>
                </a:rPr>
                <a:t>:</a:t>
              </a:r>
              <a:r>
                <a:rPr lang="zh-CN" altLang="en-US" sz="1600" dirty="0">
                  <a:solidFill>
                    <a:srgbClr val="9ED2FF"/>
                  </a:solidFill>
                  <a:latin typeface="MiSans VF Regular" pitchFamily="2" charset="-122"/>
                  <a:ea typeface="MiSans VF Regular" pitchFamily="2" charset="-122"/>
                  <a:cs typeface="MiSans VF Regular" pitchFamily="2" charset="-122"/>
                  <a:sym typeface="ChillYunmoGothicBold"/>
                </a:rPr>
                <a:t> 名称</a:t>
              </a:r>
              <a:endParaRPr lang="en-US" altLang="zh-CN" sz="1600" dirty="0">
                <a:solidFill>
                  <a:srgbClr val="9ED2FF"/>
                </a:solidFill>
                <a:latin typeface="MiSans VF Regular" pitchFamily="2" charset="-122"/>
                <a:ea typeface="MiSans VF Regular" pitchFamily="2" charset="-122"/>
                <a:cs typeface="MiSans VF Regular" pitchFamily="2" charset="-122"/>
                <a:sym typeface="ChillYunmoGothicBold"/>
              </a:endParaRPr>
            </a:p>
          </p:txBody>
        </p:sp>
        <p:sp>
          <p:nvSpPr>
            <p:cNvPr id="20" name="AutoShape 2">
              <a:extLst>
                <a:ext uri="{FF2B5EF4-FFF2-40B4-BE49-F238E27FC236}">
                  <a16:creationId xmlns:a16="http://schemas.microsoft.com/office/drawing/2014/main" id="{C719C4AB-67EB-2BD7-1755-6ABB9676AEC8}"/>
                </a:ext>
              </a:extLst>
            </p:cNvPr>
            <p:cNvSpPr/>
            <p:nvPr/>
          </p:nvSpPr>
          <p:spPr>
            <a:xfrm>
              <a:off x="8210546" y="4223660"/>
              <a:ext cx="3077045" cy="246221"/>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ctr">
                <a:defRPr/>
              </a:pPr>
              <a:r>
                <a:rPr lang="zh-CN" altLang="en-US" sz="1600" dirty="0">
                  <a:solidFill>
                    <a:srgbClr val="9ED2FF"/>
                  </a:solidFill>
                  <a:latin typeface="MiSans VF Regular" pitchFamily="2" charset="-122"/>
                  <a:ea typeface="MiSans VF Regular" pitchFamily="2" charset="-122"/>
                  <a:cs typeface="MiSans VF Regular" pitchFamily="2" charset="-122"/>
                  <a:sym typeface="ChillYunmoGothicBold"/>
                </a:rPr>
                <a:t>指导老师</a:t>
              </a:r>
              <a:r>
                <a:rPr lang="en-US" altLang="zh-CN" sz="1600" dirty="0">
                  <a:solidFill>
                    <a:srgbClr val="9ED2FF"/>
                  </a:solidFill>
                  <a:latin typeface="MiSans VF Regular" pitchFamily="2" charset="-122"/>
                  <a:ea typeface="MiSans VF Regular" pitchFamily="2" charset="-122"/>
                  <a:cs typeface="MiSans VF Regular" pitchFamily="2" charset="-122"/>
                  <a:sym typeface="ChillYunmoGothicBold"/>
                </a:rPr>
                <a:t>:</a:t>
              </a:r>
              <a:r>
                <a:rPr lang="zh-CN" altLang="en-US" sz="1600" dirty="0">
                  <a:solidFill>
                    <a:srgbClr val="9ED2FF"/>
                  </a:solidFill>
                  <a:latin typeface="MiSans VF Regular" pitchFamily="2" charset="-122"/>
                  <a:ea typeface="MiSans VF Regular" pitchFamily="2" charset="-122"/>
                  <a:cs typeface="MiSans VF Regular" pitchFamily="2" charset="-122"/>
                  <a:sym typeface="ChillYunmoGothicBold"/>
                </a:rPr>
                <a:t> 姓名</a:t>
              </a:r>
              <a:endParaRPr lang="en-US" altLang="zh-CN" sz="1600" dirty="0">
                <a:solidFill>
                  <a:srgbClr val="9ED2FF"/>
                </a:solidFill>
                <a:latin typeface="MiSans VF Regular" pitchFamily="2" charset="-122"/>
                <a:ea typeface="MiSans VF Regular" pitchFamily="2" charset="-122"/>
                <a:cs typeface="MiSans VF Regular" pitchFamily="2" charset="-122"/>
                <a:sym typeface="ChillYunmoGothicBold"/>
              </a:endParaRPr>
            </a:p>
          </p:txBody>
        </p:sp>
        <p:cxnSp>
          <p:nvCxnSpPr>
            <p:cNvPr id="22" name="直线连接符 21">
              <a:extLst>
                <a:ext uri="{FF2B5EF4-FFF2-40B4-BE49-F238E27FC236}">
                  <a16:creationId xmlns:a16="http://schemas.microsoft.com/office/drawing/2014/main" id="{432D65AA-A7BD-B410-1EA2-793686FF5141}"/>
                </a:ext>
              </a:extLst>
            </p:cNvPr>
            <p:cNvCxnSpPr>
              <a:cxnSpLocks/>
            </p:cNvCxnSpPr>
            <p:nvPr/>
          </p:nvCxnSpPr>
          <p:spPr>
            <a:xfrm>
              <a:off x="4379193" y="4223660"/>
              <a:ext cx="0" cy="292352"/>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直线连接符 22">
              <a:extLst>
                <a:ext uri="{FF2B5EF4-FFF2-40B4-BE49-F238E27FC236}">
                  <a16:creationId xmlns:a16="http://schemas.microsoft.com/office/drawing/2014/main" id="{DE3761E5-99B9-637F-F708-9FCDD215CB88}"/>
                </a:ext>
              </a:extLst>
            </p:cNvPr>
            <p:cNvCxnSpPr>
              <a:cxnSpLocks/>
            </p:cNvCxnSpPr>
            <p:nvPr/>
          </p:nvCxnSpPr>
          <p:spPr>
            <a:xfrm>
              <a:off x="7959110" y="4223660"/>
              <a:ext cx="0" cy="292352"/>
            </a:xfrm>
            <a:prstGeom prst="line">
              <a:avLst/>
            </a:prstGeom>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DB6EFA9D-3594-1092-B261-6844C09685AA}"/>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C7F46DDF-DCCE-5DC5-26DD-BF864D1CBC74}"/>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1CF940C9-B263-B1F5-82D6-F87E478E7360}"/>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1B2733">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1B2733">
                    <a:alpha val="50000"/>
                  </a:srgbClr>
                </a:solidFill>
                <a:latin typeface="MiSans VF Light" pitchFamily="2" charset="-122"/>
                <a:ea typeface="MiSans VF Light" pitchFamily="2" charset="-122"/>
                <a:cs typeface="MiSans VF Light" pitchFamily="2" charset="-122"/>
              </a:endParaRPr>
            </a:p>
          </p:txBody>
        </p:sp>
      </p:grpSp>
      <p:sp>
        <p:nvSpPr>
          <p:cNvPr id="16" name="AutoShape 2">
            <a:extLst>
              <a:ext uri="{FF2B5EF4-FFF2-40B4-BE49-F238E27FC236}">
                <a16:creationId xmlns:a16="http://schemas.microsoft.com/office/drawing/2014/main" id="{3BDD129E-F413-FFDF-12E0-F8CDCC74BE06}"/>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sp>
        <p:nvSpPr>
          <p:cNvPr id="34" name="矩形 33">
            <a:extLst>
              <a:ext uri="{FF2B5EF4-FFF2-40B4-BE49-F238E27FC236}">
                <a16:creationId xmlns:a16="http://schemas.microsoft.com/office/drawing/2014/main" id="{7A77AFB4-4ABF-E39C-800B-847DB868A669}"/>
              </a:ext>
            </a:extLst>
          </p:cNvPr>
          <p:cNvSpPr/>
          <p:nvPr/>
        </p:nvSpPr>
        <p:spPr>
          <a:xfrm>
            <a:off x="524796" y="844061"/>
            <a:ext cx="8320266" cy="341103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矩形 34">
            <a:extLst>
              <a:ext uri="{FF2B5EF4-FFF2-40B4-BE49-F238E27FC236}">
                <a16:creationId xmlns:a16="http://schemas.microsoft.com/office/drawing/2014/main" id="{AB6A7C14-43C4-BE8A-E455-0D0936DBBBA7}"/>
              </a:ext>
            </a:extLst>
          </p:cNvPr>
          <p:cNvSpPr/>
          <p:nvPr/>
        </p:nvSpPr>
        <p:spPr>
          <a:xfrm>
            <a:off x="2106386" y="4536831"/>
            <a:ext cx="9560817" cy="147710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42" name="组合 41">
            <a:extLst>
              <a:ext uri="{FF2B5EF4-FFF2-40B4-BE49-F238E27FC236}">
                <a16:creationId xmlns:a16="http://schemas.microsoft.com/office/drawing/2014/main" id="{EB308BC4-8724-23D1-A6A1-3CE4DF728B11}"/>
              </a:ext>
            </a:extLst>
          </p:cNvPr>
          <p:cNvGrpSpPr/>
          <p:nvPr/>
        </p:nvGrpSpPr>
        <p:grpSpPr>
          <a:xfrm>
            <a:off x="9073663" y="844062"/>
            <a:ext cx="2653666" cy="3411036"/>
            <a:chOff x="9073663" y="844062"/>
            <a:chExt cx="2653666" cy="3411036"/>
          </a:xfrm>
        </p:grpSpPr>
        <p:sp>
          <p:nvSpPr>
            <p:cNvPr id="33" name="矩形 32">
              <a:extLst>
                <a:ext uri="{FF2B5EF4-FFF2-40B4-BE49-F238E27FC236}">
                  <a16:creationId xmlns:a16="http://schemas.microsoft.com/office/drawing/2014/main" id="{8254C399-5724-2603-5FC4-E6F992928E79}"/>
                </a:ext>
              </a:extLst>
            </p:cNvPr>
            <p:cNvSpPr/>
            <p:nvPr/>
          </p:nvSpPr>
          <p:spPr>
            <a:xfrm>
              <a:off x="9073663" y="844062"/>
              <a:ext cx="2653666" cy="3411036"/>
            </a:xfrm>
            <a:prstGeom prst="rect">
              <a:avLst/>
            </a:prstGeom>
            <a:solidFill>
              <a:srgbClr val="1644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40" name="图形 39">
              <a:extLst>
                <a:ext uri="{FF2B5EF4-FFF2-40B4-BE49-F238E27FC236}">
                  <a16:creationId xmlns:a16="http://schemas.microsoft.com/office/drawing/2014/main" id="{D19C840A-7D64-453A-1295-813AC4CFEE1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082507" y="2231590"/>
              <a:ext cx="635977" cy="635977"/>
            </a:xfrm>
            <a:prstGeom prst="rect">
              <a:avLst/>
            </a:prstGeom>
          </p:spPr>
        </p:pic>
      </p:grpSp>
      <p:sp>
        <p:nvSpPr>
          <p:cNvPr id="43" name="AutoShape 2">
            <a:extLst>
              <a:ext uri="{FF2B5EF4-FFF2-40B4-BE49-F238E27FC236}">
                <a16:creationId xmlns:a16="http://schemas.microsoft.com/office/drawing/2014/main" id="{D140D27B-A739-14CD-EB0D-788CFC5762F1}"/>
              </a:ext>
            </a:extLst>
          </p:cNvPr>
          <p:cNvSpPr/>
          <p:nvPr/>
        </p:nvSpPr>
        <p:spPr>
          <a:xfrm>
            <a:off x="806154" y="1142966"/>
            <a:ext cx="7863061" cy="430887"/>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2800" b="1" dirty="0">
                <a:solidFill>
                  <a:schemeClr val="tx1"/>
                </a:solidFill>
                <a:latin typeface="MiSans VF Bold" pitchFamily="2" charset="-122"/>
                <a:ea typeface="MiSans VF Bold" pitchFamily="2" charset="-122"/>
                <a:cs typeface="MiSans VF Bold" pitchFamily="2" charset="-122"/>
                <a:sym typeface="ChillYunmoGothicBold"/>
              </a:rPr>
              <a:t>个人基本情况</a:t>
            </a:r>
            <a:endParaRPr lang="en-US" altLang="zh-CN" sz="2800" b="1" dirty="0">
              <a:solidFill>
                <a:schemeClr val="tx1"/>
              </a:solidFill>
              <a:latin typeface="Didot" panose="02000503000000020003" pitchFamily="2" charset="-79"/>
              <a:ea typeface="MiSans VF Bold" pitchFamily="2" charset="-122"/>
              <a:cs typeface="Didot" panose="02000503000000020003" pitchFamily="2" charset="-79"/>
              <a:sym typeface="ChillYunmoGothicBold"/>
            </a:endParaRPr>
          </a:p>
        </p:txBody>
      </p:sp>
      <p:cxnSp>
        <p:nvCxnSpPr>
          <p:cNvPr id="45" name="直线连接符 44">
            <a:extLst>
              <a:ext uri="{FF2B5EF4-FFF2-40B4-BE49-F238E27FC236}">
                <a16:creationId xmlns:a16="http://schemas.microsoft.com/office/drawing/2014/main" id="{89CFDE4E-5BEE-FA7C-2B4D-4AD2F9FD5788}"/>
              </a:ext>
            </a:extLst>
          </p:cNvPr>
          <p:cNvCxnSpPr>
            <a:cxnSpLocks/>
          </p:cNvCxnSpPr>
          <p:nvPr/>
        </p:nvCxnSpPr>
        <p:spPr>
          <a:xfrm>
            <a:off x="826249" y="1790270"/>
            <a:ext cx="7717360" cy="0"/>
          </a:xfrm>
          <a:prstGeom prst="line">
            <a:avLst/>
          </a:prstGeom>
          <a:ln>
            <a:solidFill>
              <a:srgbClr val="164466">
                <a:alpha val="10000"/>
              </a:srgbClr>
            </a:solidFill>
          </a:ln>
        </p:spPr>
        <p:style>
          <a:lnRef idx="1">
            <a:schemeClr val="accent1"/>
          </a:lnRef>
          <a:fillRef idx="0">
            <a:schemeClr val="accent1"/>
          </a:fillRef>
          <a:effectRef idx="0">
            <a:schemeClr val="accent1"/>
          </a:effectRef>
          <a:fontRef idx="minor">
            <a:schemeClr val="tx1"/>
          </a:fontRef>
        </p:style>
      </p:cxnSp>
      <p:sp>
        <p:nvSpPr>
          <p:cNvPr id="51" name="AutoShape 2">
            <a:extLst>
              <a:ext uri="{FF2B5EF4-FFF2-40B4-BE49-F238E27FC236}">
                <a16:creationId xmlns:a16="http://schemas.microsoft.com/office/drawing/2014/main" id="{2BBC315D-5A8C-1201-2463-F70527EC09E0}"/>
              </a:ext>
            </a:extLst>
          </p:cNvPr>
          <p:cNvSpPr/>
          <p:nvPr/>
        </p:nvSpPr>
        <p:spPr>
          <a:xfrm>
            <a:off x="806155" y="2284515"/>
            <a:ext cx="665922"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b="1" dirty="0">
                <a:solidFill>
                  <a:schemeClr val="tx1"/>
                </a:solidFill>
                <a:latin typeface="MiSans VF Bold" pitchFamily="2" charset="-122"/>
                <a:ea typeface="MiSans VF Bold" pitchFamily="2" charset="-122"/>
                <a:cs typeface="MiSans VF Bold" pitchFamily="2" charset="-122"/>
                <a:sym typeface="ChillYunmoGothicBold"/>
              </a:rPr>
              <a:t>姓名：</a:t>
            </a:r>
            <a:endParaRPr lang="en-US" altLang="zh-CN" sz="1600" b="1" dirty="0">
              <a:solidFill>
                <a:schemeClr val="tx1"/>
              </a:solidFill>
              <a:latin typeface="Didot" panose="02000503000000020003" pitchFamily="2" charset="-79"/>
              <a:ea typeface="MiSans VF Bold" pitchFamily="2" charset="-122"/>
              <a:cs typeface="Didot" panose="02000503000000020003" pitchFamily="2" charset="-79"/>
              <a:sym typeface="ChillYunmoGothicBold"/>
            </a:endParaRPr>
          </a:p>
        </p:txBody>
      </p:sp>
      <p:sp>
        <p:nvSpPr>
          <p:cNvPr id="52" name="AutoShape 2">
            <a:extLst>
              <a:ext uri="{FF2B5EF4-FFF2-40B4-BE49-F238E27FC236}">
                <a16:creationId xmlns:a16="http://schemas.microsoft.com/office/drawing/2014/main" id="{EE438AA8-0E42-B321-206A-EEE358DBB49F}"/>
              </a:ext>
            </a:extLst>
          </p:cNvPr>
          <p:cNvSpPr/>
          <p:nvPr/>
        </p:nvSpPr>
        <p:spPr>
          <a:xfrm>
            <a:off x="806155" y="2935800"/>
            <a:ext cx="665922"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b="1" dirty="0">
                <a:solidFill>
                  <a:schemeClr val="tx1"/>
                </a:solidFill>
                <a:latin typeface="MiSans VF Bold" pitchFamily="2" charset="-122"/>
                <a:ea typeface="MiSans VF Bold" pitchFamily="2" charset="-122"/>
                <a:cs typeface="MiSans VF Bold" pitchFamily="2" charset="-122"/>
                <a:sym typeface="ChillYunmoGothicBold"/>
              </a:rPr>
              <a:t>专业：</a:t>
            </a:r>
            <a:endParaRPr lang="en-US" altLang="zh-CN" sz="1600" b="1" dirty="0">
              <a:solidFill>
                <a:schemeClr val="tx1"/>
              </a:solidFill>
              <a:latin typeface="Didot" panose="02000503000000020003" pitchFamily="2" charset="-79"/>
              <a:ea typeface="MiSans VF Bold" pitchFamily="2" charset="-122"/>
              <a:cs typeface="Didot" panose="02000503000000020003" pitchFamily="2" charset="-79"/>
              <a:sym typeface="ChillYunmoGothicBold"/>
            </a:endParaRPr>
          </a:p>
        </p:txBody>
      </p:sp>
      <p:sp>
        <p:nvSpPr>
          <p:cNvPr id="53" name="AutoShape 2">
            <a:extLst>
              <a:ext uri="{FF2B5EF4-FFF2-40B4-BE49-F238E27FC236}">
                <a16:creationId xmlns:a16="http://schemas.microsoft.com/office/drawing/2014/main" id="{738E7904-EDC8-FFD3-81C1-29D15085444A}"/>
              </a:ext>
            </a:extLst>
          </p:cNvPr>
          <p:cNvSpPr/>
          <p:nvPr/>
        </p:nvSpPr>
        <p:spPr>
          <a:xfrm>
            <a:off x="806155" y="3587086"/>
            <a:ext cx="665922"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b="1" dirty="0">
                <a:solidFill>
                  <a:schemeClr val="tx1"/>
                </a:solidFill>
                <a:latin typeface="MiSans VF Bold" pitchFamily="2" charset="-122"/>
                <a:ea typeface="MiSans VF Bold" pitchFamily="2" charset="-122"/>
                <a:cs typeface="MiSans VF Bold" pitchFamily="2" charset="-122"/>
                <a:sym typeface="ChillYunmoGothicBold"/>
              </a:rPr>
              <a:t>导师：</a:t>
            </a:r>
            <a:endParaRPr lang="en-US" altLang="zh-CN" sz="1600" b="1" dirty="0">
              <a:solidFill>
                <a:schemeClr val="tx1"/>
              </a:solidFill>
              <a:latin typeface="Didot" panose="02000503000000020003" pitchFamily="2" charset="-79"/>
              <a:ea typeface="MiSans VF Bold" pitchFamily="2" charset="-122"/>
              <a:cs typeface="Didot" panose="02000503000000020003" pitchFamily="2" charset="-79"/>
              <a:sym typeface="ChillYunmoGothicBold"/>
            </a:endParaRPr>
          </a:p>
        </p:txBody>
      </p:sp>
      <p:sp>
        <p:nvSpPr>
          <p:cNvPr id="54" name="AutoShape 2">
            <a:extLst>
              <a:ext uri="{FF2B5EF4-FFF2-40B4-BE49-F238E27FC236}">
                <a16:creationId xmlns:a16="http://schemas.microsoft.com/office/drawing/2014/main" id="{392FCBB5-77C9-FEBA-A321-E532A92B2369}"/>
              </a:ext>
            </a:extLst>
          </p:cNvPr>
          <p:cNvSpPr/>
          <p:nvPr/>
        </p:nvSpPr>
        <p:spPr>
          <a:xfrm>
            <a:off x="1472077" y="2284515"/>
            <a:ext cx="2632253"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dirty="0">
                <a:solidFill>
                  <a:schemeClr val="tx1"/>
                </a:solidFill>
                <a:latin typeface="MiSans VF Light" pitchFamily="2" charset="-122"/>
                <a:ea typeface="MiSans VF Light" pitchFamily="2" charset="-122"/>
                <a:cs typeface="MiSans VF Light" pitchFamily="2" charset="-122"/>
                <a:sym typeface="ChillYunmoGothicBold"/>
              </a:rPr>
              <a:t>你的姓名</a:t>
            </a:r>
            <a:endParaRPr lang="en-US" altLang="zh-CN" sz="1600" dirty="0">
              <a:solidFill>
                <a:schemeClr val="tx1"/>
              </a:solidFill>
              <a:latin typeface="MiSans VF Light" pitchFamily="2" charset="-122"/>
              <a:ea typeface="MiSans VF Light" pitchFamily="2" charset="-122"/>
              <a:cs typeface="MiSans VF Light" pitchFamily="2" charset="-122"/>
              <a:sym typeface="ChillYunmoGothicBold"/>
            </a:endParaRPr>
          </a:p>
        </p:txBody>
      </p:sp>
      <p:sp>
        <p:nvSpPr>
          <p:cNvPr id="55" name="AutoShape 2">
            <a:extLst>
              <a:ext uri="{FF2B5EF4-FFF2-40B4-BE49-F238E27FC236}">
                <a16:creationId xmlns:a16="http://schemas.microsoft.com/office/drawing/2014/main" id="{388CE8C6-1146-7DCE-2086-DA660908088F}"/>
              </a:ext>
            </a:extLst>
          </p:cNvPr>
          <p:cNvSpPr/>
          <p:nvPr/>
        </p:nvSpPr>
        <p:spPr>
          <a:xfrm>
            <a:off x="1472077" y="2935800"/>
            <a:ext cx="2632253"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dirty="0">
                <a:solidFill>
                  <a:schemeClr val="tx1"/>
                </a:solidFill>
                <a:latin typeface="MiSans VF Light" pitchFamily="2" charset="-122"/>
                <a:ea typeface="MiSans VF Light" pitchFamily="2" charset="-122"/>
                <a:cs typeface="MiSans VF Light" pitchFamily="2" charset="-122"/>
                <a:sym typeface="ChillYunmoGothicBold"/>
              </a:rPr>
              <a:t>专业名称</a:t>
            </a:r>
            <a:endParaRPr lang="en-US" altLang="zh-CN" sz="1600" dirty="0">
              <a:solidFill>
                <a:schemeClr val="tx1"/>
              </a:solidFill>
              <a:latin typeface="MiSans VF Light" pitchFamily="2" charset="-122"/>
              <a:ea typeface="MiSans VF Light" pitchFamily="2" charset="-122"/>
              <a:cs typeface="MiSans VF Light" pitchFamily="2" charset="-122"/>
              <a:sym typeface="ChillYunmoGothicBold"/>
            </a:endParaRPr>
          </a:p>
        </p:txBody>
      </p:sp>
      <p:sp>
        <p:nvSpPr>
          <p:cNvPr id="56" name="AutoShape 2">
            <a:extLst>
              <a:ext uri="{FF2B5EF4-FFF2-40B4-BE49-F238E27FC236}">
                <a16:creationId xmlns:a16="http://schemas.microsoft.com/office/drawing/2014/main" id="{6DBB19EC-5724-CE35-E1C9-6FD38F36C899}"/>
              </a:ext>
            </a:extLst>
          </p:cNvPr>
          <p:cNvSpPr/>
          <p:nvPr/>
        </p:nvSpPr>
        <p:spPr>
          <a:xfrm>
            <a:off x="1472077" y="3587086"/>
            <a:ext cx="2632253"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dirty="0">
                <a:solidFill>
                  <a:schemeClr val="tx1"/>
                </a:solidFill>
                <a:latin typeface="MiSans VF Light" pitchFamily="2" charset="-122"/>
                <a:ea typeface="MiSans VF Light" pitchFamily="2" charset="-122"/>
                <a:cs typeface="MiSans VF Light" pitchFamily="2" charset="-122"/>
                <a:sym typeface="ChillYunmoGothicBold"/>
              </a:rPr>
              <a:t>指导老师姓名</a:t>
            </a:r>
            <a:endParaRPr lang="en-US" altLang="zh-CN" sz="1600" dirty="0">
              <a:solidFill>
                <a:schemeClr val="tx1"/>
              </a:solidFill>
              <a:latin typeface="MiSans VF Light" pitchFamily="2" charset="-122"/>
              <a:ea typeface="MiSans VF Light" pitchFamily="2" charset="-122"/>
              <a:cs typeface="MiSans VF Light" pitchFamily="2" charset="-122"/>
              <a:sym typeface="ChillYunmoGothicBold"/>
            </a:endParaRPr>
          </a:p>
        </p:txBody>
      </p:sp>
      <p:sp>
        <p:nvSpPr>
          <p:cNvPr id="57" name="AutoShape 2">
            <a:extLst>
              <a:ext uri="{FF2B5EF4-FFF2-40B4-BE49-F238E27FC236}">
                <a16:creationId xmlns:a16="http://schemas.microsoft.com/office/drawing/2014/main" id="{55F97920-5CAF-01B1-3EC9-001AA37DF6DB}"/>
              </a:ext>
            </a:extLst>
          </p:cNvPr>
          <p:cNvSpPr/>
          <p:nvPr/>
        </p:nvSpPr>
        <p:spPr>
          <a:xfrm>
            <a:off x="4686780" y="2284515"/>
            <a:ext cx="665922"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b="1" dirty="0">
                <a:solidFill>
                  <a:schemeClr val="tx1"/>
                </a:solidFill>
                <a:latin typeface="MiSans VF Bold" pitchFamily="2" charset="-122"/>
                <a:ea typeface="MiSans VF Bold" pitchFamily="2" charset="-122"/>
                <a:cs typeface="MiSans VF Bold" pitchFamily="2" charset="-122"/>
                <a:sym typeface="ChillYunmoGothicBold"/>
              </a:rPr>
              <a:t>绩点：</a:t>
            </a:r>
            <a:endParaRPr lang="en-US" altLang="zh-CN" sz="1600" b="1" dirty="0">
              <a:solidFill>
                <a:schemeClr val="tx1"/>
              </a:solidFill>
              <a:latin typeface="Didot" panose="02000503000000020003" pitchFamily="2" charset="-79"/>
              <a:ea typeface="MiSans VF Bold" pitchFamily="2" charset="-122"/>
              <a:cs typeface="Didot" panose="02000503000000020003" pitchFamily="2" charset="-79"/>
              <a:sym typeface="ChillYunmoGothicBold"/>
            </a:endParaRPr>
          </a:p>
        </p:txBody>
      </p:sp>
      <p:sp>
        <p:nvSpPr>
          <p:cNvPr id="58" name="AutoShape 2">
            <a:extLst>
              <a:ext uri="{FF2B5EF4-FFF2-40B4-BE49-F238E27FC236}">
                <a16:creationId xmlns:a16="http://schemas.microsoft.com/office/drawing/2014/main" id="{09C333BA-17A1-DBDC-70A0-A1A823824E08}"/>
              </a:ext>
            </a:extLst>
          </p:cNvPr>
          <p:cNvSpPr/>
          <p:nvPr/>
        </p:nvSpPr>
        <p:spPr>
          <a:xfrm>
            <a:off x="4686780" y="2935800"/>
            <a:ext cx="665922"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b="1" dirty="0">
                <a:solidFill>
                  <a:schemeClr val="tx1"/>
                </a:solidFill>
                <a:latin typeface="MiSans VF Bold" pitchFamily="2" charset="-122"/>
                <a:ea typeface="MiSans VF Bold" pitchFamily="2" charset="-122"/>
                <a:cs typeface="MiSans VF Bold" pitchFamily="2" charset="-122"/>
                <a:sym typeface="ChillYunmoGothicBold"/>
              </a:rPr>
              <a:t>其他：</a:t>
            </a:r>
            <a:endParaRPr lang="en-US" altLang="zh-CN" sz="1600" b="1" dirty="0">
              <a:solidFill>
                <a:schemeClr val="tx1"/>
              </a:solidFill>
              <a:latin typeface="Didot" panose="02000503000000020003" pitchFamily="2" charset="-79"/>
              <a:ea typeface="MiSans VF Bold" pitchFamily="2" charset="-122"/>
              <a:cs typeface="Didot" panose="02000503000000020003" pitchFamily="2" charset="-79"/>
              <a:sym typeface="ChillYunmoGothicBold"/>
            </a:endParaRPr>
          </a:p>
        </p:txBody>
      </p:sp>
      <p:sp>
        <p:nvSpPr>
          <p:cNvPr id="59" name="AutoShape 2">
            <a:extLst>
              <a:ext uri="{FF2B5EF4-FFF2-40B4-BE49-F238E27FC236}">
                <a16:creationId xmlns:a16="http://schemas.microsoft.com/office/drawing/2014/main" id="{AD8343D9-664E-904F-184B-08B4FF5C781A}"/>
              </a:ext>
            </a:extLst>
          </p:cNvPr>
          <p:cNvSpPr/>
          <p:nvPr/>
        </p:nvSpPr>
        <p:spPr>
          <a:xfrm>
            <a:off x="4686780" y="3587086"/>
            <a:ext cx="665922"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b="1" dirty="0">
                <a:solidFill>
                  <a:schemeClr val="tx1"/>
                </a:solidFill>
                <a:latin typeface="MiSans VF Bold" pitchFamily="2" charset="-122"/>
                <a:ea typeface="MiSans VF Bold" pitchFamily="2" charset="-122"/>
                <a:cs typeface="MiSans VF Bold" pitchFamily="2" charset="-122"/>
                <a:sym typeface="ChillYunmoGothicBold"/>
              </a:rPr>
              <a:t>其他：</a:t>
            </a:r>
            <a:endParaRPr lang="en-US" altLang="zh-CN" sz="1600" b="1" dirty="0">
              <a:solidFill>
                <a:schemeClr val="tx1"/>
              </a:solidFill>
              <a:latin typeface="Didot" panose="02000503000000020003" pitchFamily="2" charset="-79"/>
              <a:ea typeface="MiSans VF Bold" pitchFamily="2" charset="-122"/>
              <a:cs typeface="Didot" panose="02000503000000020003" pitchFamily="2" charset="-79"/>
              <a:sym typeface="ChillYunmoGothicBold"/>
            </a:endParaRPr>
          </a:p>
        </p:txBody>
      </p:sp>
      <p:sp>
        <p:nvSpPr>
          <p:cNvPr id="60" name="AutoShape 2">
            <a:extLst>
              <a:ext uri="{FF2B5EF4-FFF2-40B4-BE49-F238E27FC236}">
                <a16:creationId xmlns:a16="http://schemas.microsoft.com/office/drawing/2014/main" id="{8108F2E9-A896-6255-B80A-131395E1E009}"/>
              </a:ext>
            </a:extLst>
          </p:cNvPr>
          <p:cNvSpPr/>
          <p:nvPr/>
        </p:nvSpPr>
        <p:spPr>
          <a:xfrm>
            <a:off x="5352702" y="2284515"/>
            <a:ext cx="3190907"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1600" dirty="0">
                <a:solidFill>
                  <a:schemeClr val="tx1"/>
                </a:solidFill>
                <a:latin typeface="MiSans VF Light" pitchFamily="2" charset="-122"/>
                <a:ea typeface="MiSans VF Light" pitchFamily="2" charset="-122"/>
                <a:cs typeface="MiSans VF Light" pitchFamily="2" charset="-122"/>
                <a:sym typeface="ChillYunmoGothicBold"/>
              </a:rPr>
              <a:t>XXX</a:t>
            </a:r>
          </a:p>
        </p:txBody>
      </p:sp>
      <p:sp>
        <p:nvSpPr>
          <p:cNvPr id="61" name="AutoShape 2">
            <a:extLst>
              <a:ext uri="{FF2B5EF4-FFF2-40B4-BE49-F238E27FC236}">
                <a16:creationId xmlns:a16="http://schemas.microsoft.com/office/drawing/2014/main" id="{F349B2E1-CF18-089F-7CDB-5A572AD973FB}"/>
              </a:ext>
            </a:extLst>
          </p:cNvPr>
          <p:cNvSpPr/>
          <p:nvPr/>
        </p:nvSpPr>
        <p:spPr>
          <a:xfrm>
            <a:off x="5352702" y="2935800"/>
            <a:ext cx="3190907"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dirty="0">
                <a:solidFill>
                  <a:schemeClr val="tx1"/>
                </a:solidFill>
                <a:latin typeface="MiSans VF Light" pitchFamily="2" charset="-122"/>
                <a:ea typeface="MiSans VF Light" pitchFamily="2" charset="-122"/>
                <a:cs typeface="MiSans VF Light" pitchFamily="2" charset="-122"/>
                <a:sym typeface="ChillYunmoGothicBold"/>
              </a:rPr>
              <a:t>其他信息</a:t>
            </a:r>
            <a:endParaRPr lang="en-US" altLang="zh-CN" sz="1600" dirty="0">
              <a:solidFill>
                <a:schemeClr val="tx1"/>
              </a:solidFill>
              <a:latin typeface="MiSans VF Light" pitchFamily="2" charset="-122"/>
              <a:ea typeface="MiSans VF Light" pitchFamily="2" charset="-122"/>
              <a:cs typeface="MiSans VF Light" pitchFamily="2" charset="-122"/>
              <a:sym typeface="ChillYunmoGothicBold"/>
            </a:endParaRPr>
          </a:p>
        </p:txBody>
      </p:sp>
      <p:sp>
        <p:nvSpPr>
          <p:cNvPr id="62" name="AutoShape 2">
            <a:extLst>
              <a:ext uri="{FF2B5EF4-FFF2-40B4-BE49-F238E27FC236}">
                <a16:creationId xmlns:a16="http://schemas.microsoft.com/office/drawing/2014/main" id="{AE4292B8-9A7F-CB75-49C2-E49D7A02F5AA}"/>
              </a:ext>
            </a:extLst>
          </p:cNvPr>
          <p:cNvSpPr/>
          <p:nvPr/>
        </p:nvSpPr>
        <p:spPr>
          <a:xfrm>
            <a:off x="5352702" y="3587086"/>
            <a:ext cx="3190907"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dirty="0">
                <a:solidFill>
                  <a:schemeClr val="tx1"/>
                </a:solidFill>
                <a:latin typeface="MiSans VF Light" pitchFamily="2" charset="-122"/>
                <a:ea typeface="MiSans VF Light" pitchFamily="2" charset="-122"/>
                <a:cs typeface="MiSans VF Light" pitchFamily="2" charset="-122"/>
                <a:sym typeface="ChillYunmoGothicBold"/>
              </a:rPr>
              <a:t>其他信息</a:t>
            </a:r>
            <a:endParaRPr lang="en-US" altLang="zh-CN" sz="1600" dirty="0">
              <a:solidFill>
                <a:schemeClr val="tx1"/>
              </a:solidFill>
              <a:latin typeface="MiSans VF Light" pitchFamily="2" charset="-122"/>
              <a:ea typeface="MiSans VF Light" pitchFamily="2" charset="-122"/>
              <a:cs typeface="MiSans VF Light" pitchFamily="2" charset="-122"/>
              <a:sym typeface="ChillYunmoGothicBold"/>
            </a:endParaRPr>
          </a:p>
        </p:txBody>
      </p:sp>
      <p:sp>
        <p:nvSpPr>
          <p:cNvPr id="63" name="矩形 62">
            <a:extLst>
              <a:ext uri="{FF2B5EF4-FFF2-40B4-BE49-F238E27FC236}">
                <a16:creationId xmlns:a16="http://schemas.microsoft.com/office/drawing/2014/main" id="{9F64FFD8-4E87-210E-6B88-262D7F8BE44C}"/>
              </a:ext>
            </a:extLst>
          </p:cNvPr>
          <p:cNvSpPr/>
          <p:nvPr/>
        </p:nvSpPr>
        <p:spPr>
          <a:xfrm>
            <a:off x="524795" y="4536831"/>
            <a:ext cx="1581591" cy="1477107"/>
          </a:xfrm>
          <a:prstGeom prst="rect">
            <a:avLst/>
          </a:prstGeom>
          <a:solidFill>
            <a:srgbClr val="1644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4" name="AutoShape 2">
            <a:extLst>
              <a:ext uri="{FF2B5EF4-FFF2-40B4-BE49-F238E27FC236}">
                <a16:creationId xmlns:a16="http://schemas.microsoft.com/office/drawing/2014/main" id="{D40B9C58-F05B-214F-CF9E-F9B1D6C80D93}"/>
              </a:ext>
            </a:extLst>
          </p:cNvPr>
          <p:cNvSpPr/>
          <p:nvPr/>
        </p:nvSpPr>
        <p:spPr>
          <a:xfrm>
            <a:off x="2423841" y="4815282"/>
            <a:ext cx="8794595" cy="984885"/>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marL="285750" indent="-285750">
              <a:buFont typeface="Arial" panose="020B0604020202020204" pitchFamily="34" charset="0"/>
              <a:buChar char="•"/>
              <a:defRPr/>
            </a:pPr>
            <a:r>
              <a:rPr lang="zh-CN" altLang="en-US" sz="1600" dirty="0">
                <a:solidFill>
                  <a:schemeClr val="tx1"/>
                </a:solidFill>
                <a:latin typeface="MiSans VF Light" pitchFamily="2" charset="-122"/>
                <a:ea typeface="MiSans VF Light" pitchFamily="2" charset="-122"/>
                <a:cs typeface="MiSans VF Light" pitchFamily="2" charset="-122"/>
                <a:sym typeface="ChillYunmoGothicBold"/>
              </a:rPr>
              <a:t>这是你的科研成果，一句话简要介绍；</a:t>
            </a:r>
            <a:endParaRPr lang="en-US" altLang="zh-CN" sz="1600" dirty="0">
              <a:solidFill>
                <a:schemeClr val="tx1"/>
              </a:solidFill>
              <a:latin typeface="MiSans VF Light" pitchFamily="2" charset="-122"/>
              <a:ea typeface="MiSans VF Light" pitchFamily="2" charset="-122"/>
              <a:cs typeface="MiSans VF Light" pitchFamily="2" charset="-122"/>
              <a:sym typeface="ChillYunmoGothicBold"/>
            </a:endParaRPr>
          </a:p>
          <a:p>
            <a:pPr marL="285750" indent="-285750">
              <a:buFont typeface="Arial" panose="020B0604020202020204" pitchFamily="34" charset="0"/>
              <a:buChar char="•"/>
              <a:defRPr/>
            </a:pPr>
            <a:r>
              <a:rPr lang="zh-CN" altLang="en-US" sz="1600" dirty="0">
                <a:solidFill>
                  <a:schemeClr val="tx1"/>
                </a:solidFill>
                <a:latin typeface="MiSans VF Light" pitchFamily="2" charset="-122"/>
                <a:ea typeface="MiSans VF Light" pitchFamily="2" charset="-122"/>
                <a:cs typeface="MiSans VF Light" pitchFamily="2" charset="-122"/>
                <a:sym typeface="ChillYunmoGothicBold"/>
              </a:rPr>
              <a:t>这是你的科研成果，一句话简要介绍，简要描述；</a:t>
            </a:r>
            <a:endParaRPr lang="en-US" altLang="zh-CN" sz="1600" dirty="0">
              <a:solidFill>
                <a:schemeClr val="tx1"/>
              </a:solidFill>
              <a:latin typeface="MiSans VF Light" pitchFamily="2" charset="-122"/>
              <a:ea typeface="MiSans VF Light" pitchFamily="2" charset="-122"/>
              <a:cs typeface="MiSans VF Light" pitchFamily="2" charset="-122"/>
              <a:sym typeface="ChillYunmoGothicBold"/>
            </a:endParaRPr>
          </a:p>
          <a:p>
            <a:pPr marL="285750" indent="-285750">
              <a:buFont typeface="Arial" panose="020B0604020202020204" pitchFamily="34" charset="0"/>
              <a:buChar char="•"/>
              <a:defRPr/>
            </a:pPr>
            <a:r>
              <a:rPr lang="zh-CN" altLang="en-US" sz="1600" dirty="0">
                <a:solidFill>
                  <a:schemeClr val="tx1"/>
                </a:solidFill>
                <a:latin typeface="MiSans VF Light" pitchFamily="2" charset="-122"/>
                <a:ea typeface="MiSans VF Light" pitchFamily="2" charset="-122"/>
                <a:cs typeface="MiSans VF Light" pitchFamily="2" charset="-122"/>
                <a:sym typeface="ChillYunmoGothicBold"/>
              </a:rPr>
              <a:t>这是你的科研成果，一句话简要介绍；</a:t>
            </a:r>
            <a:endParaRPr lang="en-US" altLang="zh-CN" sz="1600" dirty="0">
              <a:solidFill>
                <a:schemeClr val="tx1"/>
              </a:solidFill>
              <a:latin typeface="MiSans VF Light" pitchFamily="2" charset="-122"/>
              <a:ea typeface="MiSans VF Light" pitchFamily="2" charset="-122"/>
              <a:cs typeface="MiSans VF Light" pitchFamily="2" charset="-122"/>
              <a:sym typeface="ChillYunmoGothicBold"/>
            </a:endParaRPr>
          </a:p>
          <a:p>
            <a:pPr marL="285750" indent="-285750">
              <a:buFont typeface="Arial" panose="020B0604020202020204" pitchFamily="34" charset="0"/>
              <a:buChar char="•"/>
              <a:defRPr/>
            </a:pPr>
            <a:r>
              <a:rPr lang="zh-CN" altLang="en-US" sz="1600" dirty="0">
                <a:solidFill>
                  <a:schemeClr val="tx1"/>
                </a:solidFill>
                <a:latin typeface="MiSans VF Light" pitchFamily="2" charset="-122"/>
                <a:ea typeface="MiSans VF Light" pitchFamily="2" charset="-122"/>
                <a:cs typeface="MiSans VF Light" pitchFamily="2" charset="-122"/>
                <a:sym typeface="ChillYunmoGothicBold"/>
              </a:rPr>
              <a:t>这是你的科研成果，一句话简要介绍最好在一行内写完。</a:t>
            </a:r>
            <a:endParaRPr lang="en-US" altLang="zh-CN" sz="1600" dirty="0">
              <a:solidFill>
                <a:schemeClr val="tx1"/>
              </a:solidFill>
              <a:latin typeface="MiSans VF Light" pitchFamily="2" charset="-122"/>
              <a:ea typeface="MiSans VF Light" pitchFamily="2" charset="-122"/>
              <a:cs typeface="MiSans VF Light" pitchFamily="2" charset="-122"/>
              <a:sym typeface="ChillYunmoGothicBold"/>
            </a:endParaRPr>
          </a:p>
        </p:txBody>
      </p:sp>
      <p:sp>
        <p:nvSpPr>
          <p:cNvPr id="65" name="AutoShape 2">
            <a:extLst>
              <a:ext uri="{FF2B5EF4-FFF2-40B4-BE49-F238E27FC236}">
                <a16:creationId xmlns:a16="http://schemas.microsoft.com/office/drawing/2014/main" id="{09CF705F-606D-A131-2EC1-046D5F293A66}"/>
              </a:ext>
            </a:extLst>
          </p:cNvPr>
          <p:cNvSpPr/>
          <p:nvPr/>
        </p:nvSpPr>
        <p:spPr>
          <a:xfrm>
            <a:off x="1001534" y="4906052"/>
            <a:ext cx="628113" cy="738664"/>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lgn="ctr">
              <a:defRPr/>
            </a:pPr>
            <a:r>
              <a:rPr lang="zh-CN" altLang="en-US" sz="2400" b="1" dirty="0">
                <a:solidFill>
                  <a:srgbClr val="E8F1FA"/>
                </a:solidFill>
                <a:latin typeface="MiSans VF Bold" pitchFamily="2" charset="-122"/>
                <a:ea typeface="MiSans VF Bold" pitchFamily="2" charset="-122"/>
                <a:cs typeface="MiSans VF Bold" pitchFamily="2" charset="-122"/>
                <a:sym typeface="ChillYunmoGothicBold"/>
              </a:rPr>
              <a:t>科研成果</a:t>
            </a:r>
            <a:endParaRPr lang="en-US" altLang="zh-CN" sz="2400" b="1" dirty="0">
              <a:solidFill>
                <a:srgbClr val="E8F1FA"/>
              </a:solidFill>
              <a:latin typeface="Didot" panose="02000503000000020003" pitchFamily="2" charset="-79"/>
              <a:ea typeface="MiSans VF Bold" pitchFamily="2" charset="-122"/>
              <a:cs typeface="Didot" panose="02000503000000020003" pitchFamily="2" charset="-79"/>
              <a:sym typeface="ChillYunmoGothicBold"/>
            </a:endParaRPr>
          </a:p>
        </p:txBody>
      </p:sp>
    </p:spTree>
    <p:extLst>
      <p:ext uri="{BB962C8B-B14F-4D97-AF65-F5344CB8AC3E}">
        <p14:creationId xmlns:p14="http://schemas.microsoft.com/office/powerpoint/2010/main" val="40713427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72317-058A-35C1-8979-6ABBFF8D2C6E}"/>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CB7DF1A4-2387-E68C-266F-B09447131B68}"/>
              </a:ext>
            </a:extLst>
          </p:cNvPr>
          <p:cNvSpPr/>
          <p:nvPr/>
        </p:nvSpPr>
        <p:spPr>
          <a:xfrm>
            <a:off x="0" y="-1"/>
            <a:ext cx="5115514" cy="6857995"/>
          </a:xfrm>
          <a:prstGeom prst="rect">
            <a:avLst/>
          </a:prstGeom>
          <a:solidFill>
            <a:srgbClr val="1644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18" name="组合 17">
            <a:extLst>
              <a:ext uri="{FF2B5EF4-FFF2-40B4-BE49-F238E27FC236}">
                <a16:creationId xmlns:a16="http://schemas.microsoft.com/office/drawing/2014/main" id="{73CBE581-9DE0-64CE-F675-9D906F74E483}"/>
              </a:ext>
            </a:extLst>
          </p:cNvPr>
          <p:cNvGrpSpPr/>
          <p:nvPr/>
        </p:nvGrpSpPr>
        <p:grpSpPr>
          <a:xfrm>
            <a:off x="5640314" y="1764091"/>
            <a:ext cx="6094265" cy="585457"/>
            <a:chOff x="6296904" y="2086306"/>
            <a:chExt cx="5437675" cy="585457"/>
          </a:xfrm>
        </p:grpSpPr>
        <p:sp>
          <p:nvSpPr>
            <p:cNvPr id="9" name="AutoShape 4">
              <a:extLst>
                <a:ext uri="{FF2B5EF4-FFF2-40B4-BE49-F238E27FC236}">
                  <a16:creationId xmlns:a16="http://schemas.microsoft.com/office/drawing/2014/main" id="{C917B3F3-5A74-E4FF-0D53-482251561038}"/>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1B2733"/>
                  </a:solidFill>
                  <a:latin typeface="MiSans VF Light" pitchFamily="2" charset="-122"/>
                  <a:ea typeface="MiSans VF Light" pitchFamily="2" charset="-122"/>
                  <a:cs typeface="MiSans VF Light" pitchFamily="2" charset="-122"/>
                  <a:sym typeface="ChillYunmoGothicBold"/>
                </a:rPr>
                <a:t>研究现状综述</a:t>
              </a:r>
              <a:endParaRPr lang="zh-CN" altLang="en-US" sz="1600" dirty="0">
                <a:solidFill>
                  <a:srgbClr val="1B2733"/>
                </a:solidFill>
                <a:latin typeface="MiSans VF Light" pitchFamily="2" charset="-122"/>
                <a:ea typeface="MiSans VF Light" pitchFamily="2" charset="-122"/>
                <a:cs typeface="MiSans VF Light" pitchFamily="2" charset="-122"/>
                <a:sym typeface="SimHei"/>
              </a:endParaRPr>
            </a:p>
          </p:txBody>
        </p:sp>
        <p:sp>
          <p:nvSpPr>
            <p:cNvPr id="10" name="AutoShape 4">
              <a:extLst>
                <a:ext uri="{FF2B5EF4-FFF2-40B4-BE49-F238E27FC236}">
                  <a16:creationId xmlns:a16="http://schemas.microsoft.com/office/drawing/2014/main" id="{2BA59205-0BF8-C787-502C-4249A5D581AE}"/>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b="1" dirty="0">
                  <a:solidFill>
                    <a:srgbClr val="1F6FB2"/>
                  </a:solidFill>
                  <a:latin typeface="MiSans VF Bold" pitchFamily="2" charset="-122"/>
                  <a:ea typeface="MiSans VF Bold" pitchFamily="2" charset="-122"/>
                  <a:cs typeface="MiSans VF Bold" pitchFamily="2" charset="-122"/>
                  <a:sym typeface="SimHei"/>
                </a:rPr>
                <a:t>02</a:t>
              </a:r>
              <a:endParaRPr lang="zh-CN" altLang="en-US" sz="1600" b="1" dirty="0">
                <a:solidFill>
                  <a:srgbClr val="1F6FB2"/>
                </a:solidFill>
                <a:latin typeface="MiSans VF Bold" pitchFamily="2" charset="-122"/>
                <a:ea typeface="MiSans VF Bold" pitchFamily="2" charset="-122"/>
                <a:cs typeface="MiSans VF Bold" pitchFamily="2" charset="-122"/>
                <a:sym typeface="SimHei"/>
              </a:endParaRPr>
            </a:p>
          </p:txBody>
        </p:sp>
        <p:cxnSp>
          <p:nvCxnSpPr>
            <p:cNvPr id="17" name="直线连接符 16">
              <a:extLst>
                <a:ext uri="{FF2B5EF4-FFF2-40B4-BE49-F238E27FC236}">
                  <a16:creationId xmlns:a16="http://schemas.microsoft.com/office/drawing/2014/main" id="{962BDB84-6598-B513-EAD3-E2265CF95DB3}"/>
                </a:ext>
              </a:extLst>
            </p:cNvPr>
            <p:cNvCxnSpPr/>
            <p:nvPr/>
          </p:nvCxnSpPr>
          <p:spPr>
            <a:xfrm>
              <a:off x="6296904" y="2671763"/>
              <a:ext cx="5437675" cy="0"/>
            </a:xfrm>
            <a:prstGeom prst="line">
              <a:avLst/>
            </a:prstGeom>
            <a:ln>
              <a:solidFill>
                <a:srgbClr val="1B2733">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19" name="组合 18">
            <a:extLst>
              <a:ext uri="{FF2B5EF4-FFF2-40B4-BE49-F238E27FC236}">
                <a16:creationId xmlns:a16="http://schemas.microsoft.com/office/drawing/2014/main" id="{3BA5BD70-8CC3-A204-CD21-89B96432DD8D}"/>
              </a:ext>
            </a:extLst>
          </p:cNvPr>
          <p:cNvGrpSpPr/>
          <p:nvPr/>
        </p:nvGrpSpPr>
        <p:grpSpPr>
          <a:xfrm>
            <a:off x="5640314" y="2589885"/>
            <a:ext cx="6094265" cy="585457"/>
            <a:chOff x="6296904" y="2086306"/>
            <a:chExt cx="5437675" cy="585457"/>
          </a:xfrm>
        </p:grpSpPr>
        <p:sp>
          <p:nvSpPr>
            <p:cNvPr id="20" name="AutoShape 4">
              <a:extLst>
                <a:ext uri="{FF2B5EF4-FFF2-40B4-BE49-F238E27FC236}">
                  <a16:creationId xmlns:a16="http://schemas.microsoft.com/office/drawing/2014/main" id="{7B4B4C2F-1852-4567-38EE-5974AC84389A}"/>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1B2733"/>
                  </a:solidFill>
                  <a:latin typeface="MiSans VF Light" pitchFamily="2" charset="-122"/>
                  <a:ea typeface="MiSans VF Light" pitchFamily="2" charset="-122"/>
                  <a:cs typeface="MiSans VF Light" pitchFamily="2" charset="-122"/>
                  <a:sym typeface="ChillYunmoGothicBold"/>
                </a:rPr>
                <a:t>研究内容目标</a:t>
              </a:r>
              <a:endParaRPr lang="zh-CN" altLang="en-US" sz="1600" dirty="0">
                <a:solidFill>
                  <a:srgbClr val="1B2733"/>
                </a:solidFill>
                <a:latin typeface="MiSans VF Light" pitchFamily="2" charset="-122"/>
                <a:ea typeface="MiSans VF Light" pitchFamily="2" charset="-122"/>
                <a:cs typeface="MiSans VF Light" pitchFamily="2" charset="-122"/>
                <a:sym typeface="SimHei"/>
              </a:endParaRPr>
            </a:p>
          </p:txBody>
        </p:sp>
        <p:sp>
          <p:nvSpPr>
            <p:cNvPr id="21" name="AutoShape 4">
              <a:extLst>
                <a:ext uri="{FF2B5EF4-FFF2-40B4-BE49-F238E27FC236}">
                  <a16:creationId xmlns:a16="http://schemas.microsoft.com/office/drawing/2014/main" id="{67155D4E-DDA9-6447-486F-AB18ADD37DFB}"/>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b="1" dirty="0">
                  <a:solidFill>
                    <a:srgbClr val="1F6FB2"/>
                  </a:solidFill>
                  <a:latin typeface="MiSans VF Bold" pitchFamily="2" charset="-122"/>
                  <a:ea typeface="MiSans VF Bold" pitchFamily="2" charset="-122"/>
                  <a:cs typeface="MiSans VF Bold" pitchFamily="2" charset="-122"/>
                  <a:sym typeface="SimHei"/>
                </a:rPr>
                <a:t>03</a:t>
              </a:r>
              <a:endParaRPr lang="zh-CN" altLang="en-US" sz="1600" b="1" dirty="0">
                <a:solidFill>
                  <a:srgbClr val="1F6FB2"/>
                </a:solidFill>
                <a:latin typeface="MiSans VF Bold" pitchFamily="2" charset="-122"/>
                <a:ea typeface="MiSans VF Bold" pitchFamily="2" charset="-122"/>
                <a:cs typeface="MiSans VF Bold" pitchFamily="2" charset="-122"/>
                <a:sym typeface="SimHei"/>
              </a:endParaRPr>
            </a:p>
          </p:txBody>
        </p:sp>
        <p:cxnSp>
          <p:nvCxnSpPr>
            <p:cNvPr id="23" name="直线连接符 22">
              <a:extLst>
                <a:ext uri="{FF2B5EF4-FFF2-40B4-BE49-F238E27FC236}">
                  <a16:creationId xmlns:a16="http://schemas.microsoft.com/office/drawing/2014/main" id="{DA68B0BC-3DA8-B850-6CDD-8ABB55BCC7F6}"/>
                </a:ext>
              </a:extLst>
            </p:cNvPr>
            <p:cNvCxnSpPr/>
            <p:nvPr/>
          </p:nvCxnSpPr>
          <p:spPr>
            <a:xfrm>
              <a:off x="6296904" y="2671763"/>
              <a:ext cx="5437675" cy="0"/>
            </a:xfrm>
            <a:prstGeom prst="line">
              <a:avLst/>
            </a:prstGeom>
            <a:ln>
              <a:solidFill>
                <a:srgbClr val="1B2733">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28" name="组合 27">
            <a:extLst>
              <a:ext uri="{FF2B5EF4-FFF2-40B4-BE49-F238E27FC236}">
                <a16:creationId xmlns:a16="http://schemas.microsoft.com/office/drawing/2014/main" id="{3DC0E832-8CCF-1EDE-02CB-7736873F91A8}"/>
              </a:ext>
            </a:extLst>
          </p:cNvPr>
          <p:cNvGrpSpPr/>
          <p:nvPr/>
        </p:nvGrpSpPr>
        <p:grpSpPr>
          <a:xfrm>
            <a:off x="5640314" y="3415679"/>
            <a:ext cx="6094265" cy="585457"/>
            <a:chOff x="6296904" y="2086306"/>
            <a:chExt cx="5437675" cy="585457"/>
          </a:xfrm>
        </p:grpSpPr>
        <p:sp>
          <p:nvSpPr>
            <p:cNvPr id="29" name="AutoShape 4">
              <a:extLst>
                <a:ext uri="{FF2B5EF4-FFF2-40B4-BE49-F238E27FC236}">
                  <a16:creationId xmlns:a16="http://schemas.microsoft.com/office/drawing/2014/main" id="{8EA8CF9C-913E-5036-24AC-E31EB3DA59FF}"/>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1B2733"/>
                  </a:solidFill>
                  <a:latin typeface="MiSans VF Light" pitchFamily="2" charset="-122"/>
                  <a:ea typeface="MiSans VF Light" pitchFamily="2" charset="-122"/>
                  <a:cs typeface="MiSans VF Light" pitchFamily="2" charset="-122"/>
                  <a:sym typeface="SimHei"/>
                </a:rPr>
                <a:t>研究方法路线</a:t>
              </a:r>
            </a:p>
          </p:txBody>
        </p:sp>
        <p:sp>
          <p:nvSpPr>
            <p:cNvPr id="30" name="AutoShape 4">
              <a:extLst>
                <a:ext uri="{FF2B5EF4-FFF2-40B4-BE49-F238E27FC236}">
                  <a16:creationId xmlns:a16="http://schemas.microsoft.com/office/drawing/2014/main" id="{808BE65C-AFB5-186C-4FE8-A0C14B8F2116}"/>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b="1" dirty="0">
                  <a:solidFill>
                    <a:srgbClr val="1F6FB2"/>
                  </a:solidFill>
                  <a:latin typeface="MiSans VF Bold" pitchFamily="2" charset="-122"/>
                  <a:ea typeface="MiSans VF Bold" pitchFamily="2" charset="-122"/>
                  <a:cs typeface="MiSans VF Bold" pitchFamily="2" charset="-122"/>
                  <a:sym typeface="SimHei"/>
                </a:rPr>
                <a:t>04</a:t>
              </a:r>
              <a:endParaRPr lang="zh-CN" altLang="en-US" sz="1600" b="1" dirty="0">
                <a:solidFill>
                  <a:srgbClr val="1F6FB2"/>
                </a:solidFill>
                <a:latin typeface="MiSans VF Bold" pitchFamily="2" charset="-122"/>
                <a:ea typeface="MiSans VF Bold" pitchFamily="2" charset="-122"/>
                <a:cs typeface="MiSans VF Bold" pitchFamily="2" charset="-122"/>
                <a:sym typeface="SimHei"/>
              </a:endParaRPr>
            </a:p>
          </p:txBody>
        </p:sp>
        <p:cxnSp>
          <p:nvCxnSpPr>
            <p:cNvPr id="32" name="直线连接符 31">
              <a:extLst>
                <a:ext uri="{FF2B5EF4-FFF2-40B4-BE49-F238E27FC236}">
                  <a16:creationId xmlns:a16="http://schemas.microsoft.com/office/drawing/2014/main" id="{61A8D55B-E066-BAB5-C5A7-3944DC8B6581}"/>
                </a:ext>
              </a:extLst>
            </p:cNvPr>
            <p:cNvCxnSpPr/>
            <p:nvPr/>
          </p:nvCxnSpPr>
          <p:spPr>
            <a:xfrm>
              <a:off x="6296904" y="2671763"/>
              <a:ext cx="5437675" cy="0"/>
            </a:xfrm>
            <a:prstGeom prst="line">
              <a:avLst/>
            </a:prstGeom>
            <a:ln>
              <a:solidFill>
                <a:srgbClr val="1B2733">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37" name="组合 36">
            <a:extLst>
              <a:ext uri="{FF2B5EF4-FFF2-40B4-BE49-F238E27FC236}">
                <a16:creationId xmlns:a16="http://schemas.microsoft.com/office/drawing/2014/main" id="{2C6C1581-1115-F5BC-0608-E154856CE6D6}"/>
              </a:ext>
            </a:extLst>
          </p:cNvPr>
          <p:cNvGrpSpPr/>
          <p:nvPr/>
        </p:nvGrpSpPr>
        <p:grpSpPr>
          <a:xfrm>
            <a:off x="5640314" y="4241473"/>
            <a:ext cx="6094265" cy="585457"/>
            <a:chOff x="6296904" y="2086306"/>
            <a:chExt cx="5437675" cy="585457"/>
          </a:xfrm>
        </p:grpSpPr>
        <p:sp>
          <p:nvSpPr>
            <p:cNvPr id="38" name="AutoShape 4">
              <a:extLst>
                <a:ext uri="{FF2B5EF4-FFF2-40B4-BE49-F238E27FC236}">
                  <a16:creationId xmlns:a16="http://schemas.microsoft.com/office/drawing/2014/main" id="{452984ED-D0FC-B978-C6A5-F88157F7E709}"/>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1B2733"/>
                  </a:solidFill>
                  <a:latin typeface="MiSans VF Light" pitchFamily="2" charset="-122"/>
                  <a:ea typeface="MiSans VF Light" pitchFamily="2" charset="-122"/>
                  <a:cs typeface="MiSans VF Light" pitchFamily="2" charset="-122"/>
                  <a:sym typeface="ChillYunmoGothicBold"/>
                </a:rPr>
                <a:t>研究计划安排</a:t>
              </a:r>
              <a:endParaRPr lang="zh-CN" altLang="en-US" sz="1600" dirty="0">
                <a:solidFill>
                  <a:srgbClr val="1B2733"/>
                </a:solidFill>
                <a:latin typeface="MiSans VF Light" pitchFamily="2" charset="-122"/>
                <a:ea typeface="MiSans VF Light" pitchFamily="2" charset="-122"/>
                <a:cs typeface="MiSans VF Light" pitchFamily="2" charset="-122"/>
                <a:sym typeface="SimHei"/>
              </a:endParaRPr>
            </a:p>
          </p:txBody>
        </p:sp>
        <p:sp>
          <p:nvSpPr>
            <p:cNvPr id="39" name="AutoShape 4">
              <a:extLst>
                <a:ext uri="{FF2B5EF4-FFF2-40B4-BE49-F238E27FC236}">
                  <a16:creationId xmlns:a16="http://schemas.microsoft.com/office/drawing/2014/main" id="{9420587E-4BB4-BC1A-393B-702A9E403F76}"/>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b="1" dirty="0">
                  <a:solidFill>
                    <a:srgbClr val="1F6FB2"/>
                  </a:solidFill>
                  <a:latin typeface="MiSans VF Bold" pitchFamily="2" charset="-122"/>
                  <a:ea typeface="MiSans VF Bold" pitchFamily="2" charset="-122"/>
                  <a:cs typeface="MiSans VF Bold" pitchFamily="2" charset="-122"/>
                  <a:sym typeface="SimHei"/>
                </a:rPr>
                <a:t>05</a:t>
              </a:r>
              <a:endParaRPr lang="zh-CN" altLang="en-US" sz="1600" b="1" dirty="0">
                <a:solidFill>
                  <a:srgbClr val="1F6FB2"/>
                </a:solidFill>
                <a:latin typeface="MiSans VF Bold" pitchFamily="2" charset="-122"/>
                <a:ea typeface="MiSans VF Bold" pitchFamily="2" charset="-122"/>
                <a:cs typeface="MiSans VF Bold" pitchFamily="2" charset="-122"/>
                <a:sym typeface="SimHei"/>
              </a:endParaRPr>
            </a:p>
          </p:txBody>
        </p:sp>
        <p:cxnSp>
          <p:nvCxnSpPr>
            <p:cNvPr id="41" name="直线连接符 40">
              <a:extLst>
                <a:ext uri="{FF2B5EF4-FFF2-40B4-BE49-F238E27FC236}">
                  <a16:creationId xmlns:a16="http://schemas.microsoft.com/office/drawing/2014/main" id="{4B1C7430-C8CB-FB80-8CDE-F29F38AFF3CF}"/>
                </a:ext>
              </a:extLst>
            </p:cNvPr>
            <p:cNvCxnSpPr/>
            <p:nvPr/>
          </p:nvCxnSpPr>
          <p:spPr>
            <a:xfrm>
              <a:off x="6296904" y="2671763"/>
              <a:ext cx="5437675" cy="0"/>
            </a:xfrm>
            <a:prstGeom prst="line">
              <a:avLst/>
            </a:prstGeom>
            <a:ln>
              <a:solidFill>
                <a:srgbClr val="1B2733">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2" name="组合 1">
            <a:extLst>
              <a:ext uri="{FF2B5EF4-FFF2-40B4-BE49-F238E27FC236}">
                <a16:creationId xmlns:a16="http://schemas.microsoft.com/office/drawing/2014/main" id="{0F14BBB1-0E50-B1A0-DD43-930A88C33DB4}"/>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E4651BE7-4451-C0F2-398E-10A654CF5995}"/>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9ED2FF">
                      <a:alpha val="50000"/>
                    </a:srgb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73936388-341B-BEE9-EB2E-285A43BDE859}"/>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1B2733">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1B2733">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890D15F7-F7A1-DB65-062F-7EE9EE00925E}"/>
              </a:ext>
            </a:extLst>
          </p:cNvPr>
          <p:cNvSpPr/>
          <p:nvPr/>
        </p:nvSpPr>
        <p:spPr>
          <a:xfrm>
            <a:off x="524800" y="2813443"/>
            <a:ext cx="4064785"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chemeClr val="bg1"/>
                </a:solidFill>
                <a:latin typeface="MiSans VF Bold" pitchFamily="2" charset="-122"/>
                <a:ea typeface="MiSans VF Bold" pitchFamily="2" charset="-122"/>
                <a:cs typeface="MiSans VF Bold" pitchFamily="2" charset="-122"/>
                <a:sym typeface="ChillYunmoGothicBold"/>
              </a:rPr>
              <a:t>目录</a:t>
            </a:r>
            <a:endParaRPr lang="en-US" altLang="zh-CN" sz="4000" b="1" dirty="0">
              <a:solidFill>
                <a:schemeClr val="bg1"/>
              </a:solidFill>
              <a:latin typeface="MiSans VF Bold" pitchFamily="2" charset="-122"/>
              <a:ea typeface="MiSans VF Bold" pitchFamily="2" charset="-122"/>
              <a:cs typeface="MiSans VF Bold" pitchFamily="2" charset="-122"/>
              <a:sym typeface="ChillYunmoGothicBold"/>
            </a:endParaRPr>
          </a:p>
          <a:p>
            <a:pPr>
              <a:defRPr/>
            </a:pPr>
            <a:r>
              <a:rPr lang="en-US" altLang="zh-CN" sz="4000" b="1" dirty="0">
                <a:solidFill>
                  <a:srgbClr val="9ED2FF"/>
                </a:solidFill>
                <a:latin typeface="Didot" panose="02000503000000020003" pitchFamily="2" charset="-79"/>
                <a:ea typeface="MiSans VF Bold" pitchFamily="2" charset="-122"/>
                <a:cs typeface="Didot" panose="02000503000000020003" pitchFamily="2" charset="-79"/>
                <a:sym typeface="ChillYunmoGothicBold"/>
              </a:rPr>
              <a:t>CONTENTS</a:t>
            </a:r>
          </a:p>
        </p:txBody>
      </p:sp>
      <p:sp>
        <p:nvSpPr>
          <p:cNvPr id="16" name="AutoShape 2">
            <a:extLst>
              <a:ext uri="{FF2B5EF4-FFF2-40B4-BE49-F238E27FC236}">
                <a16:creationId xmlns:a16="http://schemas.microsoft.com/office/drawing/2014/main" id="{9C726010-926B-6768-EBA8-F30E781E3C9D}"/>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9ED2FF">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9ED2FF">
                  <a:alpha val="50000"/>
                </a:srgbClr>
              </a:solidFill>
              <a:latin typeface="MiSans VF Light" pitchFamily="2" charset="-122"/>
              <a:ea typeface="MiSans VF Light" pitchFamily="2" charset="-122"/>
              <a:cs typeface="MiSans VF Light" pitchFamily="2" charset="-122"/>
              <a:sym typeface="JetBrains Mono"/>
            </a:endParaRPr>
          </a:p>
        </p:txBody>
      </p:sp>
      <p:grpSp>
        <p:nvGrpSpPr>
          <p:cNvPr id="46" name="组合 45">
            <a:extLst>
              <a:ext uri="{FF2B5EF4-FFF2-40B4-BE49-F238E27FC236}">
                <a16:creationId xmlns:a16="http://schemas.microsoft.com/office/drawing/2014/main" id="{35264414-B2FC-1EAF-E5E5-E708EE29C3D3}"/>
              </a:ext>
            </a:extLst>
          </p:cNvPr>
          <p:cNvGrpSpPr/>
          <p:nvPr/>
        </p:nvGrpSpPr>
        <p:grpSpPr>
          <a:xfrm>
            <a:off x="5640314" y="938297"/>
            <a:ext cx="6094265" cy="585457"/>
            <a:chOff x="6296904" y="2086306"/>
            <a:chExt cx="5437675" cy="585457"/>
          </a:xfrm>
        </p:grpSpPr>
        <p:sp>
          <p:nvSpPr>
            <p:cNvPr id="47" name="AutoShape 4">
              <a:extLst>
                <a:ext uri="{FF2B5EF4-FFF2-40B4-BE49-F238E27FC236}">
                  <a16:creationId xmlns:a16="http://schemas.microsoft.com/office/drawing/2014/main" id="{19A047A4-7018-2A35-3572-7469253A2510}"/>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1B2733"/>
                  </a:solidFill>
                  <a:latin typeface="MiSans VF Light" pitchFamily="2" charset="-122"/>
                  <a:ea typeface="MiSans VF Light" pitchFamily="2" charset="-122"/>
                  <a:cs typeface="MiSans VF Light" pitchFamily="2" charset="-122"/>
                  <a:sym typeface="ChillYunmoGothicBold"/>
                </a:rPr>
                <a:t>研究背景意义</a:t>
              </a:r>
              <a:endParaRPr lang="zh-CN" altLang="en-US" sz="1600" dirty="0">
                <a:solidFill>
                  <a:srgbClr val="1B2733"/>
                </a:solidFill>
                <a:latin typeface="MiSans VF Light" pitchFamily="2" charset="-122"/>
                <a:ea typeface="MiSans VF Light" pitchFamily="2" charset="-122"/>
                <a:cs typeface="MiSans VF Light" pitchFamily="2" charset="-122"/>
                <a:sym typeface="SimHei"/>
              </a:endParaRPr>
            </a:p>
          </p:txBody>
        </p:sp>
        <p:sp>
          <p:nvSpPr>
            <p:cNvPr id="48" name="AutoShape 4">
              <a:extLst>
                <a:ext uri="{FF2B5EF4-FFF2-40B4-BE49-F238E27FC236}">
                  <a16:creationId xmlns:a16="http://schemas.microsoft.com/office/drawing/2014/main" id="{29706671-CB65-41DC-7280-BAB1197446F7}"/>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b="1" dirty="0">
                  <a:solidFill>
                    <a:srgbClr val="1F6FB2"/>
                  </a:solidFill>
                  <a:latin typeface="MiSans VF Bold" pitchFamily="2" charset="-122"/>
                  <a:ea typeface="MiSans VF Bold" pitchFamily="2" charset="-122"/>
                  <a:cs typeface="MiSans VF Bold" pitchFamily="2" charset="-122"/>
                  <a:sym typeface="SimHei"/>
                </a:rPr>
                <a:t>01</a:t>
              </a:r>
              <a:endParaRPr lang="zh-CN" altLang="en-US" sz="1600" b="1" dirty="0">
                <a:solidFill>
                  <a:srgbClr val="1F6FB2"/>
                </a:solidFill>
                <a:latin typeface="MiSans VF Bold" pitchFamily="2" charset="-122"/>
                <a:ea typeface="MiSans VF Bold" pitchFamily="2" charset="-122"/>
                <a:cs typeface="MiSans VF Bold" pitchFamily="2" charset="-122"/>
                <a:sym typeface="SimHei"/>
              </a:endParaRPr>
            </a:p>
          </p:txBody>
        </p:sp>
        <p:cxnSp>
          <p:nvCxnSpPr>
            <p:cNvPr id="49" name="直线连接符 48">
              <a:extLst>
                <a:ext uri="{FF2B5EF4-FFF2-40B4-BE49-F238E27FC236}">
                  <a16:creationId xmlns:a16="http://schemas.microsoft.com/office/drawing/2014/main" id="{6E17E707-1B1F-BD4C-A713-C9A577E71875}"/>
                </a:ext>
              </a:extLst>
            </p:cNvPr>
            <p:cNvCxnSpPr/>
            <p:nvPr/>
          </p:nvCxnSpPr>
          <p:spPr>
            <a:xfrm>
              <a:off x="6296904" y="2671763"/>
              <a:ext cx="5437675" cy="0"/>
            </a:xfrm>
            <a:prstGeom prst="line">
              <a:avLst/>
            </a:prstGeom>
            <a:ln>
              <a:solidFill>
                <a:srgbClr val="1B2733">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8" name="组合 7">
            <a:extLst>
              <a:ext uri="{FF2B5EF4-FFF2-40B4-BE49-F238E27FC236}">
                <a16:creationId xmlns:a16="http://schemas.microsoft.com/office/drawing/2014/main" id="{218F1354-EDFE-8BE7-BAAD-97697DB0E102}"/>
              </a:ext>
            </a:extLst>
          </p:cNvPr>
          <p:cNvGrpSpPr/>
          <p:nvPr/>
        </p:nvGrpSpPr>
        <p:grpSpPr>
          <a:xfrm>
            <a:off x="5640314" y="5067267"/>
            <a:ext cx="6094265" cy="585457"/>
            <a:chOff x="6296904" y="2086306"/>
            <a:chExt cx="5437675" cy="585457"/>
          </a:xfrm>
        </p:grpSpPr>
        <p:sp>
          <p:nvSpPr>
            <p:cNvPr id="11" name="AutoShape 4">
              <a:extLst>
                <a:ext uri="{FF2B5EF4-FFF2-40B4-BE49-F238E27FC236}">
                  <a16:creationId xmlns:a16="http://schemas.microsoft.com/office/drawing/2014/main" id="{E639F06A-9822-1ED6-9277-7D8CEFBB3728}"/>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1B2733"/>
                  </a:solidFill>
                  <a:latin typeface="MiSans VF Light" pitchFamily="2" charset="-122"/>
                  <a:ea typeface="MiSans VF Light" pitchFamily="2" charset="-122"/>
                  <a:cs typeface="MiSans VF Light" pitchFamily="2" charset="-122"/>
                  <a:sym typeface="ChillYunmoGothicBold"/>
                </a:rPr>
                <a:t>成果与创新点</a:t>
              </a:r>
              <a:endParaRPr lang="zh-CN" altLang="en-US" sz="1600" dirty="0">
                <a:solidFill>
                  <a:srgbClr val="1B2733"/>
                </a:solidFill>
                <a:latin typeface="MiSans VF Light" pitchFamily="2" charset="-122"/>
                <a:ea typeface="MiSans VF Light" pitchFamily="2" charset="-122"/>
                <a:cs typeface="MiSans VF Light" pitchFamily="2" charset="-122"/>
                <a:sym typeface="SimHei"/>
              </a:endParaRPr>
            </a:p>
          </p:txBody>
        </p:sp>
        <p:sp>
          <p:nvSpPr>
            <p:cNvPr id="12" name="AutoShape 4">
              <a:extLst>
                <a:ext uri="{FF2B5EF4-FFF2-40B4-BE49-F238E27FC236}">
                  <a16:creationId xmlns:a16="http://schemas.microsoft.com/office/drawing/2014/main" id="{45AA2202-C771-AD30-C481-29EE2C0F05E6}"/>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b="1" dirty="0">
                  <a:solidFill>
                    <a:srgbClr val="1F6FB2"/>
                  </a:solidFill>
                  <a:latin typeface="MiSans VF Bold" pitchFamily="2" charset="-122"/>
                  <a:ea typeface="MiSans VF Bold" pitchFamily="2" charset="-122"/>
                  <a:cs typeface="MiSans VF Bold" pitchFamily="2" charset="-122"/>
                  <a:sym typeface="SimHei"/>
                </a:rPr>
                <a:t>06</a:t>
              </a:r>
              <a:endParaRPr lang="zh-CN" altLang="en-US" sz="1600" b="1" dirty="0">
                <a:solidFill>
                  <a:srgbClr val="1F6FB2"/>
                </a:solidFill>
                <a:latin typeface="MiSans VF Bold" pitchFamily="2" charset="-122"/>
                <a:ea typeface="MiSans VF Bold" pitchFamily="2" charset="-122"/>
                <a:cs typeface="MiSans VF Bold" pitchFamily="2" charset="-122"/>
                <a:sym typeface="SimHei"/>
              </a:endParaRPr>
            </a:p>
          </p:txBody>
        </p:sp>
        <p:cxnSp>
          <p:nvCxnSpPr>
            <p:cNvPr id="13" name="直线连接符 12">
              <a:extLst>
                <a:ext uri="{FF2B5EF4-FFF2-40B4-BE49-F238E27FC236}">
                  <a16:creationId xmlns:a16="http://schemas.microsoft.com/office/drawing/2014/main" id="{9C1A0E33-EB9E-BC4A-1F99-7DDC49319010}"/>
                </a:ext>
              </a:extLst>
            </p:cNvPr>
            <p:cNvCxnSpPr/>
            <p:nvPr/>
          </p:nvCxnSpPr>
          <p:spPr>
            <a:xfrm>
              <a:off x="6296904" y="2671763"/>
              <a:ext cx="5437675" cy="0"/>
            </a:xfrm>
            <a:prstGeom prst="line">
              <a:avLst/>
            </a:prstGeom>
            <a:ln>
              <a:solidFill>
                <a:srgbClr val="1B2733">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25" name="组合 24">
            <a:extLst>
              <a:ext uri="{FF2B5EF4-FFF2-40B4-BE49-F238E27FC236}">
                <a16:creationId xmlns:a16="http://schemas.microsoft.com/office/drawing/2014/main" id="{558C8662-43A8-5632-D0E7-7962DD9E7BAD}"/>
              </a:ext>
            </a:extLst>
          </p:cNvPr>
          <p:cNvGrpSpPr/>
          <p:nvPr/>
        </p:nvGrpSpPr>
        <p:grpSpPr>
          <a:xfrm>
            <a:off x="5640314" y="5893061"/>
            <a:ext cx="6094265" cy="283219"/>
            <a:chOff x="6296904" y="2086306"/>
            <a:chExt cx="5437675" cy="283219"/>
          </a:xfrm>
        </p:grpSpPr>
        <p:sp>
          <p:nvSpPr>
            <p:cNvPr id="26" name="AutoShape 4">
              <a:extLst>
                <a:ext uri="{FF2B5EF4-FFF2-40B4-BE49-F238E27FC236}">
                  <a16:creationId xmlns:a16="http://schemas.microsoft.com/office/drawing/2014/main" id="{947DD1BE-0B03-96C4-F67F-AF309889DD7E}"/>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1B2733"/>
                  </a:solidFill>
                  <a:latin typeface="MiSans VF Light" pitchFamily="2" charset="-122"/>
                  <a:ea typeface="MiSans VF Light" pitchFamily="2" charset="-122"/>
                  <a:cs typeface="MiSans VF Light" pitchFamily="2" charset="-122"/>
                  <a:sym typeface="ChillYunmoGothicBold"/>
                </a:rPr>
                <a:t>主要参考文献</a:t>
              </a:r>
              <a:endParaRPr lang="zh-CN" altLang="en-US" sz="1600" dirty="0">
                <a:solidFill>
                  <a:srgbClr val="1B2733"/>
                </a:solidFill>
                <a:latin typeface="MiSans VF Light" pitchFamily="2" charset="-122"/>
                <a:ea typeface="MiSans VF Light" pitchFamily="2" charset="-122"/>
                <a:cs typeface="MiSans VF Light" pitchFamily="2" charset="-122"/>
                <a:sym typeface="SimHei"/>
              </a:endParaRPr>
            </a:p>
          </p:txBody>
        </p:sp>
        <p:sp>
          <p:nvSpPr>
            <p:cNvPr id="27" name="AutoShape 4">
              <a:extLst>
                <a:ext uri="{FF2B5EF4-FFF2-40B4-BE49-F238E27FC236}">
                  <a16:creationId xmlns:a16="http://schemas.microsoft.com/office/drawing/2014/main" id="{27474677-3A13-FFFE-F540-7297B4A90A9F}"/>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b="1" dirty="0">
                  <a:solidFill>
                    <a:srgbClr val="1F6FB2"/>
                  </a:solidFill>
                  <a:latin typeface="MiSans VF Bold" pitchFamily="2" charset="-122"/>
                  <a:ea typeface="MiSans VF Bold" pitchFamily="2" charset="-122"/>
                  <a:cs typeface="MiSans VF Bold" pitchFamily="2" charset="-122"/>
                  <a:sym typeface="SimHei"/>
                </a:rPr>
                <a:t>07</a:t>
              </a:r>
              <a:endParaRPr lang="zh-CN" altLang="en-US" sz="1600" b="1" dirty="0">
                <a:solidFill>
                  <a:srgbClr val="1F6FB2"/>
                </a:solidFill>
                <a:latin typeface="MiSans VF Bold" pitchFamily="2" charset="-122"/>
                <a:ea typeface="MiSans VF Bold" pitchFamily="2" charset="-122"/>
                <a:cs typeface="MiSans VF Bold" pitchFamily="2" charset="-122"/>
                <a:sym typeface="SimHei"/>
              </a:endParaRPr>
            </a:p>
          </p:txBody>
        </p:sp>
      </p:grpSp>
    </p:spTree>
    <p:extLst>
      <p:ext uri="{BB962C8B-B14F-4D97-AF65-F5344CB8AC3E}">
        <p14:creationId xmlns:p14="http://schemas.microsoft.com/office/powerpoint/2010/main" val="40045490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4F323-DD3A-E104-BFE2-2584119DB330}"/>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666C7DCD-274B-DC1F-225A-5085A240919B}"/>
              </a:ext>
            </a:extLst>
          </p:cNvPr>
          <p:cNvSpPr/>
          <p:nvPr/>
        </p:nvSpPr>
        <p:spPr>
          <a:xfrm>
            <a:off x="0" y="-1"/>
            <a:ext cx="12192000" cy="6857995"/>
          </a:xfrm>
          <a:prstGeom prst="rect">
            <a:avLst/>
          </a:prstGeom>
          <a:solidFill>
            <a:srgbClr val="1644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 name="组合 1">
            <a:extLst>
              <a:ext uri="{FF2B5EF4-FFF2-40B4-BE49-F238E27FC236}">
                <a16:creationId xmlns:a16="http://schemas.microsoft.com/office/drawing/2014/main" id="{D002EFC3-B0B0-D4E6-5DC1-F8CDDE33DDF4}"/>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E6540A5B-C703-CD5F-E513-1F25E5E6DF46}"/>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9ED2FF">
                      <a:alpha val="50000"/>
                    </a:srgb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62B9EF02-66DF-9568-F6C4-E08924A625E6}"/>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9ED2FF">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9ED2FF">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1CD1AA2B-BB1B-4B32-0ABF-CC2B85CF2FA7}"/>
              </a:ext>
            </a:extLst>
          </p:cNvPr>
          <p:cNvSpPr/>
          <p:nvPr/>
        </p:nvSpPr>
        <p:spPr>
          <a:xfrm>
            <a:off x="524800" y="2534606"/>
            <a:ext cx="4064785"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chemeClr val="bg1"/>
                </a:solidFill>
                <a:latin typeface="MiSans VF Bold" pitchFamily="2" charset="-122"/>
                <a:ea typeface="MiSans VF Bold" pitchFamily="2" charset="-122"/>
                <a:cs typeface="MiSans VF Bold" pitchFamily="2" charset="-122"/>
                <a:sym typeface="ChillYunmoGothicBold"/>
              </a:rPr>
              <a:t>研究背景意义</a:t>
            </a:r>
            <a:endParaRPr lang="en-US" altLang="zh-CN" sz="4000" b="1" dirty="0">
              <a:solidFill>
                <a:schemeClr val="bg1"/>
              </a:solidFill>
              <a:latin typeface="MiSans VF Bold" pitchFamily="2" charset="-122"/>
              <a:ea typeface="MiSans VF Bold" pitchFamily="2" charset="-122"/>
              <a:cs typeface="MiSans VF Bold" pitchFamily="2" charset="-122"/>
              <a:sym typeface="ChillYunmoGothicBold"/>
            </a:endParaRPr>
          </a:p>
          <a:p>
            <a:pPr>
              <a:defRPr/>
            </a:pPr>
            <a:r>
              <a:rPr lang="en-US" altLang="zh-CN" sz="4000" b="1" dirty="0">
                <a:solidFill>
                  <a:srgbClr val="9ED2FF"/>
                </a:solidFill>
                <a:latin typeface="Didot" panose="02000503000000020003" pitchFamily="2" charset="-79"/>
                <a:ea typeface="MiSans VF Bold" pitchFamily="2" charset="-122"/>
                <a:cs typeface="Didot" panose="02000503000000020003" pitchFamily="2" charset="-79"/>
                <a:sym typeface="ChillYunmoGothicBold"/>
              </a:rPr>
              <a:t>PART</a:t>
            </a:r>
            <a:r>
              <a:rPr lang="zh-CN" altLang="en-US" sz="4000" b="1" dirty="0">
                <a:solidFill>
                  <a:srgbClr val="9ED2FF"/>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4000" b="1" dirty="0">
                <a:solidFill>
                  <a:srgbClr val="9ED2FF"/>
                </a:solidFill>
                <a:latin typeface="Didot" panose="02000503000000020003" pitchFamily="2" charset="-79"/>
                <a:ea typeface="MiSans VF Bold" pitchFamily="2" charset="-122"/>
                <a:cs typeface="Didot" panose="02000503000000020003" pitchFamily="2" charset="-79"/>
                <a:sym typeface="ChillYunmoGothicBold"/>
              </a:rPr>
              <a:t>01</a:t>
            </a:r>
          </a:p>
        </p:txBody>
      </p:sp>
      <p:sp>
        <p:nvSpPr>
          <p:cNvPr id="16" name="AutoShape 2">
            <a:extLst>
              <a:ext uri="{FF2B5EF4-FFF2-40B4-BE49-F238E27FC236}">
                <a16:creationId xmlns:a16="http://schemas.microsoft.com/office/drawing/2014/main" id="{233E415B-8513-EB97-F9A8-86B30594298A}"/>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9ED2FF">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9ED2FF">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4">
            <a:extLst>
              <a:ext uri="{FF2B5EF4-FFF2-40B4-BE49-F238E27FC236}">
                <a16:creationId xmlns:a16="http://schemas.microsoft.com/office/drawing/2014/main" id="{0E5E4E26-00BA-1C72-612F-1255DAAB65DE}"/>
              </a:ext>
            </a:extLst>
          </p:cNvPr>
          <p:cNvSpPr/>
          <p:nvPr/>
        </p:nvSpPr>
        <p:spPr>
          <a:xfrm>
            <a:off x="524797" y="4004779"/>
            <a:ext cx="5637284"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9ED2FF">
                    <a:alpha val="50000"/>
                  </a:srgbClr>
                </a:solidFill>
                <a:latin typeface="MiSans VF Light" pitchFamily="2" charset="-122"/>
                <a:ea typeface="MiSans VF Light" pitchFamily="2" charset="-122"/>
                <a:cs typeface="MiSans VF Light" pitchFamily="2" charset="-122"/>
                <a:sym typeface="ChillYunmoGothicBold"/>
              </a:rPr>
              <a:t>这是一句高光文案，一句金句总结本章节的内容。</a:t>
            </a:r>
            <a:endParaRPr lang="zh-CN" altLang="en-US" sz="1600" dirty="0">
              <a:solidFill>
                <a:srgbClr val="9ED2FF">
                  <a:alpha val="50000"/>
                </a:srgbClr>
              </a:solidFill>
              <a:latin typeface="MiSans VF Light" pitchFamily="2" charset="-122"/>
              <a:ea typeface="MiSans VF Light" pitchFamily="2" charset="-122"/>
              <a:cs typeface="MiSans VF Light" pitchFamily="2" charset="-122"/>
              <a:sym typeface="SimHei"/>
            </a:endParaRPr>
          </a:p>
        </p:txBody>
      </p:sp>
    </p:spTree>
    <p:extLst>
      <p:ext uri="{BB962C8B-B14F-4D97-AF65-F5344CB8AC3E}">
        <p14:creationId xmlns:p14="http://schemas.microsoft.com/office/powerpoint/2010/main" val="25835438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47B95-7B36-ED03-3E7C-E662844AB7AF}"/>
            </a:ext>
          </a:extLst>
        </p:cNvPr>
        <p:cNvGrpSpPr/>
        <p:nvPr/>
      </p:nvGrpSpPr>
      <p:grpSpPr>
        <a:xfrm>
          <a:off x="0" y="0"/>
          <a:ext cx="0" cy="0"/>
          <a:chOff x="0" y="0"/>
          <a:chExt cx="0" cy="0"/>
        </a:xfrm>
      </p:grpSpPr>
      <p:sp>
        <p:nvSpPr>
          <p:cNvPr id="10" name="AutoShape 5">
            <a:extLst>
              <a:ext uri="{FF2B5EF4-FFF2-40B4-BE49-F238E27FC236}">
                <a16:creationId xmlns:a16="http://schemas.microsoft.com/office/drawing/2014/main" id="{C4075C9B-E2A2-A414-0E97-E496D4FD7653}"/>
              </a:ext>
            </a:extLst>
          </p:cNvPr>
          <p:cNvSpPr/>
          <p:nvPr/>
        </p:nvSpPr>
        <p:spPr>
          <a:xfrm>
            <a:off x="524798" y="1110092"/>
            <a:ext cx="7043620"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164466"/>
                </a:solidFill>
                <a:latin typeface="MiSans VF Bold" pitchFamily="2" charset="-122"/>
                <a:ea typeface="MiSans VF Bold" pitchFamily="2" charset="-122"/>
                <a:cs typeface="MiSans VF Bold" pitchFamily="2" charset="-122"/>
                <a:sym typeface="SimHei"/>
              </a:rPr>
              <a:t>章节标题</a:t>
            </a:r>
            <a:endParaRPr lang="en-US" altLang="zh-CN" sz="4000" b="1" dirty="0">
              <a:solidFill>
                <a:srgbClr val="164466"/>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164466"/>
                </a:solidFill>
                <a:latin typeface="MiSans VF Bold" pitchFamily="2" charset="-122"/>
                <a:ea typeface="MiSans VF Bold" pitchFamily="2" charset="-122"/>
                <a:cs typeface="MiSans VF Bold" pitchFamily="2" charset="-122"/>
                <a:sym typeface="SimHei"/>
              </a:rPr>
              <a:t>课题缘起与研究动机</a:t>
            </a:r>
            <a:endParaRPr lang="en-US" altLang="zh-CN" sz="4000" b="1" dirty="0">
              <a:solidFill>
                <a:srgbClr val="164466"/>
              </a:solidFill>
              <a:latin typeface="MiSans VF Bold" pitchFamily="2" charset="-122"/>
              <a:ea typeface="MiSans VF Bold" pitchFamily="2" charset="-122"/>
              <a:cs typeface="MiSans VF Bold" pitchFamily="2" charset="-122"/>
              <a:sym typeface="SimHei"/>
            </a:endParaRPr>
          </a:p>
        </p:txBody>
      </p:sp>
      <p:sp>
        <p:nvSpPr>
          <p:cNvPr id="21" name="文本框 20">
            <a:extLst>
              <a:ext uri="{FF2B5EF4-FFF2-40B4-BE49-F238E27FC236}">
                <a16:creationId xmlns:a16="http://schemas.microsoft.com/office/drawing/2014/main" id="{AB99CB03-0194-3037-6041-0B4474A616CB}"/>
              </a:ext>
            </a:extLst>
          </p:cNvPr>
          <p:cNvSpPr txBox="1"/>
          <p:nvPr/>
        </p:nvSpPr>
        <p:spPr>
          <a:xfrm>
            <a:off x="524797" y="4093632"/>
            <a:ext cx="3313171" cy="1824121"/>
          </a:xfrm>
          <a:prstGeom prst="rect">
            <a:avLst/>
          </a:prstGeom>
          <a:noFill/>
        </p:spPr>
        <p:txBody>
          <a:bodyPr wrap="square" tIns="72000" bIns="180000">
            <a:spAutoFit/>
          </a:bodyPr>
          <a:lstStyle/>
          <a:p>
            <a:pPr>
              <a:lnSpc>
                <a:spcPct val="125000"/>
              </a:lnSpc>
              <a:defRPr/>
            </a:pPr>
            <a:r>
              <a:rPr lang="zh-CN" altLang="en-US" sz="1600" b="1" dirty="0">
                <a:solidFill>
                  <a:srgbClr val="1B2733"/>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1B2733"/>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1B2733">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这里是一段简短的文案，文字不要放太多，精简说明即可，主要靠讲述。这里是一段简短的文案，文字不要放太多，精简说明即可，主要靠讲述。</a:t>
            </a:r>
          </a:p>
          <a:p>
            <a:pPr>
              <a:spcBef>
                <a:spcPts val="600"/>
              </a:spcBef>
              <a:defRPr/>
            </a:pPr>
            <a:r>
              <a:rPr lang="zh-CN" altLang="en-US" sz="1200" dirty="0">
                <a:solidFill>
                  <a:srgbClr val="1B2733">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a:t>
            </a:r>
          </a:p>
        </p:txBody>
      </p:sp>
      <p:sp>
        <p:nvSpPr>
          <p:cNvPr id="27" name="文本框 26">
            <a:extLst>
              <a:ext uri="{FF2B5EF4-FFF2-40B4-BE49-F238E27FC236}">
                <a16:creationId xmlns:a16="http://schemas.microsoft.com/office/drawing/2014/main" id="{9ABF1743-F6B1-B7B1-D350-3AE35DAF626E}"/>
              </a:ext>
            </a:extLst>
          </p:cNvPr>
          <p:cNvSpPr txBox="1"/>
          <p:nvPr/>
        </p:nvSpPr>
        <p:spPr>
          <a:xfrm>
            <a:off x="4441525" y="4093632"/>
            <a:ext cx="3313171" cy="2008787"/>
          </a:xfrm>
          <a:prstGeom prst="rect">
            <a:avLst/>
          </a:prstGeom>
          <a:noFill/>
        </p:spPr>
        <p:txBody>
          <a:bodyPr wrap="square" tIns="72000" bIns="180000">
            <a:spAutoFit/>
          </a:bodyPr>
          <a:lstStyle/>
          <a:p>
            <a:pPr>
              <a:lnSpc>
                <a:spcPct val="125000"/>
              </a:lnSpc>
              <a:defRPr/>
            </a:pPr>
            <a:r>
              <a:rPr lang="zh-CN" altLang="en-US" sz="1600" b="1" dirty="0">
                <a:solidFill>
                  <a:srgbClr val="1B2733"/>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1B2733"/>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1B2733">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这里是一段简短的文案，文字不要放太多，精简说明即可，主要靠讲述。这里是一段简短的文案，文字不要放太多，精简说明即可。</a:t>
            </a:r>
          </a:p>
          <a:p>
            <a:pPr>
              <a:spcBef>
                <a:spcPts val="600"/>
              </a:spcBef>
              <a:defRPr/>
            </a:pPr>
            <a:r>
              <a:rPr lang="zh-CN" altLang="en-US" sz="1200" dirty="0">
                <a:solidFill>
                  <a:srgbClr val="1B2733">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这里是一段简短的文案，文字不要放太多，精简说明即可，主要靠讲述。这里是一段简短的文案，文字不要放太多，精简说明即可，主要靠讲述。这里是一段简短的文案。</a:t>
            </a:r>
          </a:p>
        </p:txBody>
      </p:sp>
      <p:sp>
        <p:nvSpPr>
          <p:cNvPr id="28" name="文本框 27">
            <a:extLst>
              <a:ext uri="{FF2B5EF4-FFF2-40B4-BE49-F238E27FC236}">
                <a16:creationId xmlns:a16="http://schemas.microsoft.com/office/drawing/2014/main" id="{0180FEA8-76FA-62E5-4E7B-AFB3D772C725}"/>
              </a:ext>
            </a:extLst>
          </p:cNvPr>
          <p:cNvSpPr txBox="1"/>
          <p:nvPr/>
        </p:nvSpPr>
        <p:spPr>
          <a:xfrm>
            <a:off x="8354034" y="4093632"/>
            <a:ext cx="3313171" cy="1824121"/>
          </a:xfrm>
          <a:prstGeom prst="rect">
            <a:avLst/>
          </a:prstGeom>
          <a:noFill/>
        </p:spPr>
        <p:txBody>
          <a:bodyPr wrap="square" tIns="72000" bIns="180000">
            <a:spAutoFit/>
          </a:bodyPr>
          <a:lstStyle/>
          <a:p>
            <a:pPr>
              <a:lnSpc>
                <a:spcPct val="125000"/>
              </a:lnSpc>
              <a:defRPr/>
            </a:pPr>
            <a:r>
              <a:rPr lang="zh-CN" altLang="en-US" sz="1600" b="1" dirty="0">
                <a:solidFill>
                  <a:srgbClr val="1B2733"/>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1B2733"/>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1B2733">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这里是一段简短的文案，文字不要放太多，精简说明即可，主要靠讲述。这里是一段简短的文案，文字不要放太多，精简说明即可，主要靠讲述。</a:t>
            </a:r>
          </a:p>
          <a:p>
            <a:pPr>
              <a:spcBef>
                <a:spcPts val="600"/>
              </a:spcBef>
              <a:defRPr/>
            </a:pPr>
            <a:r>
              <a:rPr lang="zh-CN" altLang="en-US" sz="1200" dirty="0">
                <a:solidFill>
                  <a:srgbClr val="1B2733">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a:t>
            </a:r>
          </a:p>
        </p:txBody>
      </p:sp>
      <p:sp>
        <p:nvSpPr>
          <p:cNvPr id="30" name="文本框 29">
            <a:extLst>
              <a:ext uri="{FF2B5EF4-FFF2-40B4-BE49-F238E27FC236}">
                <a16:creationId xmlns:a16="http://schemas.microsoft.com/office/drawing/2014/main" id="{A3E28ACD-5ED4-4B4B-C61B-BC8C2B3A18A9}"/>
              </a:ext>
            </a:extLst>
          </p:cNvPr>
          <p:cNvSpPr txBox="1"/>
          <p:nvPr/>
        </p:nvSpPr>
        <p:spPr>
          <a:xfrm>
            <a:off x="524797" y="3223041"/>
            <a:ext cx="3313171" cy="870014"/>
          </a:xfrm>
          <a:prstGeom prst="rect">
            <a:avLst/>
          </a:prstGeom>
          <a:noFill/>
        </p:spPr>
        <p:txBody>
          <a:bodyPr wrap="square" tIns="72000" bIns="180000">
            <a:spAutoFit/>
          </a:bodyPr>
          <a:lstStyle/>
          <a:p>
            <a:pPr>
              <a:defRPr/>
            </a:pPr>
            <a:r>
              <a:rPr lang="en-US" altLang="zh-CN" sz="4000" dirty="0">
                <a:solidFill>
                  <a:srgbClr val="1F6FB2"/>
                </a:solidFill>
                <a:latin typeface="MiSans VF Thin" pitchFamily="2" charset="-122"/>
                <a:ea typeface="MiSans VF Thin" pitchFamily="2" charset="-122"/>
                <a:cs typeface="MiSans VF Thin" pitchFamily="2" charset="-122"/>
                <a:sym typeface="SimHei"/>
              </a:rPr>
              <a:t>01</a:t>
            </a:r>
            <a:endParaRPr lang="zh-CN" altLang="en-US" sz="4000" dirty="0">
              <a:solidFill>
                <a:srgbClr val="1F6FB2"/>
              </a:solidFill>
              <a:latin typeface="MiSans VF Thin" pitchFamily="2" charset="-122"/>
              <a:ea typeface="MiSans VF Thin" pitchFamily="2" charset="-122"/>
              <a:cs typeface="MiSans VF Thin" pitchFamily="2" charset="-122"/>
              <a:sym typeface="SimHei"/>
            </a:endParaRPr>
          </a:p>
        </p:txBody>
      </p:sp>
      <p:sp>
        <p:nvSpPr>
          <p:cNvPr id="37" name="文本框 36">
            <a:extLst>
              <a:ext uri="{FF2B5EF4-FFF2-40B4-BE49-F238E27FC236}">
                <a16:creationId xmlns:a16="http://schemas.microsoft.com/office/drawing/2014/main" id="{C113AE0C-D1B4-6529-C1E7-26B89F8A09ED}"/>
              </a:ext>
            </a:extLst>
          </p:cNvPr>
          <p:cNvSpPr txBox="1"/>
          <p:nvPr/>
        </p:nvSpPr>
        <p:spPr>
          <a:xfrm>
            <a:off x="4445745" y="3223041"/>
            <a:ext cx="3313171" cy="870014"/>
          </a:xfrm>
          <a:prstGeom prst="rect">
            <a:avLst/>
          </a:prstGeom>
          <a:noFill/>
        </p:spPr>
        <p:txBody>
          <a:bodyPr wrap="square" tIns="72000" bIns="180000">
            <a:spAutoFit/>
          </a:bodyPr>
          <a:lstStyle/>
          <a:p>
            <a:pPr>
              <a:defRPr/>
            </a:pPr>
            <a:r>
              <a:rPr lang="en-US" altLang="zh-CN" sz="4000" dirty="0">
                <a:solidFill>
                  <a:srgbClr val="1F6FB2"/>
                </a:solidFill>
                <a:latin typeface="MiSans VF Thin" pitchFamily="2" charset="-122"/>
                <a:ea typeface="MiSans VF Thin" pitchFamily="2" charset="-122"/>
                <a:cs typeface="MiSans VF Thin" pitchFamily="2" charset="-122"/>
                <a:sym typeface="SimHei"/>
              </a:rPr>
              <a:t>02</a:t>
            </a:r>
            <a:endParaRPr lang="zh-CN" altLang="en-US" sz="4000" dirty="0">
              <a:solidFill>
                <a:srgbClr val="1F6FB2"/>
              </a:solidFill>
              <a:latin typeface="MiSans VF Thin" pitchFamily="2" charset="-122"/>
              <a:ea typeface="MiSans VF Thin" pitchFamily="2" charset="-122"/>
              <a:cs typeface="MiSans VF Thin" pitchFamily="2" charset="-122"/>
              <a:sym typeface="SimHei"/>
            </a:endParaRPr>
          </a:p>
        </p:txBody>
      </p:sp>
      <p:sp>
        <p:nvSpPr>
          <p:cNvPr id="38" name="文本框 37">
            <a:extLst>
              <a:ext uri="{FF2B5EF4-FFF2-40B4-BE49-F238E27FC236}">
                <a16:creationId xmlns:a16="http://schemas.microsoft.com/office/drawing/2014/main" id="{AF2217CE-B75D-A5A4-2443-7A22D6129757}"/>
              </a:ext>
            </a:extLst>
          </p:cNvPr>
          <p:cNvSpPr txBox="1"/>
          <p:nvPr/>
        </p:nvSpPr>
        <p:spPr>
          <a:xfrm>
            <a:off x="8362474" y="3223041"/>
            <a:ext cx="3313171" cy="870014"/>
          </a:xfrm>
          <a:prstGeom prst="rect">
            <a:avLst/>
          </a:prstGeom>
          <a:noFill/>
        </p:spPr>
        <p:txBody>
          <a:bodyPr wrap="square" tIns="72000" bIns="180000">
            <a:spAutoFit/>
          </a:bodyPr>
          <a:lstStyle/>
          <a:p>
            <a:pPr>
              <a:defRPr/>
            </a:pPr>
            <a:r>
              <a:rPr lang="en-US" altLang="zh-CN" sz="4000" dirty="0">
                <a:solidFill>
                  <a:srgbClr val="1F6FB2"/>
                </a:solidFill>
                <a:latin typeface="MiSans VF Thin" pitchFamily="2" charset="-122"/>
                <a:ea typeface="MiSans VF Thin" pitchFamily="2" charset="-122"/>
                <a:cs typeface="MiSans VF Thin" pitchFamily="2" charset="-122"/>
                <a:sym typeface="SimHei"/>
              </a:rPr>
              <a:t>03</a:t>
            </a:r>
            <a:endParaRPr lang="zh-CN" altLang="en-US" sz="4000" dirty="0">
              <a:solidFill>
                <a:srgbClr val="1F6FB2"/>
              </a:solidFill>
              <a:latin typeface="MiSans VF Thin" pitchFamily="2" charset="-122"/>
              <a:ea typeface="MiSans VF Thin" pitchFamily="2" charset="-122"/>
              <a:cs typeface="MiSans VF Thin" pitchFamily="2" charset="-122"/>
              <a:sym typeface="SimHei"/>
            </a:endParaRPr>
          </a:p>
        </p:txBody>
      </p:sp>
      <p:sp>
        <p:nvSpPr>
          <p:cNvPr id="11" name="AutoShape 2">
            <a:extLst>
              <a:ext uri="{FF2B5EF4-FFF2-40B4-BE49-F238E27FC236}">
                <a16:creationId xmlns:a16="http://schemas.microsoft.com/office/drawing/2014/main" id="{5385775C-7E23-0561-2991-8E7210A7967E}"/>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32" name="组合 31">
            <a:extLst>
              <a:ext uri="{FF2B5EF4-FFF2-40B4-BE49-F238E27FC236}">
                <a16:creationId xmlns:a16="http://schemas.microsoft.com/office/drawing/2014/main" id="{E3BD16D8-A737-CBEA-30C0-1B6241ADE160}"/>
              </a:ext>
            </a:extLst>
          </p:cNvPr>
          <p:cNvGrpSpPr/>
          <p:nvPr/>
        </p:nvGrpSpPr>
        <p:grpSpPr>
          <a:xfrm>
            <a:off x="0" y="0"/>
            <a:ext cx="12192000" cy="420753"/>
            <a:chOff x="0" y="0"/>
            <a:chExt cx="12192000" cy="420753"/>
          </a:xfrm>
        </p:grpSpPr>
        <p:sp>
          <p:nvSpPr>
            <p:cNvPr id="13" name="矩形 12">
              <a:extLst>
                <a:ext uri="{FF2B5EF4-FFF2-40B4-BE49-F238E27FC236}">
                  <a16:creationId xmlns:a16="http://schemas.microsoft.com/office/drawing/2014/main" id="{F8DF6556-4D3F-A934-A267-EB5CB515F579}"/>
                </a:ext>
              </a:extLst>
            </p:cNvPr>
            <p:cNvSpPr/>
            <p:nvPr/>
          </p:nvSpPr>
          <p:spPr>
            <a:xfrm>
              <a:off x="1927073" y="0"/>
              <a:ext cx="1449238" cy="42075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MiSans VF Demibold" pitchFamily="2" charset="-122"/>
                  <a:ea typeface="MiSans VF Demibold" pitchFamily="2" charset="-122"/>
                  <a:cs typeface="MiSans VF Demibold" pitchFamily="2" charset="-122"/>
                  <a:sym typeface="SimHei"/>
                </a:rPr>
                <a:t>背景意义</a:t>
              </a:r>
              <a:endParaRPr lang="en-US" altLang="zh-CN" dirty="0">
                <a:solidFill>
                  <a:schemeClr val="bg1"/>
                </a:solidFill>
                <a:latin typeface="MiSans VF Demibold" pitchFamily="2" charset="-122"/>
                <a:ea typeface="MiSans VF Demibold" pitchFamily="2" charset="-122"/>
                <a:cs typeface="MiSans VF Demibold" pitchFamily="2" charset="-122"/>
                <a:sym typeface="SimHei"/>
              </a:endParaRPr>
            </a:p>
          </p:txBody>
        </p:sp>
        <p:sp>
          <p:nvSpPr>
            <p:cNvPr id="14" name="矩形 13">
              <a:extLst>
                <a:ext uri="{FF2B5EF4-FFF2-40B4-BE49-F238E27FC236}">
                  <a16:creationId xmlns:a16="http://schemas.microsoft.com/office/drawing/2014/main" id="{A8985AFF-4533-9B54-C451-8981A228A04C}"/>
                </a:ext>
              </a:extLst>
            </p:cNvPr>
            <p:cNvSpPr/>
            <p:nvPr/>
          </p:nvSpPr>
          <p:spPr>
            <a:xfrm>
              <a:off x="339728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现状综述</a:t>
              </a:r>
            </a:p>
          </p:txBody>
        </p:sp>
        <p:sp>
          <p:nvSpPr>
            <p:cNvPr id="20" name="矩形 19">
              <a:extLst>
                <a:ext uri="{FF2B5EF4-FFF2-40B4-BE49-F238E27FC236}">
                  <a16:creationId xmlns:a16="http://schemas.microsoft.com/office/drawing/2014/main" id="{938A0814-56BF-C85A-2551-3A6F49903795}"/>
                </a:ext>
              </a:extLst>
            </p:cNvPr>
            <p:cNvSpPr/>
            <p:nvPr/>
          </p:nvSpPr>
          <p:spPr>
            <a:xfrm>
              <a:off x="486749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内容目标</a:t>
              </a:r>
            </a:p>
          </p:txBody>
        </p:sp>
        <p:sp>
          <p:nvSpPr>
            <p:cNvPr id="22" name="矩形 21">
              <a:extLst>
                <a:ext uri="{FF2B5EF4-FFF2-40B4-BE49-F238E27FC236}">
                  <a16:creationId xmlns:a16="http://schemas.microsoft.com/office/drawing/2014/main" id="{D2944510-6102-6171-0C69-7FBDF12B2162}"/>
                </a:ext>
              </a:extLst>
            </p:cNvPr>
            <p:cNvSpPr/>
            <p:nvPr/>
          </p:nvSpPr>
          <p:spPr>
            <a:xfrm>
              <a:off x="6338484"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方法路线</a:t>
              </a:r>
            </a:p>
          </p:txBody>
        </p:sp>
        <p:sp>
          <p:nvSpPr>
            <p:cNvPr id="23" name="矩形 22">
              <a:extLst>
                <a:ext uri="{FF2B5EF4-FFF2-40B4-BE49-F238E27FC236}">
                  <a16:creationId xmlns:a16="http://schemas.microsoft.com/office/drawing/2014/main" id="{9A072C83-3172-0234-ED31-C420B3339DFB}"/>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计划安排</a:t>
              </a:r>
            </a:p>
          </p:txBody>
        </p:sp>
        <p:sp>
          <p:nvSpPr>
            <p:cNvPr id="24" name="矩形 23">
              <a:extLst>
                <a:ext uri="{FF2B5EF4-FFF2-40B4-BE49-F238E27FC236}">
                  <a16:creationId xmlns:a16="http://schemas.microsoft.com/office/drawing/2014/main" id="{7B21A8F1-66E2-13CB-4C85-8369A44A4566}"/>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成果创新</a:t>
              </a:r>
            </a:p>
          </p:txBody>
        </p:sp>
        <p:sp>
          <p:nvSpPr>
            <p:cNvPr id="25" name="矩形 24">
              <a:extLst>
                <a:ext uri="{FF2B5EF4-FFF2-40B4-BE49-F238E27FC236}">
                  <a16:creationId xmlns:a16="http://schemas.microsoft.com/office/drawing/2014/main" id="{50C7EE13-3B47-BC61-A7A6-E6BA28DDE0CE}"/>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参考文献</a:t>
              </a:r>
            </a:p>
          </p:txBody>
        </p:sp>
        <p:grpSp>
          <p:nvGrpSpPr>
            <p:cNvPr id="31" name="组合 30">
              <a:extLst>
                <a:ext uri="{FF2B5EF4-FFF2-40B4-BE49-F238E27FC236}">
                  <a16:creationId xmlns:a16="http://schemas.microsoft.com/office/drawing/2014/main" id="{005F698A-16BF-C242-DC64-7A06DC4DC88E}"/>
                </a:ext>
              </a:extLst>
            </p:cNvPr>
            <p:cNvGrpSpPr/>
            <p:nvPr/>
          </p:nvGrpSpPr>
          <p:grpSpPr>
            <a:xfrm>
              <a:off x="0" y="0"/>
              <a:ext cx="1904698" cy="420753"/>
              <a:chOff x="0" y="0"/>
              <a:chExt cx="1904698" cy="420753"/>
            </a:xfrm>
          </p:grpSpPr>
          <p:sp>
            <p:nvSpPr>
              <p:cNvPr id="12" name="矩形 11">
                <a:extLst>
                  <a:ext uri="{FF2B5EF4-FFF2-40B4-BE49-F238E27FC236}">
                    <a16:creationId xmlns:a16="http://schemas.microsoft.com/office/drawing/2014/main" id="{A642B10A-DBAF-02FC-83CF-F9448BAD5C48}"/>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164466"/>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164466"/>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6" name="图形 25">
                <a:extLst>
                  <a:ext uri="{FF2B5EF4-FFF2-40B4-BE49-F238E27FC236}">
                    <a16:creationId xmlns:a16="http://schemas.microsoft.com/office/drawing/2014/main" id="{DD8C8EE7-9C45-6065-AF3F-C13D83E002F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Tree>
    <p:extLst>
      <p:ext uri="{BB962C8B-B14F-4D97-AF65-F5344CB8AC3E}">
        <p14:creationId xmlns:p14="http://schemas.microsoft.com/office/powerpoint/2010/main" val="25882056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BA757-0E6F-5066-3DA8-EA5A68365623}"/>
            </a:ext>
          </a:extLst>
        </p:cNvPr>
        <p:cNvGrpSpPr/>
        <p:nvPr/>
      </p:nvGrpSpPr>
      <p:grpSpPr>
        <a:xfrm>
          <a:off x="0" y="0"/>
          <a:ext cx="0" cy="0"/>
          <a:chOff x="0" y="0"/>
          <a:chExt cx="0" cy="0"/>
        </a:xfrm>
      </p:grpSpPr>
      <p:sp>
        <p:nvSpPr>
          <p:cNvPr id="10" name="AutoShape 5">
            <a:extLst>
              <a:ext uri="{FF2B5EF4-FFF2-40B4-BE49-F238E27FC236}">
                <a16:creationId xmlns:a16="http://schemas.microsoft.com/office/drawing/2014/main" id="{4FAE4993-4FD0-4EF6-30A5-5A115F65B16F}"/>
              </a:ext>
            </a:extLst>
          </p:cNvPr>
          <p:cNvSpPr/>
          <p:nvPr/>
        </p:nvSpPr>
        <p:spPr>
          <a:xfrm>
            <a:off x="524798" y="1110092"/>
            <a:ext cx="7043620"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164466"/>
                </a:solidFill>
                <a:latin typeface="MiSans VF Bold" pitchFamily="2" charset="-122"/>
                <a:ea typeface="MiSans VF Bold" pitchFamily="2" charset="-122"/>
                <a:cs typeface="MiSans VF Bold" pitchFamily="2" charset="-122"/>
                <a:sym typeface="SimHei"/>
              </a:rPr>
              <a:t>章节标题</a:t>
            </a:r>
            <a:endParaRPr lang="en-US" altLang="zh-CN" sz="4000" b="1" dirty="0">
              <a:solidFill>
                <a:srgbClr val="164466"/>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164466"/>
                </a:solidFill>
                <a:latin typeface="MiSans VF Bold" pitchFamily="2" charset="-122"/>
                <a:ea typeface="MiSans VF Bold" pitchFamily="2" charset="-122"/>
                <a:cs typeface="MiSans VF Bold" pitchFamily="2" charset="-122"/>
                <a:sym typeface="SimHei"/>
              </a:rPr>
              <a:t>社会</a:t>
            </a:r>
            <a:r>
              <a:rPr lang="en-US" altLang="zh-CN" sz="4000" b="1" dirty="0">
                <a:solidFill>
                  <a:srgbClr val="164466"/>
                </a:solidFill>
                <a:latin typeface="MiSans VF Bold" pitchFamily="2" charset="-122"/>
                <a:ea typeface="MiSans VF Bold" pitchFamily="2" charset="-122"/>
                <a:cs typeface="MiSans VF Bold" pitchFamily="2" charset="-122"/>
                <a:sym typeface="SimHei"/>
              </a:rPr>
              <a:t>/</a:t>
            </a:r>
            <a:r>
              <a:rPr lang="zh-CN" altLang="en-US" sz="4000" b="1" dirty="0">
                <a:solidFill>
                  <a:srgbClr val="164466"/>
                </a:solidFill>
                <a:latin typeface="MiSans VF Bold" pitchFamily="2" charset="-122"/>
                <a:ea typeface="MiSans VF Bold" pitchFamily="2" charset="-122"/>
                <a:cs typeface="MiSans VF Bold" pitchFamily="2" charset="-122"/>
                <a:sym typeface="SimHei"/>
              </a:rPr>
              <a:t>学术</a:t>
            </a:r>
            <a:r>
              <a:rPr lang="en-US" altLang="zh-CN" sz="4000" b="1" dirty="0">
                <a:solidFill>
                  <a:srgbClr val="164466"/>
                </a:solidFill>
                <a:latin typeface="MiSans VF Bold" pitchFamily="2" charset="-122"/>
                <a:ea typeface="MiSans VF Bold" pitchFamily="2" charset="-122"/>
                <a:cs typeface="MiSans VF Bold" pitchFamily="2" charset="-122"/>
                <a:sym typeface="SimHei"/>
              </a:rPr>
              <a:t>/</a:t>
            </a:r>
            <a:r>
              <a:rPr lang="zh-CN" altLang="en-US" sz="4000" b="1" dirty="0">
                <a:solidFill>
                  <a:srgbClr val="164466"/>
                </a:solidFill>
                <a:latin typeface="MiSans VF Bold" pitchFamily="2" charset="-122"/>
                <a:ea typeface="MiSans VF Bold" pitchFamily="2" charset="-122"/>
                <a:cs typeface="MiSans VF Bold" pitchFamily="2" charset="-122"/>
                <a:sym typeface="SimHei"/>
              </a:rPr>
              <a:t>现实价值</a:t>
            </a:r>
            <a:endParaRPr lang="en-US" altLang="zh-CN" sz="4000" b="1" dirty="0">
              <a:solidFill>
                <a:srgbClr val="164466"/>
              </a:solidFill>
              <a:latin typeface="MiSans VF Bold" pitchFamily="2" charset="-122"/>
              <a:ea typeface="MiSans VF Bold" pitchFamily="2" charset="-122"/>
              <a:cs typeface="MiSans VF Bold" pitchFamily="2" charset="-122"/>
              <a:sym typeface="SimHei"/>
            </a:endParaRPr>
          </a:p>
        </p:txBody>
      </p:sp>
      <p:sp>
        <p:nvSpPr>
          <p:cNvPr id="21" name="文本框 20">
            <a:extLst>
              <a:ext uri="{FF2B5EF4-FFF2-40B4-BE49-F238E27FC236}">
                <a16:creationId xmlns:a16="http://schemas.microsoft.com/office/drawing/2014/main" id="{798E99E1-F04F-FC3B-2066-93AAB78E6663}"/>
              </a:ext>
            </a:extLst>
          </p:cNvPr>
          <p:cNvSpPr txBox="1"/>
          <p:nvPr/>
        </p:nvSpPr>
        <p:spPr>
          <a:xfrm>
            <a:off x="1080409" y="3085793"/>
            <a:ext cx="4372691" cy="1193179"/>
          </a:xfrm>
          <a:prstGeom prst="rect">
            <a:avLst/>
          </a:prstGeom>
          <a:noFill/>
        </p:spPr>
        <p:txBody>
          <a:bodyPr wrap="square" tIns="72000" bIns="180000">
            <a:spAutoFit/>
          </a:bodyPr>
          <a:lstStyle/>
          <a:p>
            <a:pPr>
              <a:lnSpc>
                <a:spcPct val="125000"/>
              </a:lnSpc>
              <a:defRPr/>
            </a:pPr>
            <a:r>
              <a:rPr lang="zh-CN" altLang="en-US" sz="1600" b="1" dirty="0">
                <a:solidFill>
                  <a:srgbClr val="1B2733"/>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1B2733"/>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1B2733">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这里是一段简短的文案，文字不要放太多，精简说明即可，主要靠讲述。这里是一段简短的文案，文字不要放太多，精简说明即可，主要靠讲述。</a:t>
            </a:r>
          </a:p>
        </p:txBody>
      </p:sp>
      <p:sp>
        <p:nvSpPr>
          <p:cNvPr id="11" name="AutoShape 2">
            <a:extLst>
              <a:ext uri="{FF2B5EF4-FFF2-40B4-BE49-F238E27FC236}">
                <a16:creationId xmlns:a16="http://schemas.microsoft.com/office/drawing/2014/main" id="{ECEF0D09-3769-99E3-F21D-C9D0AE276569}"/>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32" name="组合 31">
            <a:extLst>
              <a:ext uri="{FF2B5EF4-FFF2-40B4-BE49-F238E27FC236}">
                <a16:creationId xmlns:a16="http://schemas.microsoft.com/office/drawing/2014/main" id="{984DDFB3-4E06-675B-7C7E-6C513C5C0636}"/>
              </a:ext>
            </a:extLst>
          </p:cNvPr>
          <p:cNvGrpSpPr/>
          <p:nvPr/>
        </p:nvGrpSpPr>
        <p:grpSpPr>
          <a:xfrm>
            <a:off x="0" y="0"/>
            <a:ext cx="12192000" cy="420753"/>
            <a:chOff x="0" y="0"/>
            <a:chExt cx="12192000" cy="420753"/>
          </a:xfrm>
        </p:grpSpPr>
        <p:sp>
          <p:nvSpPr>
            <p:cNvPr id="13" name="矩形 12">
              <a:extLst>
                <a:ext uri="{FF2B5EF4-FFF2-40B4-BE49-F238E27FC236}">
                  <a16:creationId xmlns:a16="http://schemas.microsoft.com/office/drawing/2014/main" id="{684A122A-FC18-90D9-FA70-370EA856126E}"/>
                </a:ext>
              </a:extLst>
            </p:cNvPr>
            <p:cNvSpPr/>
            <p:nvPr/>
          </p:nvSpPr>
          <p:spPr>
            <a:xfrm>
              <a:off x="1927073" y="0"/>
              <a:ext cx="1449238" cy="42075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MiSans VF Demibold" pitchFamily="2" charset="-122"/>
                  <a:ea typeface="MiSans VF Demibold" pitchFamily="2" charset="-122"/>
                  <a:cs typeface="MiSans VF Demibold" pitchFamily="2" charset="-122"/>
                  <a:sym typeface="SimHei"/>
                </a:rPr>
                <a:t>背景意义</a:t>
              </a:r>
              <a:endParaRPr lang="en-US" altLang="zh-CN" dirty="0">
                <a:solidFill>
                  <a:schemeClr val="bg1"/>
                </a:solidFill>
                <a:latin typeface="MiSans VF Demibold" pitchFamily="2" charset="-122"/>
                <a:ea typeface="MiSans VF Demibold" pitchFamily="2" charset="-122"/>
                <a:cs typeface="MiSans VF Demibold" pitchFamily="2" charset="-122"/>
                <a:sym typeface="SimHei"/>
              </a:endParaRPr>
            </a:p>
          </p:txBody>
        </p:sp>
        <p:sp>
          <p:nvSpPr>
            <p:cNvPr id="14" name="矩形 13">
              <a:extLst>
                <a:ext uri="{FF2B5EF4-FFF2-40B4-BE49-F238E27FC236}">
                  <a16:creationId xmlns:a16="http://schemas.microsoft.com/office/drawing/2014/main" id="{D622DF0A-B750-D944-4450-9748FCB53267}"/>
                </a:ext>
              </a:extLst>
            </p:cNvPr>
            <p:cNvSpPr/>
            <p:nvPr/>
          </p:nvSpPr>
          <p:spPr>
            <a:xfrm>
              <a:off x="339728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现状综述</a:t>
              </a:r>
            </a:p>
          </p:txBody>
        </p:sp>
        <p:sp>
          <p:nvSpPr>
            <p:cNvPr id="20" name="矩形 19">
              <a:extLst>
                <a:ext uri="{FF2B5EF4-FFF2-40B4-BE49-F238E27FC236}">
                  <a16:creationId xmlns:a16="http://schemas.microsoft.com/office/drawing/2014/main" id="{86591BFB-6EBD-E012-67FC-97CC250A9758}"/>
                </a:ext>
              </a:extLst>
            </p:cNvPr>
            <p:cNvSpPr/>
            <p:nvPr/>
          </p:nvSpPr>
          <p:spPr>
            <a:xfrm>
              <a:off x="486749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内容目标</a:t>
              </a:r>
            </a:p>
          </p:txBody>
        </p:sp>
        <p:sp>
          <p:nvSpPr>
            <p:cNvPr id="22" name="矩形 21">
              <a:extLst>
                <a:ext uri="{FF2B5EF4-FFF2-40B4-BE49-F238E27FC236}">
                  <a16:creationId xmlns:a16="http://schemas.microsoft.com/office/drawing/2014/main" id="{1155571B-4BA9-705C-410C-890899DA389A}"/>
                </a:ext>
              </a:extLst>
            </p:cNvPr>
            <p:cNvSpPr/>
            <p:nvPr/>
          </p:nvSpPr>
          <p:spPr>
            <a:xfrm>
              <a:off x="6338484"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方法路线</a:t>
              </a:r>
            </a:p>
          </p:txBody>
        </p:sp>
        <p:sp>
          <p:nvSpPr>
            <p:cNvPr id="23" name="矩形 22">
              <a:extLst>
                <a:ext uri="{FF2B5EF4-FFF2-40B4-BE49-F238E27FC236}">
                  <a16:creationId xmlns:a16="http://schemas.microsoft.com/office/drawing/2014/main" id="{D8B449BE-771F-3D3E-C937-ACAFC48E4E8A}"/>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计划安排</a:t>
              </a:r>
            </a:p>
          </p:txBody>
        </p:sp>
        <p:sp>
          <p:nvSpPr>
            <p:cNvPr id="24" name="矩形 23">
              <a:extLst>
                <a:ext uri="{FF2B5EF4-FFF2-40B4-BE49-F238E27FC236}">
                  <a16:creationId xmlns:a16="http://schemas.microsoft.com/office/drawing/2014/main" id="{4BFBCA1F-48EE-8A7C-6C78-39CA53D3A435}"/>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成果创新</a:t>
              </a:r>
            </a:p>
          </p:txBody>
        </p:sp>
        <p:sp>
          <p:nvSpPr>
            <p:cNvPr id="25" name="矩形 24">
              <a:extLst>
                <a:ext uri="{FF2B5EF4-FFF2-40B4-BE49-F238E27FC236}">
                  <a16:creationId xmlns:a16="http://schemas.microsoft.com/office/drawing/2014/main" id="{61C3BF2F-0486-B398-9A0A-0D4D31DDD6CF}"/>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参考文献</a:t>
              </a:r>
            </a:p>
          </p:txBody>
        </p:sp>
        <p:grpSp>
          <p:nvGrpSpPr>
            <p:cNvPr id="31" name="组合 30">
              <a:extLst>
                <a:ext uri="{FF2B5EF4-FFF2-40B4-BE49-F238E27FC236}">
                  <a16:creationId xmlns:a16="http://schemas.microsoft.com/office/drawing/2014/main" id="{D529D64D-5256-F22A-9B1A-7D1873205BC6}"/>
                </a:ext>
              </a:extLst>
            </p:cNvPr>
            <p:cNvGrpSpPr/>
            <p:nvPr/>
          </p:nvGrpSpPr>
          <p:grpSpPr>
            <a:xfrm>
              <a:off x="0" y="0"/>
              <a:ext cx="1904698" cy="420753"/>
              <a:chOff x="0" y="0"/>
              <a:chExt cx="1904698" cy="420753"/>
            </a:xfrm>
          </p:grpSpPr>
          <p:sp>
            <p:nvSpPr>
              <p:cNvPr id="12" name="矩形 11">
                <a:extLst>
                  <a:ext uri="{FF2B5EF4-FFF2-40B4-BE49-F238E27FC236}">
                    <a16:creationId xmlns:a16="http://schemas.microsoft.com/office/drawing/2014/main" id="{B55F4DC7-F16D-E501-B1B4-506B1C5F90EE}"/>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164466"/>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164466"/>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6" name="图形 25">
                <a:extLst>
                  <a:ext uri="{FF2B5EF4-FFF2-40B4-BE49-F238E27FC236}">
                    <a16:creationId xmlns:a16="http://schemas.microsoft.com/office/drawing/2014/main" id="{C2725FD4-DF2F-EE66-D101-2700DB1685C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grpSp>
        <p:nvGrpSpPr>
          <p:cNvPr id="4" name="组合 3">
            <a:extLst>
              <a:ext uri="{FF2B5EF4-FFF2-40B4-BE49-F238E27FC236}">
                <a16:creationId xmlns:a16="http://schemas.microsoft.com/office/drawing/2014/main" id="{17427EC0-E021-87CC-B0B1-69FF739FCE88}"/>
              </a:ext>
            </a:extLst>
          </p:cNvPr>
          <p:cNvGrpSpPr/>
          <p:nvPr/>
        </p:nvGrpSpPr>
        <p:grpSpPr>
          <a:xfrm>
            <a:off x="524798" y="3085794"/>
            <a:ext cx="473274" cy="473274"/>
            <a:chOff x="5682049" y="653139"/>
            <a:chExt cx="827903" cy="827903"/>
          </a:xfrm>
        </p:grpSpPr>
        <p:sp>
          <p:nvSpPr>
            <p:cNvPr id="5" name="椭圆 4">
              <a:extLst>
                <a:ext uri="{FF2B5EF4-FFF2-40B4-BE49-F238E27FC236}">
                  <a16:creationId xmlns:a16="http://schemas.microsoft.com/office/drawing/2014/main" id="{6B5ADBA9-7B0B-8EF9-6507-C5D976DCB50B}"/>
                </a:ext>
              </a:extLst>
            </p:cNvPr>
            <p:cNvSpPr/>
            <p:nvPr/>
          </p:nvSpPr>
          <p:spPr>
            <a:xfrm>
              <a:off x="5682049" y="653139"/>
              <a:ext cx="827903" cy="827903"/>
            </a:xfrm>
            <a:prstGeom prst="ellipse">
              <a:avLst/>
            </a:prstGeom>
            <a:solidFill>
              <a:srgbClr val="164466">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9ED2FF"/>
                </a:solidFill>
              </a:endParaRPr>
            </a:p>
          </p:txBody>
        </p:sp>
        <p:pic>
          <p:nvPicPr>
            <p:cNvPr id="6" name="图形 5">
              <a:extLst>
                <a:ext uri="{FF2B5EF4-FFF2-40B4-BE49-F238E27FC236}">
                  <a16:creationId xmlns:a16="http://schemas.microsoft.com/office/drawing/2014/main" id="{6C53982C-65A3-76E4-6DCA-117BE69709C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826082" y="797172"/>
              <a:ext cx="539835" cy="539835"/>
            </a:xfrm>
            <a:prstGeom prst="rect">
              <a:avLst/>
            </a:prstGeom>
          </p:spPr>
        </p:pic>
      </p:grpSp>
      <p:sp>
        <p:nvSpPr>
          <p:cNvPr id="7" name="文本框 6">
            <a:extLst>
              <a:ext uri="{FF2B5EF4-FFF2-40B4-BE49-F238E27FC236}">
                <a16:creationId xmlns:a16="http://schemas.microsoft.com/office/drawing/2014/main" id="{3F5698C8-2AAD-38AD-E171-D6049C248007}"/>
              </a:ext>
            </a:extLst>
          </p:cNvPr>
          <p:cNvSpPr txBox="1"/>
          <p:nvPr/>
        </p:nvSpPr>
        <p:spPr>
          <a:xfrm>
            <a:off x="1080409" y="4724588"/>
            <a:ext cx="4372691" cy="1193179"/>
          </a:xfrm>
          <a:prstGeom prst="rect">
            <a:avLst/>
          </a:prstGeom>
          <a:noFill/>
        </p:spPr>
        <p:txBody>
          <a:bodyPr wrap="square" tIns="72000" bIns="180000">
            <a:spAutoFit/>
          </a:bodyPr>
          <a:lstStyle/>
          <a:p>
            <a:pPr>
              <a:lnSpc>
                <a:spcPct val="125000"/>
              </a:lnSpc>
              <a:defRPr/>
            </a:pPr>
            <a:r>
              <a:rPr lang="zh-CN" altLang="en-US" sz="1600" b="1" dirty="0">
                <a:solidFill>
                  <a:srgbClr val="1B2733"/>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1B2733"/>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1B2733">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这里是一段简短的文案，文字不要放太多，精简说明即可，主要靠讲述。这里是一段简短的文案，文字不要放太多，精简说明即可，主要靠讲述。</a:t>
            </a:r>
          </a:p>
        </p:txBody>
      </p:sp>
      <p:grpSp>
        <p:nvGrpSpPr>
          <p:cNvPr id="8" name="组合 7">
            <a:extLst>
              <a:ext uri="{FF2B5EF4-FFF2-40B4-BE49-F238E27FC236}">
                <a16:creationId xmlns:a16="http://schemas.microsoft.com/office/drawing/2014/main" id="{9CB5515E-FE36-ADCB-12A3-2F048188B574}"/>
              </a:ext>
            </a:extLst>
          </p:cNvPr>
          <p:cNvGrpSpPr/>
          <p:nvPr/>
        </p:nvGrpSpPr>
        <p:grpSpPr>
          <a:xfrm>
            <a:off x="524798" y="4724589"/>
            <a:ext cx="473274" cy="473274"/>
            <a:chOff x="5682049" y="653139"/>
            <a:chExt cx="827903" cy="827903"/>
          </a:xfrm>
        </p:grpSpPr>
        <p:sp>
          <p:nvSpPr>
            <p:cNvPr id="9" name="椭圆 8">
              <a:extLst>
                <a:ext uri="{FF2B5EF4-FFF2-40B4-BE49-F238E27FC236}">
                  <a16:creationId xmlns:a16="http://schemas.microsoft.com/office/drawing/2014/main" id="{D090CAEE-6FB5-548F-40AD-A75B8D839427}"/>
                </a:ext>
              </a:extLst>
            </p:cNvPr>
            <p:cNvSpPr/>
            <p:nvPr/>
          </p:nvSpPr>
          <p:spPr>
            <a:xfrm>
              <a:off x="5682049" y="653139"/>
              <a:ext cx="827903" cy="827903"/>
            </a:xfrm>
            <a:prstGeom prst="ellipse">
              <a:avLst/>
            </a:prstGeom>
            <a:solidFill>
              <a:srgbClr val="164466">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9ED2FF"/>
                </a:solidFill>
              </a:endParaRPr>
            </a:p>
          </p:txBody>
        </p:sp>
        <p:pic>
          <p:nvPicPr>
            <p:cNvPr id="15" name="图形 14">
              <a:extLst>
                <a:ext uri="{FF2B5EF4-FFF2-40B4-BE49-F238E27FC236}">
                  <a16:creationId xmlns:a16="http://schemas.microsoft.com/office/drawing/2014/main" id="{973FE059-5B4C-7451-5B83-C3555D478EE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826082" y="797172"/>
              <a:ext cx="539835" cy="539835"/>
            </a:xfrm>
            <a:prstGeom prst="rect">
              <a:avLst/>
            </a:prstGeom>
          </p:spPr>
        </p:pic>
      </p:grpSp>
      <p:sp>
        <p:nvSpPr>
          <p:cNvPr id="16" name="文本框 15">
            <a:extLst>
              <a:ext uri="{FF2B5EF4-FFF2-40B4-BE49-F238E27FC236}">
                <a16:creationId xmlns:a16="http://schemas.microsoft.com/office/drawing/2014/main" id="{19FA89E0-A47F-69BE-1795-6A7177246F14}"/>
              </a:ext>
            </a:extLst>
          </p:cNvPr>
          <p:cNvSpPr txBox="1"/>
          <p:nvPr/>
        </p:nvSpPr>
        <p:spPr>
          <a:xfrm>
            <a:off x="6893381" y="3085793"/>
            <a:ext cx="4372691" cy="1193179"/>
          </a:xfrm>
          <a:prstGeom prst="rect">
            <a:avLst/>
          </a:prstGeom>
          <a:noFill/>
        </p:spPr>
        <p:txBody>
          <a:bodyPr wrap="square" tIns="72000" bIns="180000">
            <a:spAutoFit/>
          </a:bodyPr>
          <a:lstStyle/>
          <a:p>
            <a:pPr>
              <a:lnSpc>
                <a:spcPct val="125000"/>
              </a:lnSpc>
              <a:defRPr/>
            </a:pPr>
            <a:r>
              <a:rPr lang="zh-CN" altLang="en-US" sz="1600" b="1" dirty="0">
                <a:solidFill>
                  <a:srgbClr val="1B2733"/>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1B2733"/>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1B2733">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这里是一段简短的文案，文字不要放太多，精简说明即可，主要靠讲述。这里是一段简短的文案，文字不要放太多，精简说明即可，主要靠讲述。</a:t>
            </a:r>
          </a:p>
        </p:txBody>
      </p:sp>
      <p:grpSp>
        <p:nvGrpSpPr>
          <p:cNvPr id="17" name="组合 16">
            <a:extLst>
              <a:ext uri="{FF2B5EF4-FFF2-40B4-BE49-F238E27FC236}">
                <a16:creationId xmlns:a16="http://schemas.microsoft.com/office/drawing/2014/main" id="{1BC032F6-DA05-D929-F3C7-89251D291A29}"/>
              </a:ext>
            </a:extLst>
          </p:cNvPr>
          <p:cNvGrpSpPr/>
          <p:nvPr/>
        </p:nvGrpSpPr>
        <p:grpSpPr>
          <a:xfrm>
            <a:off x="6337770" y="3085794"/>
            <a:ext cx="473274" cy="473274"/>
            <a:chOff x="5682049" y="653139"/>
            <a:chExt cx="827903" cy="827903"/>
          </a:xfrm>
        </p:grpSpPr>
        <p:sp>
          <p:nvSpPr>
            <p:cNvPr id="18" name="椭圆 17">
              <a:extLst>
                <a:ext uri="{FF2B5EF4-FFF2-40B4-BE49-F238E27FC236}">
                  <a16:creationId xmlns:a16="http://schemas.microsoft.com/office/drawing/2014/main" id="{D3B9102D-1D80-B04E-3E23-DA79471248D7}"/>
                </a:ext>
              </a:extLst>
            </p:cNvPr>
            <p:cNvSpPr/>
            <p:nvPr/>
          </p:nvSpPr>
          <p:spPr>
            <a:xfrm>
              <a:off x="5682049" y="653139"/>
              <a:ext cx="827903" cy="827903"/>
            </a:xfrm>
            <a:prstGeom prst="ellipse">
              <a:avLst/>
            </a:prstGeom>
            <a:solidFill>
              <a:srgbClr val="164466">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9ED2FF"/>
                </a:solidFill>
              </a:endParaRPr>
            </a:p>
          </p:txBody>
        </p:sp>
        <p:pic>
          <p:nvPicPr>
            <p:cNvPr id="19" name="图形 18">
              <a:extLst>
                <a:ext uri="{FF2B5EF4-FFF2-40B4-BE49-F238E27FC236}">
                  <a16:creationId xmlns:a16="http://schemas.microsoft.com/office/drawing/2014/main" id="{F5105610-8B88-D044-A07A-C464C25BA17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826082" y="797172"/>
              <a:ext cx="539835" cy="539835"/>
            </a:xfrm>
            <a:prstGeom prst="rect">
              <a:avLst/>
            </a:prstGeom>
          </p:spPr>
        </p:pic>
      </p:grpSp>
      <p:sp>
        <p:nvSpPr>
          <p:cNvPr id="29" name="文本框 28">
            <a:extLst>
              <a:ext uri="{FF2B5EF4-FFF2-40B4-BE49-F238E27FC236}">
                <a16:creationId xmlns:a16="http://schemas.microsoft.com/office/drawing/2014/main" id="{C12C9808-3F14-9137-3A31-C951816036AF}"/>
              </a:ext>
            </a:extLst>
          </p:cNvPr>
          <p:cNvSpPr txBox="1"/>
          <p:nvPr/>
        </p:nvSpPr>
        <p:spPr>
          <a:xfrm>
            <a:off x="6893381" y="4724588"/>
            <a:ext cx="4372691" cy="1193179"/>
          </a:xfrm>
          <a:prstGeom prst="rect">
            <a:avLst/>
          </a:prstGeom>
          <a:noFill/>
        </p:spPr>
        <p:txBody>
          <a:bodyPr wrap="square" tIns="72000" bIns="180000">
            <a:spAutoFit/>
          </a:bodyPr>
          <a:lstStyle/>
          <a:p>
            <a:pPr>
              <a:lnSpc>
                <a:spcPct val="125000"/>
              </a:lnSpc>
              <a:defRPr/>
            </a:pPr>
            <a:r>
              <a:rPr lang="zh-CN" altLang="en-US" sz="1600" b="1" dirty="0">
                <a:solidFill>
                  <a:srgbClr val="1B2733"/>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1B2733"/>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1B2733">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这里是一段简短的文案，文字不要放太多，精简说明即可，主要靠讲述。这里是一段简短的文案，文字不要放太多，精简说明即可，主要靠讲述。</a:t>
            </a:r>
          </a:p>
        </p:txBody>
      </p:sp>
      <p:grpSp>
        <p:nvGrpSpPr>
          <p:cNvPr id="33" name="组合 32">
            <a:extLst>
              <a:ext uri="{FF2B5EF4-FFF2-40B4-BE49-F238E27FC236}">
                <a16:creationId xmlns:a16="http://schemas.microsoft.com/office/drawing/2014/main" id="{B435530B-6195-DBC6-241C-C0FD482AADA3}"/>
              </a:ext>
            </a:extLst>
          </p:cNvPr>
          <p:cNvGrpSpPr/>
          <p:nvPr/>
        </p:nvGrpSpPr>
        <p:grpSpPr>
          <a:xfrm>
            <a:off x="6337770" y="4724589"/>
            <a:ext cx="473274" cy="473274"/>
            <a:chOff x="5682049" y="653139"/>
            <a:chExt cx="827903" cy="827903"/>
          </a:xfrm>
        </p:grpSpPr>
        <p:sp>
          <p:nvSpPr>
            <p:cNvPr id="34" name="椭圆 33">
              <a:extLst>
                <a:ext uri="{FF2B5EF4-FFF2-40B4-BE49-F238E27FC236}">
                  <a16:creationId xmlns:a16="http://schemas.microsoft.com/office/drawing/2014/main" id="{09ADE681-25D9-5857-656C-63C1169384FD}"/>
                </a:ext>
              </a:extLst>
            </p:cNvPr>
            <p:cNvSpPr/>
            <p:nvPr/>
          </p:nvSpPr>
          <p:spPr>
            <a:xfrm>
              <a:off x="5682049" y="653139"/>
              <a:ext cx="827903" cy="827903"/>
            </a:xfrm>
            <a:prstGeom prst="ellipse">
              <a:avLst/>
            </a:prstGeom>
            <a:solidFill>
              <a:srgbClr val="164466">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9ED2FF"/>
                </a:solidFill>
              </a:endParaRPr>
            </a:p>
          </p:txBody>
        </p:sp>
        <p:pic>
          <p:nvPicPr>
            <p:cNvPr id="35" name="图形 34">
              <a:extLst>
                <a:ext uri="{FF2B5EF4-FFF2-40B4-BE49-F238E27FC236}">
                  <a16:creationId xmlns:a16="http://schemas.microsoft.com/office/drawing/2014/main" id="{D3EFDC7B-0AE1-B57C-3620-1902587E6C6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826082" y="797172"/>
              <a:ext cx="539835" cy="539835"/>
            </a:xfrm>
            <a:prstGeom prst="rect">
              <a:avLst/>
            </a:prstGeom>
          </p:spPr>
        </p:pic>
      </p:grpSp>
    </p:spTree>
    <p:extLst>
      <p:ext uri="{BB962C8B-B14F-4D97-AF65-F5344CB8AC3E}">
        <p14:creationId xmlns:p14="http://schemas.microsoft.com/office/powerpoint/2010/main" val="13666066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5A767-BCBF-E47E-EF43-A07BE2171561}"/>
            </a:ext>
          </a:extLst>
        </p:cNvPr>
        <p:cNvGrpSpPr/>
        <p:nvPr/>
      </p:nvGrpSpPr>
      <p:grpSpPr>
        <a:xfrm>
          <a:off x="0" y="0"/>
          <a:ext cx="0" cy="0"/>
          <a:chOff x="0" y="0"/>
          <a:chExt cx="0" cy="0"/>
        </a:xfrm>
      </p:grpSpPr>
      <p:grpSp>
        <p:nvGrpSpPr>
          <p:cNvPr id="49" name="组合 48">
            <a:extLst>
              <a:ext uri="{FF2B5EF4-FFF2-40B4-BE49-F238E27FC236}">
                <a16:creationId xmlns:a16="http://schemas.microsoft.com/office/drawing/2014/main" id="{EA1E9ADF-3B2A-F6BA-7618-53C9ECA02FA3}"/>
              </a:ext>
            </a:extLst>
          </p:cNvPr>
          <p:cNvGrpSpPr/>
          <p:nvPr/>
        </p:nvGrpSpPr>
        <p:grpSpPr>
          <a:xfrm>
            <a:off x="1228724" y="2669139"/>
            <a:ext cx="9385024" cy="3394841"/>
            <a:chOff x="1228724" y="2669139"/>
            <a:chExt cx="9385024" cy="3394841"/>
          </a:xfrm>
        </p:grpSpPr>
        <p:sp>
          <p:nvSpPr>
            <p:cNvPr id="2" name="椭圆 1">
              <a:extLst>
                <a:ext uri="{FF2B5EF4-FFF2-40B4-BE49-F238E27FC236}">
                  <a16:creationId xmlns:a16="http://schemas.microsoft.com/office/drawing/2014/main" id="{E75632D8-9A80-CC9C-C8B4-75CBAC4A1098}"/>
                </a:ext>
              </a:extLst>
            </p:cNvPr>
            <p:cNvSpPr/>
            <p:nvPr/>
          </p:nvSpPr>
          <p:spPr>
            <a:xfrm>
              <a:off x="4207143" y="2669139"/>
              <a:ext cx="3394841" cy="3394841"/>
            </a:xfrm>
            <a:prstGeom prst="ellipse">
              <a:avLst/>
            </a:prstGeom>
            <a:solidFill>
              <a:srgbClr val="3A8ED6">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3A8ED6"/>
                </a:solidFill>
              </a:endParaRPr>
            </a:p>
          </p:txBody>
        </p:sp>
        <p:sp>
          <p:nvSpPr>
            <p:cNvPr id="3" name="椭圆 2">
              <a:extLst>
                <a:ext uri="{FF2B5EF4-FFF2-40B4-BE49-F238E27FC236}">
                  <a16:creationId xmlns:a16="http://schemas.microsoft.com/office/drawing/2014/main" id="{613699BE-FD15-42B7-2254-4CB430545424}"/>
                </a:ext>
              </a:extLst>
            </p:cNvPr>
            <p:cNvSpPr/>
            <p:nvPr/>
          </p:nvSpPr>
          <p:spPr>
            <a:xfrm>
              <a:off x="4537441" y="2999437"/>
              <a:ext cx="2734245" cy="2734245"/>
            </a:xfrm>
            <a:prstGeom prst="ellipse">
              <a:avLst/>
            </a:prstGeom>
            <a:solidFill>
              <a:srgbClr val="3A8ED6">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3A8ED6"/>
                </a:solidFill>
              </a:endParaRPr>
            </a:p>
          </p:txBody>
        </p:sp>
        <p:sp>
          <p:nvSpPr>
            <p:cNvPr id="45" name="同侧圆角矩形 44">
              <a:extLst>
                <a:ext uri="{FF2B5EF4-FFF2-40B4-BE49-F238E27FC236}">
                  <a16:creationId xmlns:a16="http://schemas.microsoft.com/office/drawing/2014/main" id="{F2161E22-8445-C3F9-D5D4-2E7742465A23}"/>
                </a:ext>
              </a:extLst>
            </p:cNvPr>
            <p:cNvSpPr/>
            <p:nvPr/>
          </p:nvSpPr>
          <p:spPr>
            <a:xfrm rot="5400000">
              <a:off x="1548237" y="2452263"/>
              <a:ext cx="3114674" cy="3753699"/>
            </a:xfrm>
            <a:prstGeom prst="round2SameRect">
              <a:avLst>
                <a:gd name="adj1" fmla="val 50000"/>
                <a:gd name="adj2" fmla="val 0"/>
              </a:avLst>
            </a:prstGeom>
            <a:noFill/>
            <a:ln w="38100">
              <a:gradFill>
                <a:gsLst>
                  <a:gs pos="64000">
                    <a:srgbClr val="3A8ED6">
                      <a:alpha val="0"/>
                    </a:srgbClr>
                  </a:gs>
                  <a:gs pos="100000">
                    <a:srgbClr val="3A8ED6">
                      <a:alpha val="20000"/>
                    </a:srgbClr>
                  </a:gs>
                </a:gsLst>
                <a:lin ang="162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6" name="同侧圆角矩形 45">
              <a:extLst>
                <a:ext uri="{FF2B5EF4-FFF2-40B4-BE49-F238E27FC236}">
                  <a16:creationId xmlns:a16="http://schemas.microsoft.com/office/drawing/2014/main" id="{42702D4E-0111-E58E-E469-DBFE7B81778D}"/>
                </a:ext>
              </a:extLst>
            </p:cNvPr>
            <p:cNvSpPr/>
            <p:nvPr/>
          </p:nvSpPr>
          <p:spPr>
            <a:xfrm rot="16200000">
              <a:off x="7179562" y="2452264"/>
              <a:ext cx="3114674" cy="3753699"/>
            </a:xfrm>
            <a:prstGeom prst="round2SameRect">
              <a:avLst>
                <a:gd name="adj1" fmla="val 50000"/>
                <a:gd name="adj2" fmla="val 0"/>
              </a:avLst>
            </a:prstGeom>
            <a:noFill/>
            <a:ln w="38100">
              <a:gradFill>
                <a:gsLst>
                  <a:gs pos="64000">
                    <a:srgbClr val="3A8ED6">
                      <a:alpha val="0"/>
                    </a:srgbClr>
                  </a:gs>
                  <a:gs pos="100000">
                    <a:srgbClr val="3A8ED6">
                      <a:alpha val="20000"/>
                    </a:srgbClr>
                  </a:gs>
                </a:gsLst>
                <a:lin ang="162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10" name="AutoShape 5">
            <a:extLst>
              <a:ext uri="{FF2B5EF4-FFF2-40B4-BE49-F238E27FC236}">
                <a16:creationId xmlns:a16="http://schemas.microsoft.com/office/drawing/2014/main" id="{2B52DD61-63BF-24B4-CCAD-144B1285D66E}"/>
              </a:ext>
            </a:extLst>
          </p:cNvPr>
          <p:cNvSpPr/>
          <p:nvPr/>
        </p:nvSpPr>
        <p:spPr>
          <a:xfrm>
            <a:off x="524798" y="1110092"/>
            <a:ext cx="7043620"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164466"/>
                </a:solidFill>
                <a:latin typeface="MiSans VF Bold" pitchFamily="2" charset="-122"/>
                <a:ea typeface="MiSans VF Bold" pitchFamily="2" charset="-122"/>
                <a:cs typeface="MiSans VF Bold" pitchFamily="2" charset="-122"/>
                <a:sym typeface="SimHei"/>
              </a:rPr>
              <a:t>章节标题</a:t>
            </a:r>
            <a:endParaRPr lang="en-US" altLang="zh-CN" sz="4000" b="1" dirty="0">
              <a:solidFill>
                <a:srgbClr val="164466"/>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164466"/>
                </a:solidFill>
                <a:latin typeface="MiSans VF Bold" pitchFamily="2" charset="-122"/>
                <a:ea typeface="MiSans VF Bold" pitchFamily="2" charset="-122"/>
                <a:cs typeface="MiSans VF Bold" pitchFamily="2" charset="-122"/>
                <a:sym typeface="SimHei"/>
              </a:rPr>
              <a:t>研究的必要性和可行性</a:t>
            </a:r>
            <a:endParaRPr lang="en-US" altLang="zh-CN" sz="4000" b="1" dirty="0">
              <a:solidFill>
                <a:srgbClr val="164466"/>
              </a:solidFill>
              <a:latin typeface="MiSans VF Bold" pitchFamily="2" charset="-122"/>
              <a:ea typeface="MiSans VF Bold" pitchFamily="2" charset="-122"/>
              <a:cs typeface="MiSans VF Bold" pitchFamily="2" charset="-122"/>
              <a:sym typeface="SimHei"/>
            </a:endParaRPr>
          </a:p>
        </p:txBody>
      </p:sp>
      <p:sp>
        <p:nvSpPr>
          <p:cNvPr id="11" name="AutoShape 2">
            <a:extLst>
              <a:ext uri="{FF2B5EF4-FFF2-40B4-BE49-F238E27FC236}">
                <a16:creationId xmlns:a16="http://schemas.microsoft.com/office/drawing/2014/main" id="{612D3B3A-5E4C-F266-7E60-CA1122EFEB1D}"/>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32" name="组合 31">
            <a:extLst>
              <a:ext uri="{FF2B5EF4-FFF2-40B4-BE49-F238E27FC236}">
                <a16:creationId xmlns:a16="http://schemas.microsoft.com/office/drawing/2014/main" id="{EB564C24-5564-7CF9-AC9A-F52B8880A0A4}"/>
              </a:ext>
            </a:extLst>
          </p:cNvPr>
          <p:cNvGrpSpPr/>
          <p:nvPr/>
        </p:nvGrpSpPr>
        <p:grpSpPr>
          <a:xfrm>
            <a:off x="0" y="0"/>
            <a:ext cx="12192000" cy="420753"/>
            <a:chOff x="0" y="0"/>
            <a:chExt cx="12192000" cy="420753"/>
          </a:xfrm>
        </p:grpSpPr>
        <p:sp>
          <p:nvSpPr>
            <p:cNvPr id="13" name="矩形 12">
              <a:extLst>
                <a:ext uri="{FF2B5EF4-FFF2-40B4-BE49-F238E27FC236}">
                  <a16:creationId xmlns:a16="http://schemas.microsoft.com/office/drawing/2014/main" id="{25252DF5-A285-EC05-8B5F-2DFF818AD3EE}"/>
                </a:ext>
              </a:extLst>
            </p:cNvPr>
            <p:cNvSpPr/>
            <p:nvPr/>
          </p:nvSpPr>
          <p:spPr>
            <a:xfrm>
              <a:off x="1927073" y="0"/>
              <a:ext cx="1449238" cy="42075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MiSans VF Demibold" pitchFamily="2" charset="-122"/>
                  <a:ea typeface="MiSans VF Demibold" pitchFamily="2" charset="-122"/>
                  <a:cs typeface="MiSans VF Demibold" pitchFamily="2" charset="-122"/>
                  <a:sym typeface="SimHei"/>
                </a:rPr>
                <a:t>背景意义</a:t>
              </a:r>
              <a:endParaRPr lang="en-US" altLang="zh-CN" dirty="0">
                <a:solidFill>
                  <a:schemeClr val="bg1"/>
                </a:solidFill>
                <a:latin typeface="MiSans VF Demibold" pitchFamily="2" charset="-122"/>
                <a:ea typeface="MiSans VF Demibold" pitchFamily="2" charset="-122"/>
                <a:cs typeface="MiSans VF Demibold" pitchFamily="2" charset="-122"/>
                <a:sym typeface="SimHei"/>
              </a:endParaRPr>
            </a:p>
          </p:txBody>
        </p:sp>
        <p:sp>
          <p:nvSpPr>
            <p:cNvPr id="14" name="矩形 13">
              <a:extLst>
                <a:ext uri="{FF2B5EF4-FFF2-40B4-BE49-F238E27FC236}">
                  <a16:creationId xmlns:a16="http://schemas.microsoft.com/office/drawing/2014/main" id="{BC94D99A-73FA-3D90-1930-0887B1D61D42}"/>
                </a:ext>
              </a:extLst>
            </p:cNvPr>
            <p:cNvSpPr/>
            <p:nvPr/>
          </p:nvSpPr>
          <p:spPr>
            <a:xfrm>
              <a:off x="339728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现状综述</a:t>
              </a:r>
            </a:p>
          </p:txBody>
        </p:sp>
        <p:sp>
          <p:nvSpPr>
            <p:cNvPr id="20" name="矩形 19">
              <a:extLst>
                <a:ext uri="{FF2B5EF4-FFF2-40B4-BE49-F238E27FC236}">
                  <a16:creationId xmlns:a16="http://schemas.microsoft.com/office/drawing/2014/main" id="{472C221D-13DB-CEAB-91A5-4170F94D591D}"/>
                </a:ext>
              </a:extLst>
            </p:cNvPr>
            <p:cNvSpPr/>
            <p:nvPr/>
          </p:nvSpPr>
          <p:spPr>
            <a:xfrm>
              <a:off x="486749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内容目标</a:t>
              </a:r>
            </a:p>
          </p:txBody>
        </p:sp>
        <p:sp>
          <p:nvSpPr>
            <p:cNvPr id="22" name="矩形 21">
              <a:extLst>
                <a:ext uri="{FF2B5EF4-FFF2-40B4-BE49-F238E27FC236}">
                  <a16:creationId xmlns:a16="http://schemas.microsoft.com/office/drawing/2014/main" id="{F869610A-B3C6-C1AC-4E29-0F97A4E66705}"/>
                </a:ext>
              </a:extLst>
            </p:cNvPr>
            <p:cNvSpPr/>
            <p:nvPr/>
          </p:nvSpPr>
          <p:spPr>
            <a:xfrm>
              <a:off x="6338484"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方法路线</a:t>
              </a:r>
            </a:p>
          </p:txBody>
        </p:sp>
        <p:sp>
          <p:nvSpPr>
            <p:cNvPr id="23" name="矩形 22">
              <a:extLst>
                <a:ext uri="{FF2B5EF4-FFF2-40B4-BE49-F238E27FC236}">
                  <a16:creationId xmlns:a16="http://schemas.microsoft.com/office/drawing/2014/main" id="{625CF117-3F2C-5246-1843-0D9B572D20C4}"/>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计划安排</a:t>
              </a:r>
            </a:p>
          </p:txBody>
        </p:sp>
        <p:sp>
          <p:nvSpPr>
            <p:cNvPr id="24" name="矩形 23">
              <a:extLst>
                <a:ext uri="{FF2B5EF4-FFF2-40B4-BE49-F238E27FC236}">
                  <a16:creationId xmlns:a16="http://schemas.microsoft.com/office/drawing/2014/main" id="{E4BEA959-05B2-B779-70E4-9DE9A4D8910C}"/>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成果创新</a:t>
              </a:r>
            </a:p>
          </p:txBody>
        </p:sp>
        <p:sp>
          <p:nvSpPr>
            <p:cNvPr id="25" name="矩形 24">
              <a:extLst>
                <a:ext uri="{FF2B5EF4-FFF2-40B4-BE49-F238E27FC236}">
                  <a16:creationId xmlns:a16="http://schemas.microsoft.com/office/drawing/2014/main" id="{FED9DEA0-5DBC-E885-1AA2-0DDB91147C64}"/>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参考文献</a:t>
              </a:r>
            </a:p>
          </p:txBody>
        </p:sp>
        <p:grpSp>
          <p:nvGrpSpPr>
            <p:cNvPr id="31" name="组合 30">
              <a:extLst>
                <a:ext uri="{FF2B5EF4-FFF2-40B4-BE49-F238E27FC236}">
                  <a16:creationId xmlns:a16="http://schemas.microsoft.com/office/drawing/2014/main" id="{94485C8F-B96A-6F90-3AC2-8813B9B1D842}"/>
                </a:ext>
              </a:extLst>
            </p:cNvPr>
            <p:cNvGrpSpPr/>
            <p:nvPr/>
          </p:nvGrpSpPr>
          <p:grpSpPr>
            <a:xfrm>
              <a:off x="0" y="0"/>
              <a:ext cx="1904698" cy="420753"/>
              <a:chOff x="0" y="0"/>
              <a:chExt cx="1904698" cy="420753"/>
            </a:xfrm>
          </p:grpSpPr>
          <p:sp>
            <p:nvSpPr>
              <p:cNvPr id="12" name="矩形 11">
                <a:extLst>
                  <a:ext uri="{FF2B5EF4-FFF2-40B4-BE49-F238E27FC236}">
                    <a16:creationId xmlns:a16="http://schemas.microsoft.com/office/drawing/2014/main" id="{E27D1E52-29E5-068F-37D5-5131A76421F8}"/>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164466"/>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164466"/>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6" name="图形 25">
                <a:extLst>
                  <a:ext uri="{FF2B5EF4-FFF2-40B4-BE49-F238E27FC236}">
                    <a16:creationId xmlns:a16="http://schemas.microsoft.com/office/drawing/2014/main" id="{25E20435-C108-99B1-60BE-59A2CAB2CB1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grpSp>
        <p:nvGrpSpPr>
          <p:cNvPr id="30" name="组合 29">
            <a:extLst>
              <a:ext uri="{FF2B5EF4-FFF2-40B4-BE49-F238E27FC236}">
                <a16:creationId xmlns:a16="http://schemas.microsoft.com/office/drawing/2014/main" id="{854DEDE3-A56A-3803-2960-7CBC00CB01E7}"/>
              </a:ext>
            </a:extLst>
          </p:cNvPr>
          <p:cNvGrpSpPr/>
          <p:nvPr/>
        </p:nvGrpSpPr>
        <p:grpSpPr>
          <a:xfrm>
            <a:off x="613184" y="3085793"/>
            <a:ext cx="3182721" cy="1008514"/>
            <a:chOff x="952349" y="3085793"/>
            <a:chExt cx="3182721" cy="1008514"/>
          </a:xfrm>
        </p:grpSpPr>
        <p:sp>
          <p:nvSpPr>
            <p:cNvPr id="21" name="文本框 20">
              <a:extLst>
                <a:ext uri="{FF2B5EF4-FFF2-40B4-BE49-F238E27FC236}">
                  <a16:creationId xmlns:a16="http://schemas.microsoft.com/office/drawing/2014/main" id="{E6C877ED-2461-E280-CCBC-EA443A0C0370}"/>
                </a:ext>
              </a:extLst>
            </p:cNvPr>
            <p:cNvSpPr txBox="1"/>
            <p:nvPr/>
          </p:nvSpPr>
          <p:spPr>
            <a:xfrm>
              <a:off x="1080410" y="3085793"/>
              <a:ext cx="3054660" cy="1008514"/>
            </a:xfrm>
            <a:prstGeom prst="rect">
              <a:avLst/>
            </a:prstGeom>
            <a:noFill/>
          </p:spPr>
          <p:txBody>
            <a:bodyPr wrap="square" tIns="72000" bIns="180000">
              <a:spAutoFit/>
            </a:bodyPr>
            <a:lstStyle/>
            <a:p>
              <a:pPr>
                <a:lnSpc>
                  <a:spcPct val="125000"/>
                </a:lnSpc>
                <a:defRPr/>
              </a:pPr>
              <a:r>
                <a:rPr lang="zh-CN" altLang="en-US" sz="1600" b="1" dirty="0">
                  <a:solidFill>
                    <a:srgbClr val="1B2733"/>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1B2733"/>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1B2733">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a:t>
              </a:r>
            </a:p>
          </p:txBody>
        </p:sp>
        <p:sp>
          <p:nvSpPr>
            <p:cNvPr id="27" name="矩形 26">
              <a:extLst>
                <a:ext uri="{FF2B5EF4-FFF2-40B4-BE49-F238E27FC236}">
                  <a16:creationId xmlns:a16="http://schemas.microsoft.com/office/drawing/2014/main" id="{FE869A75-764F-56A0-D551-8AB39AF616E7}"/>
                </a:ext>
              </a:extLst>
            </p:cNvPr>
            <p:cNvSpPr/>
            <p:nvPr/>
          </p:nvSpPr>
          <p:spPr>
            <a:xfrm>
              <a:off x="952349" y="3150064"/>
              <a:ext cx="45719" cy="79252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36" name="组合 35">
            <a:extLst>
              <a:ext uri="{FF2B5EF4-FFF2-40B4-BE49-F238E27FC236}">
                <a16:creationId xmlns:a16="http://schemas.microsoft.com/office/drawing/2014/main" id="{F5D4E035-248D-26EF-8EFF-54923A57EBA3}"/>
              </a:ext>
            </a:extLst>
          </p:cNvPr>
          <p:cNvGrpSpPr/>
          <p:nvPr/>
        </p:nvGrpSpPr>
        <p:grpSpPr>
          <a:xfrm>
            <a:off x="613184" y="4585981"/>
            <a:ext cx="3182721" cy="1008514"/>
            <a:chOff x="952349" y="3085793"/>
            <a:chExt cx="3182721" cy="1008514"/>
          </a:xfrm>
        </p:grpSpPr>
        <p:sp>
          <p:nvSpPr>
            <p:cNvPr id="37" name="文本框 36">
              <a:extLst>
                <a:ext uri="{FF2B5EF4-FFF2-40B4-BE49-F238E27FC236}">
                  <a16:creationId xmlns:a16="http://schemas.microsoft.com/office/drawing/2014/main" id="{D0CCBC1F-8BF7-C28F-7577-37AA7AD2265E}"/>
                </a:ext>
              </a:extLst>
            </p:cNvPr>
            <p:cNvSpPr txBox="1"/>
            <p:nvPr/>
          </p:nvSpPr>
          <p:spPr>
            <a:xfrm>
              <a:off x="1080410" y="3085793"/>
              <a:ext cx="3054660" cy="1008514"/>
            </a:xfrm>
            <a:prstGeom prst="rect">
              <a:avLst/>
            </a:prstGeom>
            <a:noFill/>
          </p:spPr>
          <p:txBody>
            <a:bodyPr wrap="square" tIns="72000" bIns="180000">
              <a:spAutoFit/>
            </a:bodyPr>
            <a:lstStyle/>
            <a:p>
              <a:pPr>
                <a:lnSpc>
                  <a:spcPct val="125000"/>
                </a:lnSpc>
                <a:defRPr/>
              </a:pPr>
              <a:r>
                <a:rPr lang="zh-CN" altLang="en-US" sz="1600" b="1" dirty="0">
                  <a:solidFill>
                    <a:srgbClr val="1B2733"/>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1B2733"/>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1B2733">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a:t>
              </a:r>
            </a:p>
          </p:txBody>
        </p:sp>
        <p:sp>
          <p:nvSpPr>
            <p:cNvPr id="38" name="矩形 37">
              <a:extLst>
                <a:ext uri="{FF2B5EF4-FFF2-40B4-BE49-F238E27FC236}">
                  <a16:creationId xmlns:a16="http://schemas.microsoft.com/office/drawing/2014/main" id="{50396991-64F4-8DF5-1F36-40C4095A2E6C}"/>
                </a:ext>
              </a:extLst>
            </p:cNvPr>
            <p:cNvSpPr/>
            <p:nvPr/>
          </p:nvSpPr>
          <p:spPr>
            <a:xfrm>
              <a:off x="952349" y="3150064"/>
              <a:ext cx="45719" cy="79252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39" name="组合 38">
            <a:extLst>
              <a:ext uri="{FF2B5EF4-FFF2-40B4-BE49-F238E27FC236}">
                <a16:creationId xmlns:a16="http://schemas.microsoft.com/office/drawing/2014/main" id="{D268B0F2-4024-D47D-D035-CC5EAA8CEEB6}"/>
              </a:ext>
            </a:extLst>
          </p:cNvPr>
          <p:cNvGrpSpPr/>
          <p:nvPr/>
        </p:nvGrpSpPr>
        <p:grpSpPr>
          <a:xfrm>
            <a:off x="8528459" y="3085793"/>
            <a:ext cx="3182721" cy="1008514"/>
            <a:chOff x="952349" y="3085793"/>
            <a:chExt cx="3182721" cy="1008514"/>
          </a:xfrm>
        </p:grpSpPr>
        <p:sp>
          <p:nvSpPr>
            <p:cNvPr id="40" name="文本框 39">
              <a:extLst>
                <a:ext uri="{FF2B5EF4-FFF2-40B4-BE49-F238E27FC236}">
                  <a16:creationId xmlns:a16="http://schemas.microsoft.com/office/drawing/2014/main" id="{88774C15-8A46-AF21-D8AA-003715BCB314}"/>
                </a:ext>
              </a:extLst>
            </p:cNvPr>
            <p:cNvSpPr txBox="1"/>
            <p:nvPr/>
          </p:nvSpPr>
          <p:spPr>
            <a:xfrm>
              <a:off x="1080410" y="3085793"/>
              <a:ext cx="3054660" cy="1008514"/>
            </a:xfrm>
            <a:prstGeom prst="rect">
              <a:avLst/>
            </a:prstGeom>
            <a:noFill/>
          </p:spPr>
          <p:txBody>
            <a:bodyPr wrap="square" tIns="72000" bIns="180000">
              <a:spAutoFit/>
            </a:bodyPr>
            <a:lstStyle/>
            <a:p>
              <a:pPr>
                <a:lnSpc>
                  <a:spcPct val="125000"/>
                </a:lnSpc>
                <a:defRPr/>
              </a:pPr>
              <a:r>
                <a:rPr lang="zh-CN" altLang="en-US" sz="1600" b="1" dirty="0">
                  <a:solidFill>
                    <a:srgbClr val="1B2733"/>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1B2733"/>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1B2733">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a:t>
              </a:r>
            </a:p>
          </p:txBody>
        </p:sp>
        <p:sp>
          <p:nvSpPr>
            <p:cNvPr id="41" name="矩形 40">
              <a:extLst>
                <a:ext uri="{FF2B5EF4-FFF2-40B4-BE49-F238E27FC236}">
                  <a16:creationId xmlns:a16="http://schemas.microsoft.com/office/drawing/2014/main" id="{6731AF2D-EA88-5E19-7E82-F412FA0F2F8B}"/>
                </a:ext>
              </a:extLst>
            </p:cNvPr>
            <p:cNvSpPr/>
            <p:nvPr/>
          </p:nvSpPr>
          <p:spPr>
            <a:xfrm>
              <a:off x="952349" y="3150064"/>
              <a:ext cx="45719" cy="79252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42" name="组合 41">
            <a:extLst>
              <a:ext uri="{FF2B5EF4-FFF2-40B4-BE49-F238E27FC236}">
                <a16:creationId xmlns:a16="http://schemas.microsoft.com/office/drawing/2014/main" id="{005FD5FC-6DE9-6924-CDDD-B751771F2312}"/>
              </a:ext>
            </a:extLst>
          </p:cNvPr>
          <p:cNvGrpSpPr/>
          <p:nvPr/>
        </p:nvGrpSpPr>
        <p:grpSpPr>
          <a:xfrm>
            <a:off x="8528459" y="4585981"/>
            <a:ext cx="3182721" cy="1008514"/>
            <a:chOff x="952349" y="3085793"/>
            <a:chExt cx="3182721" cy="1008514"/>
          </a:xfrm>
        </p:grpSpPr>
        <p:sp>
          <p:nvSpPr>
            <p:cNvPr id="43" name="文本框 42">
              <a:extLst>
                <a:ext uri="{FF2B5EF4-FFF2-40B4-BE49-F238E27FC236}">
                  <a16:creationId xmlns:a16="http://schemas.microsoft.com/office/drawing/2014/main" id="{2CAE630B-D184-B2FF-1018-3B2C50240E46}"/>
                </a:ext>
              </a:extLst>
            </p:cNvPr>
            <p:cNvSpPr txBox="1"/>
            <p:nvPr/>
          </p:nvSpPr>
          <p:spPr>
            <a:xfrm>
              <a:off x="1080410" y="3085793"/>
              <a:ext cx="3054660" cy="1008514"/>
            </a:xfrm>
            <a:prstGeom prst="rect">
              <a:avLst/>
            </a:prstGeom>
            <a:noFill/>
          </p:spPr>
          <p:txBody>
            <a:bodyPr wrap="square" tIns="72000" bIns="180000">
              <a:spAutoFit/>
            </a:bodyPr>
            <a:lstStyle/>
            <a:p>
              <a:pPr>
                <a:lnSpc>
                  <a:spcPct val="125000"/>
                </a:lnSpc>
                <a:defRPr/>
              </a:pPr>
              <a:r>
                <a:rPr lang="zh-CN" altLang="en-US" sz="1600" b="1" dirty="0">
                  <a:solidFill>
                    <a:srgbClr val="1B2733"/>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1B2733"/>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1B2733">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a:t>
              </a:r>
            </a:p>
          </p:txBody>
        </p:sp>
        <p:sp>
          <p:nvSpPr>
            <p:cNvPr id="44" name="矩形 43">
              <a:extLst>
                <a:ext uri="{FF2B5EF4-FFF2-40B4-BE49-F238E27FC236}">
                  <a16:creationId xmlns:a16="http://schemas.microsoft.com/office/drawing/2014/main" id="{BDA563FC-0373-021A-1EDE-842980288D2C}"/>
                </a:ext>
              </a:extLst>
            </p:cNvPr>
            <p:cNvSpPr/>
            <p:nvPr/>
          </p:nvSpPr>
          <p:spPr>
            <a:xfrm>
              <a:off x="952349" y="3150064"/>
              <a:ext cx="45719" cy="79252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52" name="图形 51">
            <a:extLst>
              <a:ext uri="{FF2B5EF4-FFF2-40B4-BE49-F238E27FC236}">
                <a16:creationId xmlns:a16="http://schemas.microsoft.com/office/drawing/2014/main" id="{2E9D7916-34B7-DB0D-2B74-6B9506F307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07952" y="4059267"/>
            <a:ext cx="626569" cy="626569"/>
          </a:xfrm>
          <a:prstGeom prst="rect">
            <a:avLst/>
          </a:prstGeom>
        </p:spPr>
      </p:pic>
    </p:spTree>
    <p:extLst>
      <p:ext uri="{BB962C8B-B14F-4D97-AF65-F5344CB8AC3E}">
        <p14:creationId xmlns:p14="http://schemas.microsoft.com/office/powerpoint/2010/main" val="30944200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F6004-0225-B77A-D766-291FB28B6A24}"/>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4690CF3F-432E-AE29-7C32-2C7EEA8DD39F}"/>
              </a:ext>
            </a:extLst>
          </p:cNvPr>
          <p:cNvSpPr/>
          <p:nvPr/>
        </p:nvSpPr>
        <p:spPr>
          <a:xfrm>
            <a:off x="0" y="-1"/>
            <a:ext cx="12192000" cy="6857995"/>
          </a:xfrm>
          <a:prstGeom prst="rect">
            <a:avLst/>
          </a:prstGeom>
          <a:solidFill>
            <a:srgbClr val="1644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 name="组合 1">
            <a:extLst>
              <a:ext uri="{FF2B5EF4-FFF2-40B4-BE49-F238E27FC236}">
                <a16:creationId xmlns:a16="http://schemas.microsoft.com/office/drawing/2014/main" id="{8E4E1331-3655-A139-945E-B98A9A520F06}"/>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FC15AEB3-4AE0-1898-BB3F-75485B9F5DD5}"/>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9ED2FF">
                      <a:alpha val="50000"/>
                    </a:srgb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ED95D799-FC9B-6E82-0739-CFE05CA8B44C}"/>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9ED2FF">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9ED2FF">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D93B2BFE-CF1A-4D97-158B-461A9A79E914}"/>
              </a:ext>
            </a:extLst>
          </p:cNvPr>
          <p:cNvSpPr/>
          <p:nvPr/>
        </p:nvSpPr>
        <p:spPr>
          <a:xfrm>
            <a:off x="524800" y="2534606"/>
            <a:ext cx="4064785"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chemeClr val="bg1"/>
                </a:solidFill>
                <a:latin typeface="MiSans VF Bold" pitchFamily="2" charset="-122"/>
                <a:ea typeface="MiSans VF Bold" pitchFamily="2" charset="-122"/>
                <a:cs typeface="MiSans VF Bold" pitchFamily="2" charset="-122"/>
                <a:sym typeface="ChillYunmoGothicBold"/>
              </a:rPr>
              <a:t>研究现状综述</a:t>
            </a:r>
            <a:endParaRPr lang="en-US" altLang="zh-CN" sz="4000" b="1" dirty="0">
              <a:solidFill>
                <a:schemeClr val="bg1"/>
              </a:solidFill>
              <a:latin typeface="MiSans VF Bold" pitchFamily="2" charset="-122"/>
              <a:ea typeface="MiSans VF Bold" pitchFamily="2" charset="-122"/>
              <a:cs typeface="MiSans VF Bold" pitchFamily="2" charset="-122"/>
              <a:sym typeface="ChillYunmoGothicBold"/>
            </a:endParaRPr>
          </a:p>
          <a:p>
            <a:pPr>
              <a:defRPr/>
            </a:pPr>
            <a:r>
              <a:rPr lang="en-US" altLang="zh-CN" sz="4000" b="1" dirty="0">
                <a:solidFill>
                  <a:srgbClr val="9ED2FF"/>
                </a:solidFill>
                <a:latin typeface="Didot" panose="02000503000000020003" pitchFamily="2" charset="-79"/>
                <a:ea typeface="MiSans VF Bold" pitchFamily="2" charset="-122"/>
                <a:cs typeface="Didot" panose="02000503000000020003" pitchFamily="2" charset="-79"/>
                <a:sym typeface="ChillYunmoGothicBold"/>
              </a:rPr>
              <a:t>PART</a:t>
            </a:r>
            <a:r>
              <a:rPr lang="zh-CN" altLang="en-US" sz="4000" b="1" dirty="0">
                <a:solidFill>
                  <a:srgbClr val="9ED2FF"/>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4000" b="1" dirty="0">
                <a:solidFill>
                  <a:srgbClr val="9ED2FF"/>
                </a:solidFill>
                <a:latin typeface="Didot" panose="02000503000000020003" pitchFamily="2" charset="-79"/>
                <a:ea typeface="MiSans VF Bold" pitchFamily="2" charset="-122"/>
                <a:cs typeface="Didot" panose="02000503000000020003" pitchFamily="2" charset="-79"/>
                <a:sym typeface="ChillYunmoGothicBold"/>
              </a:rPr>
              <a:t>02</a:t>
            </a:r>
          </a:p>
        </p:txBody>
      </p:sp>
      <p:sp>
        <p:nvSpPr>
          <p:cNvPr id="16" name="AutoShape 2">
            <a:extLst>
              <a:ext uri="{FF2B5EF4-FFF2-40B4-BE49-F238E27FC236}">
                <a16:creationId xmlns:a16="http://schemas.microsoft.com/office/drawing/2014/main" id="{16720EAA-7BDB-A92F-2B9F-423DD7424513}"/>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9ED2FF">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9ED2FF">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4">
            <a:extLst>
              <a:ext uri="{FF2B5EF4-FFF2-40B4-BE49-F238E27FC236}">
                <a16:creationId xmlns:a16="http://schemas.microsoft.com/office/drawing/2014/main" id="{8CB0FD43-62BD-3C1C-9936-D807C94F82A6}"/>
              </a:ext>
            </a:extLst>
          </p:cNvPr>
          <p:cNvSpPr/>
          <p:nvPr/>
        </p:nvSpPr>
        <p:spPr>
          <a:xfrm>
            <a:off x="524797" y="4004779"/>
            <a:ext cx="5637284"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9ED2FF">
                    <a:alpha val="50000"/>
                  </a:srgbClr>
                </a:solidFill>
                <a:latin typeface="MiSans VF Light" pitchFamily="2" charset="-122"/>
                <a:ea typeface="MiSans VF Light" pitchFamily="2" charset="-122"/>
                <a:cs typeface="MiSans VF Light" pitchFamily="2" charset="-122"/>
                <a:sym typeface="ChillYunmoGothicBold"/>
              </a:rPr>
              <a:t>这是一句高光文案，一句金句总结本章节的内容。</a:t>
            </a:r>
            <a:endParaRPr lang="zh-CN" altLang="en-US" sz="1600" dirty="0">
              <a:solidFill>
                <a:srgbClr val="9ED2FF">
                  <a:alpha val="50000"/>
                </a:srgbClr>
              </a:solidFill>
              <a:latin typeface="MiSans VF Light" pitchFamily="2" charset="-122"/>
              <a:ea typeface="MiSans VF Light" pitchFamily="2" charset="-122"/>
              <a:cs typeface="MiSans VF Light" pitchFamily="2" charset="-122"/>
              <a:sym typeface="SimHei"/>
            </a:endParaRPr>
          </a:p>
        </p:txBody>
      </p:sp>
    </p:spTree>
    <p:extLst>
      <p:ext uri="{BB962C8B-B14F-4D97-AF65-F5344CB8AC3E}">
        <p14:creationId xmlns:p14="http://schemas.microsoft.com/office/powerpoint/2010/main" val="18486842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E6BAB-3F6D-3858-0C12-8020D8A711D7}"/>
            </a:ext>
          </a:extLst>
        </p:cNvPr>
        <p:cNvGrpSpPr/>
        <p:nvPr/>
      </p:nvGrpSpPr>
      <p:grpSpPr>
        <a:xfrm>
          <a:off x="0" y="0"/>
          <a:ext cx="0" cy="0"/>
          <a:chOff x="0" y="0"/>
          <a:chExt cx="0" cy="0"/>
        </a:xfrm>
      </p:grpSpPr>
      <p:sp>
        <p:nvSpPr>
          <p:cNvPr id="22" name="矩形 21">
            <a:extLst>
              <a:ext uri="{FF2B5EF4-FFF2-40B4-BE49-F238E27FC236}">
                <a16:creationId xmlns:a16="http://schemas.microsoft.com/office/drawing/2014/main" id="{D7DF4E52-E641-7267-B5EF-B34297F22849}"/>
              </a:ext>
            </a:extLst>
          </p:cNvPr>
          <p:cNvSpPr/>
          <p:nvPr/>
        </p:nvSpPr>
        <p:spPr>
          <a:xfrm>
            <a:off x="524797" y="2091766"/>
            <a:ext cx="5409840" cy="3745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25000"/>
              </a:lnSpc>
              <a:defRPr/>
            </a:pPr>
            <a:endParaRPr lang="en-US" altLang="zh-CN" b="1" dirty="0">
              <a:solidFill>
                <a:srgbClr val="1B2733"/>
              </a:solidFill>
              <a:latin typeface="MiSans VF Bold" pitchFamily="2" charset="-122"/>
              <a:ea typeface="MiSans VF Bold" pitchFamily="2" charset="-122"/>
              <a:cs typeface="MiSans VF Bold" pitchFamily="2" charset="-122"/>
              <a:sym typeface="SimHei"/>
            </a:endParaRPr>
          </a:p>
        </p:txBody>
      </p:sp>
      <p:sp>
        <p:nvSpPr>
          <p:cNvPr id="6" name="AutoShape 5">
            <a:extLst>
              <a:ext uri="{FF2B5EF4-FFF2-40B4-BE49-F238E27FC236}">
                <a16:creationId xmlns:a16="http://schemas.microsoft.com/office/drawing/2014/main" id="{033C03B7-3581-B932-404B-C1D30AEE7D9A}"/>
              </a:ext>
            </a:extLst>
          </p:cNvPr>
          <p:cNvSpPr/>
          <p:nvPr/>
        </p:nvSpPr>
        <p:spPr>
          <a:xfrm>
            <a:off x="524798" y="1110092"/>
            <a:ext cx="11207135"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123A5C"/>
                </a:solidFill>
                <a:latin typeface="MiSans VF Bold" pitchFamily="2" charset="-122"/>
                <a:ea typeface="MiSans VF Bold" pitchFamily="2" charset="-122"/>
                <a:cs typeface="MiSans VF Bold" pitchFamily="2" charset="-122"/>
                <a:sym typeface="SimHei"/>
              </a:rPr>
              <a:t>国内外研究进展对比</a:t>
            </a:r>
            <a:endParaRPr lang="en-US" altLang="zh-CN" sz="4000" b="1" dirty="0">
              <a:solidFill>
                <a:srgbClr val="123A5C"/>
              </a:solidFill>
              <a:latin typeface="MiSans VF Bold" pitchFamily="2" charset="-122"/>
              <a:ea typeface="MiSans VF Bold" pitchFamily="2" charset="-122"/>
              <a:cs typeface="MiSans VF Bold" pitchFamily="2" charset="-122"/>
              <a:sym typeface="SimHei"/>
            </a:endParaRPr>
          </a:p>
        </p:txBody>
      </p:sp>
      <p:sp>
        <p:nvSpPr>
          <p:cNvPr id="25" name="文本框 24">
            <a:extLst>
              <a:ext uri="{FF2B5EF4-FFF2-40B4-BE49-F238E27FC236}">
                <a16:creationId xmlns:a16="http://schemas.microsoft.com/office/drawing/2014/main" id="{FC893A53-9E6D-625B-8BD9-8C604AE52C90}"/>
              </a:ext>
            </a:extLst>
          </p:cNvPr>
          <p:cNvSpPr txBox="1"/>
          <p:nvPr/>
        </p:nvSpPr>
        <p:spPr>
          <a:xfrm>
            <a:off x="834286" y="2810599"/>
            <a:ext cx="4722452" cy="892552"/>
          </a:xfrm>
          <a:prstGeom prst="rect">
            <a:avLst/>
          </a:prstGeom>
          <a:noFill/>
        </p:spPr>
        <p:txBody>
          <a:bodyPr wrap="square" lIns="0" tIns="0" rIns="0" bIns="0">
            <a:spAutoFit/>
          </a:bodyPr>
          <a:lstStyle/>
          <a:p>
            <a:pPr>
              <a:spcBef>
                <a:spcPts val="1200"/>
              </a:spcBef>
              <a:defRPr/>
            </a:pPr>
            <a:r>
              <a:rPr lang="zh-CN" altLang="en-US" sz="1200" dirty="0">
                <a:solidFill>
                  <a:srgbClr val="1B2733">
                    <a:alpha val="80000"/>
                  </a:srgbClr>
                </a:solidFill>
                <a:latin typeface="MiSans VF Light" pitchFamily="2" charset="-122"/>
                <a:ea typeface="MiSans VF Light" pitchFamily="2" charset="-122"/>
                <a:cs typeface="MiSans VF Light" pitchFamily="2" charset="-122"/>
                <a:sym typeface="SimHei"/>
              </a:rPr>
              <a:t>年轻消费者不只追求“显色、平价、好看”，也开始关注品牌调性、成分安全、妆容场景与情绪表达。</a:t>
            </a:r>
          </a:p>
          <a:p>
            <a:pPr>
              <a:spcBef>
                <a:spcPts val="1200"/>
              </a:spcBef>
              <a:defRPr/>
            </a:pPr>
            <a:r>
              <a:rPr lang="zh-CN" altLang="en-US" sz="1200" dirty="0">
                <a:solidFill>
                  <a:srgbClr val="1B2733">
                    <a:alpha val="80000"/>
                  </a:srgbClr>
                </a:solidFill>
                <a:latin typeface="MiSans VF Light" pitchFamily="2" charset="-122"/>
                <a:ea typeface="MiSans VF Light" pitchFamily="2" charset="-122"/>
                <a:cs typeface="MiSans VF Light" pitchFamily="2" charset="-122"/>
                <a:sym typeface="SimHei"/>
              </a:rPr>
              <a:t>雾屿拥有一定用户基础，但品牌识别度不稳定，包装风格多变，内容表达偏种草化。</a:t>
            </a:r>
          </a:p>
        </p:txBody>
      </p:sp>
      <p:grpSp>
        <p:nvGrpSpPr>
          <p:cNvPr id="10" name="组合 9">
            <a:extLst>
              <a:ext uri="{FF2B5EF4-FFF2-40B4-BE49-F238E27FC236}">
                <a16:creationId xmlns:a16="http://schemas.microsoft.com/office/drawing/2014/main" id="{29A0AC10-D7BB-97EC-6898-80B4987C0CCF}"/>
              </a:ext>
            </a:extLst>
          </p:cNvPr>
          <p:cNvGrpSpPr/>
          <p:nvPr/>
        </p:nvGrpSpPr>
        <p:grpSpPr>
          <a:xfrm>
            <a:off x="0" y="0"/>
            <a:ext cx="12192000" cy="420753"/>
            <a:chOff x="0" y="0"/>
            <a:chExt cx="12192000" cy="420753"/>
          </a:xfrm>
        </p:grpSpPr>
        <p:sp>
          <p:nvSpPr>
            <p:cNvPr id="11" name="矩形 10">
              <a:extLst>
                <a:ext uri="{FF2B5EF4-FFF2-40B4-BE49-F238E27FC236}">
                  <a16:creationId xmlns:a16="http://schemas.microsoft.com/office/drawing/2014/main" id="{500646B6-0B6E-5651-15CC-7058A848A549}"/>
                </a:ext>
              </a:extLst>
            </p:cNvPr>
            <p:cNvSpPr/>
            <p:nvPr/>
          </p:nvSpPr>
          <p:spPr>
            <a:xfrm>
              <a:off x="1927073" y="0"/>
              <a:ext cx="1449238" cy="420753"/>
            </a:xfrm>
            <a:prstGeom prst="rect">
              <a:avLst/>
            </a:prstGeom>
            <a:solidFill>
              <a:srgbClr val="E8F1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123A5C">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123A5C">
                    <a:alpha val="50000"/>
                  </a:srgbClr>
                </a:solidFill>
                <a:latin typeface="MiSans VF Light" pitchFamily="2" charset="-122"/>
                <a:ea typeface="MiSans VF Light" pitchFamily="2" charset="-122"/>
                <a:cs typeface="MiSans VF Light" pitchFamily="2" charset="-122"/>
                <a:sym typeface="SimHei"/>
              </a:endParaRPr>
            </a:p>
          </p:txBody>
        </p:sp>
        <p:sp>
          <p:nvSpPr>
            <p:cNvPr id="12" name="矩形 11">
              <a:extLst>
                <a:ext uri="{FF2B5EF4-FFF2-40B4-BE49-F238E27FC236}">
                  <a16:creationId xmlns:a16="http://schemas.microsoft.com/office/drawing/2014/main" id="{A56C4B33-7374-FAB1-76EE-17DA456C9C87}"/>
                </a:ext>
              </a:extLst>
            </p:cNvPr>
            <p:cNvSpPr/>
            <p:nvPr/>
          </p:nvSpPr>
          <p:spPr>
            <a:xfrm>
              <a:off x="3397283" y="0"/>
              <a:ext cx="1449238" cy="420753"/>
            </a:xfrm>
            <a:prstGeom prst="rect">
              <a:avLst/>
            </a:prstGeom>
            <a:solidFill>
              <a:srgbClr val="1F6F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现状综述</a:t>
              </a:r>
            </a:p>
          </p:txBody>
        </p:sp>
        <p:sp>
          <p:nvSpPr>
            <p:cNvPr id="13" name="矩形 12">
              <a:extLst>
                <a:ext uri="{FF2B5EF4-FFF2-40B4-BE49-F238E27FC236}">
                  <a16:creationId xmlns:a16="http://schemas.microsoft.com/office/drawing/2014/main" id="{4E91E418-ED86-8AAF-AE55-86F8D7C357A4}"/>
                </a:ext>
              </a:extLst>
            </p:cNvPr>
            <p:cNvSpPr/>
            <p:nvPr/>
          </p:nvSpPr>
          <p:spPr>
            <a:xfrm>
              <a:off x="486749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内容目标</a:t>
              </a:r>
            </a:p>
          </p:txBody>
        </p:sp>
        <p:sp>
          <p:nvSpPr>
            <p:cNvPr id="15" name="矩形 14">
              <a:extLst>
                <a:ext uri="{FF2B5EF4-FFF2-40B4-BE49-F238E27FC236}">
                  <a16:creationId xmlns:a16="http://schemas.microsoft.com/office/drawing/2014/main" id="{85522608-0ABD-6D4D-7E4B-0F45603B37E4}"/>
                </a:ext>
              </a:extLst>
            </p:cNvPr>
            <p:cNvSpPr/>
            <p:nvPr/>
          </p:nvSpPr>
          <p:spPr>
            <a:xfrm>
              <a:off x="6338484"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方法路线</a:t>
              </a:r>
            </a:p>
          </p:txBody>
        </p:sp>
        <p:sp>
          <p:nvSpPr>
            <p:cNvPr id="16" name="矩形 15">
              <a:extLst>
                <a:ext uri="{FF2B5EF4-FFF2-40B4-BE49-F238E27FC236}">
                  <a16:creationId xmlns:a16="http://schemas.microsoft.com/office/drawing/2014/main" id="{AA757128-A8B9-83B3-F253-7014D30C86F9}"/>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计划安排</a:t>
              </a:r>
            </a:p>
          </p:txBody>
        </p:sp>
        <p:sp>
          <p:nvSpPr>
            <p:cNvPr id="17" name="矩形 16">
              <a:extLst>
                <a:ext uri="{FF2B5EF4-FFF2-40B4-BE49-F238E27FC236}">
                  <a16:creationId xmlns:a16="http://schemas.microsoft.com/office/drawing/2014/main" id="{EC260CE4-6572-7CC1-48AE-7FF8E6760770}"/>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成果创新</a:t>
              </a:r>
            </a:p>
          </p:txBody>
        </p:sp>
        <p:sp>
          <p:nvSpPr>
            <p:cNvPr id="18" name="矩形 17">
              <a:extLst>
                <a:ext uri="{FF2B5EF4-FFF2-40B4-BE49-F238E27FC236}">
                  <a16:creationId xmlns:a16="http://schemas.microsoft.com/office/drawing/2014/main" id="{65D5194C-9E6A-095E-3C82-9724B1339D1F}"/>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参考文献</a:t>
              </a:r>
            </a:p>
          </p:txBody>
        </p:sp>
        <p:grpSp>
          <p:nvGrpSpPr>
            <p:cNvPr id="19" name="组合 18">
              <a:extLst>
                <a:ext uri="{FF2B5EF4-FFF2-40B4-BE49-F238E27FC236}">
                  <a16:creationId xmlns:a16="http://schemas.microsoft.com/office/drawing/2014/main" id="{7C023F3D-21CF-2553-D365-3AC1F82D6499}"/>
                </a:ext>
              </a:extLst>
            </p:cNvPr>
            <p:cNvGrpSpPr/>
            <p:nvPr/>
          </p:nvGrpSpPr>
          <p:grpSpPr>
            <a:xfrm>
              <a:off x="0" y="0"/>
              <a:ext cx="1904698" cy="420753"/>
              <a:chOff x="0" y="0"/>
              <a:chExt cx="1904698" cy="420753"/>
            </a:xfrm>
          </p:grpSpPr>
          <p:sp>
            <p:nvSpPr>
              <p:cNvPr id="20" name="矩形 19">
                <a:extLst>
                  <a:ext uri="{FF2B5EF4-FFF2-40B4-BE49-F238E27FC236}">
                    <a16:creationId xmlns:a16="http://schemas.microsoft.com/office/drawing/2014/main" id="{DD29CC30-FB10-AFC3-F136-2FA45E6D06D6}"/>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164466"/>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164466"/>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1" name="图形 20">
                <a:extLst>
                  <a:ext uri="{FF2B5EF4-FFF2-40B4-BE49-F238E27FC236}">
                    <a16:creationId xmlns:a16="http://schemas.microsoft.com/office/drawing/2014/main" id="{5C88C0DF-8ADC-89BC-F962-D003548AACF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
        <p:nvSpPr>
          <p:cNvPr id="23" name="矩形 22">
            <a:extLst>
              <a:ext uri="{FF2B5EF4-FFF2-40B4-BE49-F238E27FC236}">
                <a16:creationId xmlns:a16="http://schemas.microsoft.com/office/drawing/2014/main" id="{A79C6CDC-AC87-AC46-8463-A8EB78166B1B}"/>
              </a:ext>
            </a:extLst>
          </p:cNvPr>
          <p:cNvSpPr/>
          <p:nvPr/>
        </p:nvSpPr>
        <p:spPr>
          <a:xfrm>
            <a:off x="524797" y="4421984"/>
            <a:ext cx="3077046" cy="1415772"/>
          </a:xfrm>
          <a:prstGeom prst="rect">
            <a:avLst/>
          </a:prstGeom>
          <a:pattFill prst="ltUpDiag">
            <a:fgClr>
              <a:srgbClr val="3A8ED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4" name="矩形 23">
            <a:extLst>
              <a:ext uri="{FF2B5EF4-FFF2-40B4-BE49-F238E27FC236}">
                <a16:creationId xmlns:a16="http://schemas.microsoft.com/office/drawing/2014/main" id="{66D5AD59-4581-63D7-3DDC-32D3428883C3}"/>
              </a:ext>
            </a:extLst>
          </p:cNvPr>
          <p:cNvSpPr/>
          <p:nvPr/>
        </p:nvSpPr>
        <p:spPr>
          <a:xfrm>
            <a:off x="3601843" y="4421984"/>
            <a:ext cx="2332795" cy="1415772"/>
          </a:xfrm>
          <a:prstGeom prst="rect">
            <a:avLst/>
          </a:prstGeom>
          <a:pattFill prst="narVert">
            <a:fgClr>
              <a:srgbClr val="3A8ED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8" name="文本框 27">
            <a:extLst>
              <a:ext uri="{FF2B5EF4-FFF2-40B4-BE49-F238E27FC236}">
                <a16:creationId xmlns:a16="http://schemas.microsoft.com/office/drawing/2014/main" id="{C5DD10DF-1A33-3FAB-98F2-8C865A318B9F}"/>
              </a:ext>
            </a:extLst>
          </p:cNvPr>
          <p:cNvSpPr txBox="1"/>
          <p:nvPr/>
        </p:nvSpPr>
        <p:spPr>
          <a:xfrm>
            <a:off x="834286" y="2410878"/>
            <a:ext cx="4722452" cy="247760"/>
          </a:xfrm>
          <a:prstGeom prst="rect">
            <a:avLst/>
          </a:prstGeom>
          <a:noFill/>
        </p:spPr>
        <p:txBody>
          <a:bodyPr wrap="square" lIns="0" tIns="0" rIns="0" bIns="0">
            <a:spAutoFit/>
          </a:bodyPr>
          <a:lstStyle/>
          <a:p>
            <a:pPr>
              <a:lnSpc>
                <a:spcPct val="125000"/>
              </a:lnSpc>
              <a:defRPr/>
            </a:pPr>
            <a:r>
              <a:rPr lang="zh-CN" altLang="en-US" b="1" dirty="0">
                <a:solidFill>
                  <a:srgbClr val="1B2733"/>
                </a:solidFill>
                <a:latin typeface="MiSans VF Bold" pitchFamily="2" charset="-122"/>
                <a:ea typeface="MiSans VF Bold" pitchFamily="2" charset="-122"/>
                <a:cs typeface="MiSans VF Bold" pitchFamily="2" charset="-122"/>
                <a:sym typeface="SimHei"/>
              </a:rPr>
              <a:t>这是小标题</a:t>
            </a:r>
            <a:endParaRPr lang="en-US" altLang="zh-CN" b="1" dirty="0">
              <a:solidFill>
                <a:srgbClr val="1B2733"/>
              </a:solidFill>
              <a:latin typeface="MiSans VF Bold" pitchFamily="2" charset="-122"/>
              <a:ea typeface="MiSans VF Bold" pitchFamily="2" charset="-122"/>
              <a:cs typeface="MiSans VF Bold" pitchFamily="2" charset="-122"/>
              <a:sym typeface="SimHei"/>
            </a:endParaRPr>
          </a:p>
        </p:txBody>
      </p:sp>
      <p:sp>
        <p:nvSpPr>
          <p:cNvPr id="29" name="矩形 28">
            <a:extLst>
              <a:ext uri="{FF2B5EF4-FFF2-40B4-BE49-F238E27FC236}">
                <a16:creationId xmlns:a16="http://schemas.microsoft.com/office/drawing/2014/main" id="{7373E385-79E3-87EE-8058-4378F8549534}"/>
              </a:ext>
            </a:extLst>
          </p:cNvPr>
          <p:cNvSpPr/>
          <p:nvPr/>
        </p:nvSpPr>
        <p:spPr>
          <a:xfrm>
            <a:off x="6322093" y="2091766"/>
            <a:ext cx="5409840" cy="3745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25000"/>
              </a:lnSpc>
              <a:defRPr/>
            </a:pPr>
            <a:endParaRPr lang="en-US" altLang="zh-CN" b="1" dirty="0">
              <a:solidFill>
                <a:srgbClr val="1B2733"/>
              </a:solidFill>
              <a:latin typeface="MiSans VF Bold" pitchFamily="2" charset="-122"/>
              <a:ea typeface="MiSans VF Bold" pitchFamily="2" charset="-122"/>
              <a:cs typeface="MiSans VF Bold" pitchFamily="2" charset="-122"/>
              <a:sym typeface="SimHei"/>
            </a:endParaRPr>
          </a:p>
        </p:txBody>
      </p:sp>
      <p:sp>
        <p:nvSpPr>
          <p:cNvPr id="30" name="文本框 29">
            <a:extLst>
              <a:ext uri="{FF2B5EF4-FFF2-40B4-BE49-F238E27FC236}">
                <a16:creationId xmlns:a16="http://schemas.microsoft.com/office/drawing/2014/main" id="{DEAB0994-64CB-E344-5865-1353C13DBDA1}"/>
              </a:ext>
            </a:extLst>
          </p:cNvPr>
          <p:cNvSpPr txBox="1"/>
          <p:nvPr/>
        </p:nvSpPr>
        <p:spPr>
          <a:xfrm>
            <a:off x="6631582" y="2810599"/>
            <a:ext cx="4722452" cy="892552"/>
          </a:xfrm>
          <a:prstGeom prst="rect">
            <a:avLst/>
          </a:prstGeom>
          <a:noFill/>
        </p:spPr>
        <p:txBody>
          <a:bodyPr wrap="square" lIns="0" tIns="0" rIns="0" bIns="0">
            <a:spAutoFit/>
          </a:bodyPr>
          <a:lstStyle/>
          <a:p>
            <a:pPr>
              <a:spcBef>
                <a:spcPts val="1200"/>
              </a:spcBef>
              <a:defRPr/>
            </a:pPr>
            <a:r>
              <a:rPr lang="zh-CN" altLang="en-US" sz="1200" dirty="0">
                <a:solidFill>
                  <a:srgbClr val="1B2733">
                    <a:alpha val="80000"/>
                  </a:srgbClr>
                </a:solidFill>
                <a:latin typeface="MiSans VF Light" pitchFamily="2" charset="-122"/>
                <a:ea typeface="MiSans VF Light" pitchFamily="2" charset="-122"/>
                <a:cs typeface="MiSans VF Light" pitchFamily="2" charset="-122"/>
                <a:sym typeface="SimHei"/>
              </a:rPr>
              <a:t>年轻消费者不只追求“显色、平价、好看”，也开始关注品牌调性、成分安全、妆容场景与情绪表达。</a:t>
            </a:r>
          </a:p>
          <a:p>
            <a:pPr>
              <a:spcBef>
                <a:spcPts val="1200"/>
              </a:spcBef>
              <a:defRPr/>
            </a:pPr>
            <a:r>
              <a:rPr lang="zh-CN" altLang="en-US" sz="1200" dirty="0">
                <a:solidFill>
                  <a:srgbClr val="1B2733">
                    <a:alpha val="80000"/>
                  </a:srgbClr>
                </a:solidFill>
                <a:latin typeface="MiSans VF Light" pitchFamily="2" charset="-122"/>
                <a:ea typeface="MiSans VF Light" pitchFamily="2" charset="-122"/>
                <a:cs typeface="MiSans VF Light" pitchFamily="2" charset="-122"/>
                <a:sym typeface="SimHei"/>
              </a:rPr>
              <a:t>雾屿拥有一定用户基础，但品牌识别度不稳定，包装风格多变，内容表达偏种草化。</a:t>
            </a:r>
          </a:p>
        </p:txBody>
      </p:sp>
      <p:sp>
        <p:nvSpPr>
          <p:cNvPr id="31" name="矩形 30">
            <a:extLst>
              <a:ext uri="{FF2B5EF4-FFF2-40B4-BE49-F238E27FC236}">
                <a16:creationId xmlns:a16="http://schemas.microsoft.com/office/drawing/2014/main" id="{E367C51A-E76E-B837-4ACC-C6A7726B799C}"/>
              </a:ext>
            </a:extLst>
          </p:cNvPr>
          <p:cNvSpPr/>
          <p:nvPr/>
        </p:nvSpPr>
        <p:spPr>
          <a:xfrm>
            <a:off x="6322093" y="4421984"/>
            <a:ext cx="1477444" cy="1415772"/>
          </a:xfrm>
          <a:prstGeom prst="rect">
            <a:avLst/>
          </a:prstGeom>
          <a:pattFill prst="ltUpDiag">
            <a:fgClr>
              <a:srgbClr val="3A8ED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2" name="矩形 31">
            <a:extLst>
              <a:ext uri="{FF2B5EF4-FFF2-40B4-BE49-F238E27FC236}">
                <a16:creationId xmlns:a16="http://schemas.microsoft.com/office/drawing/2014/main" id="{651E9CE6-B683-0440-DA71-8D125D0E687B}"/>
              </a:ext>
            </a:extLst>
          </p:cNvPr>
          <p:cNvSpPr/>
          <p:nvPr/>
        </p:nvSpPr>
        <p:spPr>
          <a:xfrm>
            <a:off x="7799537" y="4421984"/>
            <a:ext cx="1471613" cy="1415772"/>
          </a:xfrm>
          <a:prstGeom prst="rect">
            <a:avLst/>
          </a:prstGeom>
          <a:pattFill prst="narVert">
            <a:fgClr>
              <a:srgbClr val="3A8ED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3" name="文本框 32">
            <a:extLst>
              <a:ext uri="{FF2B5EF4-FFF2-40B4-BE49-F238E27FC236}">
                <a16:creationId xmlns:a16="http://schemas.microsoft.com/office/drawing/2014/main" id="{4CF8B571-A920-0093-3A65-0AE00B0A07F3}"/>
              </a:ext>
            </a:extLst>
          </p:cNvPr>
          <p:cNvSpPr txBox="1"/>
          <p:nvPr/>
        </p:nvSpPr>
        <p:spPr>
          <a:xfrm>
            <a:off x="6631582" y="2410878"/>
            <a:ext cx="4722452" cy="247760"/>
          </a:xfrm>
          <a:prstGeom prst="rect">
            <a:avLst/>
          </a:prstGeom>
          <a:noFill/>
        </p:spPr>
        <p:txBody>
          <a:bodyPr wrap="square" lIns="0" tIns="0" rIns="0" bIns="0">
            <a:spAutoFit/>
          </a:bodyPr>
          <a:lstStyle/>
          <a:p>
            <a:pPr>
              <a:lnSpc>
                <a:spcPct val="125000"/>
              </a:lnSpc>
              <a:defRPr/>
            </a:pPr>
            <a:r>
              <a:rPr lang="zh-CN" altLang="en-US" b="1" dirty="0">
                <a:solidFill>
                  <a:srgbClr val="1B2733"/>
                </a:solidFill>
                <a:latin typeface="MiSans VF Bold" pitchFamily="2" charset="-122"/>
                <a:ea typeface="MiSans VF Bold" pitchFamily="2" charset="-122"/>
                <a:cs typeface="MiSans VF Bold" pitchFamily="2" charset="-122"/>
                <a:sym typeface="SimHei"/>
              </a:rPr>
              <a:t>这是小标题</a:t>
            </a:r>
            <a:endParaRPr lang="en-US" altLang="zh-CN" b="1" dirty="0">
              <a:solidFill>
                <a:srgbClr val="1B2733"/>
              </a:solidFill>
              <a:latin typeface="MiSans VF Bold" pitchFamily="2" charset="-122"/>
              <a:ea typeface="MiSans VF Bold" pitchFamily="2" charset="-122"/>
              <a:cs typeface="MiSans VF Bold" pitchFamily="2" charset="-122"/>
              <a:sym typeface="SimHei"/>
            </a:endParaRPr>
          </a:p>
        </p:txBody>
      </p:sp>
      <p:sp>
        <p:nvSpPr>
          <p:cNvPr id="34" name="矩形 33">
            <a:extLst>
              <a:ext uri="{FF2B5EF4-FFF2-40B4-BE49-F238E27FC236}">
                <a16:creationId xmlns:a16="http://schemas.microsoft.com/office/drawing/2014/main" id="{712CD81D-52B5-D811-E944-176680808E40}"/>
              </a:ext>
            </a:extLst>
          </p:cNvPr>
          <p:cNvSpPr/>
          <p:nvPr/>
        </p:nvSpPr>
        <p:spPr>
          <a:xfrm>
            <a:off x="9271150" y="4421984"/>
            <a:ext cx="2460783" cy="1415772"/>
          </a:xfrm>
          <a:prstGeom prst="rect">
            <a:avLst/>
          </a:prstGeom>
          <a:pattFill prst="ltUpDiag">
            <a:fgClr>
              <a:srgbClr val="3A8ED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5" name="AutoShape 2">
            <a:extLst>
              <a:ext uri="{FF2B5EF4-FFF2-40B4-BE49-F238E27FC236}">
                <a16:creationId xmlns:a16="http://schemas.microsoft.com/office/drawing/2014/main" id="{64D0D82F-7F29-E933-1B69-A391EFE789FB}"/>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spTree>
    <p:extLst>
      <p:ext uri="{BB962C8B-B14F-4D97-AF65-F5344CB8AC3E}">
        <p14:creationId xmlns:p14="http://schemas.microsoft.com/office/powerpoint/2010/main" val="41046602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E8FB6-463C-34B4-7B40-EA5CD6EDD921}"/>
            </a:ext>
          </a:extLst>
        </p:cNvPr>
        <p:cNvGrpSpPr/>
        <p:nvPr/>
      </p:nvGrpSpPr>
      <p:grpSpPr>
        <a:xfrm>
          <a:off x="0" y="0"/>
          <a:ext cx="0" cy="0"/>
          <a:chOff x="0" y="0"/>
          <a:chExt cx="0" cy="0"/>
        </a:xfrm>
      </p:grpSpPr>
      <p:sp>
        <p:nvSpPr>
          <p:cNvPr id="6" name="AutoShape 5">
            <a:extLst>
              <a:ext uri="{FF2B5EF4-FFF2-40B4-BE49-F238E27FC236}">
                <a16:creationId xmlns:a16="http://schemas.microsoft.com/office/drawing/2014/main" id="{83191A13-E198-A581-A4EE-C9E9D008DB14}"/>
              </a:ext>
            </a:extLst>
          </p:cNvPr>
          <p:cNvSpPr/>
          <p:nvPr/>
        </p:nvSpPr>
        <p:spPr>
          <a:xfrm>
            <a:off x="524798" y="1110092"/>
            <a:ext cx="11207135"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123A5C"/>
                </a:solidFill>
                <a:latin typeface="MiSans VF Bold" pitchFamily="2" charset="-122"/>
                <a:ea typeface="MiSans VF Bold" pitchFamily="2" charset="-122"/>
                <a:cs typeface="MiSans VF Bold" pitchFamily="2" charset="-122"/>
                <a:sym typeface="SimHei"/>
              </a:rPr>
              <a:t>现有成果与不足分析</a:t>
            </a:r>
            <a:endParaRPr lang="en-US" altLang="zh-CN" sz="4000" b="1" dirty="0">
              <a:solidFill>
                <a:srgbClr val="123A5C"/>
              </a:solidFill>
              <a:latin typeface="MiSans VF Bold" pitchFamily="2" charset="-122"/>
              <a:ea typeface="MiSans VF Bold" pitchFamily="2" charset="-122"/>
              <a:cs typeface="MiSans VF Bold" pitchFamily="2" charset="-122"/>
              <a:sym typeface="SimHei"/>
            </a:endParaRPr>
          </a:p>
        </p:txBody>
      </p:sp>
      <p:sp>
        <p:nvSpPr>
          <p:cNvPr id="25" name="文本框 24">
            <a:extLst>
              <a:ext uri="{FF2B5EF4-FFF2-40B4-BE49-F238E27FC236}">
                <a16:creationId xmlns:a16="http://schemas.microsoft.com/office/drawing/2014/main" id="{59EA56CA-BB14-6C52-6B52-E1C202DB7E14}"/>
              </a:ext>
            </a:extLst>
          </p:cNvPr>
          <p:cNvSpPr txBox="1"/>
          <p:nvPr/>
        </p:nvSpPr>
        <p:spPr>
          <a:xfrm>
            <a:off x="524797" y="2810599"/>
            <a:ext cx="4722452" cy="892552"/>
          </a:xfrm>
          <a:prstGeom prst="rect">
            <a:avLst/>
          </a:prstGeom>
          <a:noFill/>
        </p:spPr>
        <p:txBody>
          <a:bodyPr wrap="square" lIns="0" tIns="0" rIns="0" bIns="0">
            <a:spAutoFit/>
          </a:bodyPr>
          <a:lstStyle/>
          <a:p>
            <a:pPr>
              <a:spcBef>
                <a:spcPts val="1200"/>
              </a:spcBef>
              <a:defRPr/>
            </a:pPr>
            <a:r>
              <a:rPr lang="zh-CN" altLang="en-US" sz="1200" dirty="0">
                <a:solidFill>
                  <a:srgbClr val="1B2733">
                    <a:alpha val="80000"/>
                  </a:srgbClr>
                </a:solidFill>
                <a:latin typeface="MiSans VF Light" pitchFamily="2" charset="-122"/>
                <a:ea typeface="MiSans VF Light" pitchFamily="2" charset="-122"/>
                <a:cs typeface="MiSans VF Light" pitchFamily="2" charset="-122"/>
                <a:sym typeface="SimHei"/>
              </a:rPr>
              <a:t>年轻消费者不只追求“显色、平价、好看”，也开始关注品牌调性、成分安全、妆容场景与情绪表达。</a:t>
            </a:r>
          </a:p>
          <a:p>
            <a:pPr>
              <a:spcBef>
                <a:spcPts val="1200"/>
              </a:spcBef>
              <a:defRPr/>
            </a:pPr>
            <a:r>
              <a:rPr lang="zh-CN" altLang="en-US" sz="1200" dirty="0">
                <a:solidFill>
                  <a:srgbClr val="1B2733">
                    <a:alpha val="80000"/>
                  </a:srgbClr>
                </a:solidFill>
                <a:latin typeface="MiSans VF Light" pitchFamily="2" charset="-122"/>
                <a:ea typeface="MiSans VF Light" pitchFamily="2" charset="-122"/>
                <a:cs typeface="MiSans VF Light" pitchFamily="2" charset="-122"/>
                <a:sym typeface="SimHei"/>
              </a:rPr>
              <a:t>雾屿拥有一定用户基础，但品牌识别度不稳定，包装风格多变，内容表达偏种草化。</a:t>
            </a:r>
          </a:p>
        </p:txBody>
      </p:sp>
      <p:grpSp>
        <p:nvGrpSpPr>
          <p:cNvPr id="10" name="组合 9">
            <a:extLst>
              <a:ext uri="{FF2B5EF4-FFF2-40B4-BE49-F238E27FC236}">
                <a16:creationId xmlns:a16="http://schemas.microsoft.com/office/drawing/2014/main" id="{9F63F0E0-DAC3-AFDD-9172-B81E156CC1CE}"/>
              </a:ext>
            </a:extLst>
          </p:cNvPr>
          <p:cNvGrpSpPr/>
          <p:nvPr/>
        </p:nvGrpSpPr>
        <p:grpSpPr>
          <a:xfrm>
            <a:off x="0" y="0"/>
            <a:ext cx="12192000" cy="420753"/>
            <a:chOff x="0" y="0"/>
            <a:chExt cx="12192000" cy="420753"/>
          </a:xfrm>
        </p:grpSpPr>
        <p:sp>
          <p:nvSpPr>
            <p:cNvPr id="11" name="矩形 10">
              <a:extLst>
                <a:ext uri="{FF2B5EF4-FFF2-40B4-BE49-F238E27FC236}">
                  <a16:creationId xmlns:a16="http://schemas.microsoft.com/office/drawing/2014/main" id="{CB3259A0-FD8E-3682-438B-88E820D0C94A}"/>
                </a:ext>
              </a:extLst>
            </p:cNvPr>
            <p:cNvSpPr/>
            <p:nvPr/>
          </p:nvSpPr>
          <p:spPr>
            <a:xfrm>
              <a:off x="1927073" y="0"/>
              <a:ext cx="1449238" cy="420753"/>
            </a:xfrm>
            <a:prstGeom prst="rect">
              <a:avLst/>
            </a:prstGeom>
            <a:solidFill>
              <a:srgbClr val="E8F1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123A5C">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123A5C">
                    <a:alpha val="50000"/>
                  </a:srgbClr>
                </a:solidFill>
                <a:latin typeface="MiSans VF Light" pitchFamily="2" charset="-122"/>
                <a:ea typeface="MiSans VF Light" pitchFamily="2" charset="-122"/>
                <a:cs typeface="MiSans VF Light" pitchFamily="2" charset="-122"/>
                <a:sym typeface="SimHei"/>
              </a:endParaRPr>
            </a:p>
          </p:txBody>
        </p:sp>
        <p:sp>
          <p:nvSpPr>
            <p:cNvPr id="12" name="矩形 11">
              <a:extLst>
                <a:ext uri="{FF2B5EF4-FFF2-40B4-BE49-F238E27FC236}">
                  <a16:creationId xmlns:a16="http://schemas.microsoft.com/office/drawing/2014/main" id="{4449AE54-7511-A11F-0657-91B925A10F6D}"/>
                </a:ext>
              </a:extLst>
            </p:cNvPr>
            <p:cNvSpPr/>
            <p:nvPr/>
          </p:nvSpPr>
          <p:spPr>
            <a:xfrm>
              <a:off x="3397283" y="0"/>
              <a:ext cx="1449238" cy="420753"/>
            </a:xfrm>
            <a:prstGeom prst="rect">
              <a:avLst/>
            </a:prstGeom>
            <a:solidFill>
              <a:srgbClr val="1F6F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现状综述</a:t>
              </a:r>
            </a:p>
          </p:txBody>
        </p:sp>
        <p:sp>
          <p:nvSpPr>
            <p:cNvPr id="13" name="矩形 12">
              <a:extLst>
                <a:ext uri="{FF2B5EF4-FFF2-40B4-BE49-F238E27FC236}">
                  <a16:creationId xmlns:a16="http://schemas.microsoft.com/office/drawing/2014/main" id="{77737CF6-F9C3-8BCF-0B07-061B699D785E}"/>
                </a:ext>
              </a:extLst>
            </p:cNvPr>
            <p:cNvSpPr/>
            <p:nvPr/>
          </p:nvSpPr>
          <p:spPr>
            <a:xfrm>
              <a:off x="486749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内容目标</a:t>
              </a:r>
            </a:p>
          </p:txBody>
        </p:sp>
        <p:sp>
          <p:nvSpPr>
            <p:cNvPr id="15" name="矩形 14">
              <a:extLst>
                <a:ext uri="{FF2B5EF4-FFF2-40B4-BE49-F238E27FC236}">
                  <a16:creationId xmlns:a16="http://schemas.microsoft.com/office/drawing/2014/main" id="{9AD3CF7C-6E1C-8CA3-E312-45B4FAC0428D}"/>
                </a:ext>
              </a:extLst>
            </p:cNvPr>
            <p:cNvSpPr/>
            <p:nvPr/>
          </p:nvSpPr>
          <p:spPr>
            <a:xfrm>
              <a:off x="6338484"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方法路线</a:t>
              </a:r>
            </a:p>
          </p:txBody>
        </p:sp>
        <p:sp>
          <p:nvSpPr>
            <p:cNvPr id="16" name="矩形 15">
              <a:extLst>
                <a:ext uri="{FF2B5EF4-FFF2-40B4-BE49-F238E27FC236}">
                  <a16:creationId xmlns:a16="http://schemas.microsoft.com/office/drawing/2014/main" id="{F7566827-B109-BC83-9848-7E55BBE38C53}"/>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计划安排</a:t>
              </a:r>
            </a:p>
          </p:txBody>
        </p:sp>
        <p:sp>
          <p:nvSpPr>
            <p:cNvPr id="17" name="矩形 16">
              <a:extLst>
                <a:ext uri="{FF2B5EF4-FFF2-40B4-BE49-F238E27FC236}">
                  <a16:creationId xmlns:a16="http://schemas.microsoft.com/office/drawing/2014/main" id="{47D2312B-10B5-1CE6-1579-4197CDD88235}"/>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成果创新</a:t>
              </a:r>
            </a:p>
          </p:txBody>
        </p:sp>
        <p:sp>
          <p:nvSpPr>
            <p:cNvPr id="18" name="矩形 17">
              <a:extLst>
                <a:ext uri="{FF2B5EF4-FFF2-40B4-BE49-F238E27FC236}">
                  <a16:creationId xmlns:a16="http://schemas.microsoft.com/office/drawing/2014/main" id="{B65EC56A-5B26-30A2-B65C-62E48A8BB05E}"/>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参考文献</a:t>
              </a:r>
            </a:p>
          </p:txBody>
        </p:sp>
        <p:grpSp>
          <p:nvGrpSpPr>
            <p:cNvPr id="19" name="组合 18">
              <a:extLst>
                <a:ext uri="{FF2B5EF4-FFF2-40B4-BE49-F238E27FC236}">
                  <a16:creationId xmlns:a16="http://schemas.microsoft.com/office/drawing/2014/main" id="{ED0B38D8-2814-81C0-0446-6BACD8A1FA48}"/>
                </a:ext>
              </a:extLst>
            </p:cNvPr>
            <p:cNvGrpSpPr/>
            <p:nvPr/>
          </p:nvGrpSpPr>
          <p:grpSpPr>
            <a:xfrm>
              <a:off x="0" y="0"/>
              <a:ext cx="1904698" cy="420753"/>
              <a:chOff x="0" y="0"/>
              <a:chExt cx="1904698" cy="420753"/>
            </a:xfrm>
          </p:grpSpPr>
          <p:sp>
            <p:nvSpPr>
              <p:cNvPr id="20" name="矩形 19">
                <a:extLst>
                  <a:ext uri="{FF2B5EF4-FFF2-40B4-BE49-F238E27FC236}">
                    <a16:creationId xmlns:a16="http://schemas.microsoft.com/office/drawing/2014/main" id="{577F8052-3684-71D5-ABA5-2F787A08C7DB}"/>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164466"/>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164466"/>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1" name="图形 20">
                <a:extLst>
                  <a:ext uri="{FF2B5EF4-FFF2-40B4-BE49-F238E27FC236}">
                    <a16:creationId xmlns:a16="http://schemas.microsoft.com/office/drawing/2014/main" id="{F2CA73C9-92C5-958E-7F04-1D4A61032E4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
        <p:nvSpPr>
          <p:cNvPr id="31" name="矩形 30">
            <a:extLst>
              <a:ext uri="{FF2B5EF4-FFF2-40B4-BE49-F238E27FC236}">
                <a16:creationId xmlns:a16="http://schemas.microsoft.com/office/drawing/2014/main" id="{123F3797-E624-1C36-6D06-8E574A5B7C74}"/>
              </a:ext>
            </a:extLst>
          </p:cNvPr>
          <p:cNvSpPr/>
          <p:nvPr/>
        </p:nvSpPr>
        <p:spPr>
          <a:xfrm>
            <a:off x="7072002" y="1953537"/>
            <a:ext cx="4398295" cy="2134605"/>
          </a:xfrm>
          <a:prstGeom prst="rect">
            <a:avLst/>
          </a:prstGeom>
          <a:pattFill prst="ltUpDiag">
            <a:fgClr>
              <a:srgbClr val="3A8ED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2" name="矩形 31">
            <a:extLst>
              <a:ext uri="{FF2B5EF4-FFF2-40B4-BE49-F238E27FC236}">
                <a16:creationId xmlns:a16="http://schemas.microsoft.com/office/drawing/2014/main" id="{B0F0C2FA-CF6B-4D0E-DB66-28C33C11929D}"/>
              </a:ext>
            </a:extLst>
          </p:cNvPr>
          <p:cNvSpPr/>
          <p:nvPr/>
        </p:nvSpPr>
        <p:spPr>
          <a:xfrm>
            <a:off x="7072002" y="4161065"/>
            <a:ext cx="4398295" cy="2134605"/>
          </a:xfrm>
          <a:prstGeom prst="rect">
            <a:avLst/>
          </a:prstGeom>
          <a:pattFill prst="narVert">
            <a:fgClr>
              <a:srgbClr val="3A8ED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 name="文本框 3">
            <a:extLst>
              <a:ext uri="{FF2B5EF4-FFF2-40B4-BE49-F238E27FC236}">
                <a16:creationId xmlns:a16="http://schemas.microsoft.com/office/drawing/2014/main" id="{4518EBE3-EC81-BAFB-109F-4783931A86CF}"/>
              </a:ext>
            </a:extLst>
          </p:cNvPr>
          <p:cNvSpPr txBox="1"/>
          <p:nvPr/>
        </p:nvSpPr>
        <p:spPr>
          <a:xfrm>
            <a:off x="524797" y="4884331"/>
            <a:ext cx="4722452" cy="892552"/>
          </a:xfrm>
          <a:prstGeom prst="rect">
            <a:avLst/>
          </a:prstGeom>
          <a:noFill/>
        </p:spPr>
        <p:txBody>
          <a:bodyPr wrap="square" lIns="0" tIns="0" rIns="0" bIns="0">
            <a:spAutoFit/>
          </a:bodyPr>
          <a:lstStyle/>
          <a:p>
            <a:pPr>
              <a:spcBef>
                <a:spcPts val="1200"/>
              </a:spcBef>
              <a:defRPr/>
            </a:pPr>
            <a:r>
              <a:rPr lang="zh-CN" altLang="en-US" sz="1200" dirty="0">
                <a:solidFill>
                  <a:srgbClr val="1B2733">
                    <a:alpha val="80000"/>
                  </a:srgbClr>
                </a:solidFill>
                <a:latin typeface="MiSans VF Light" pitchFamily="2" charset="-122"/>
                <a:ea typeface="MiSans VF Light" pitchFamily="2" charset="-122"/>
                <a:cs typeface="MiSans VF Light" pitchFamily="2" charset="-122"/>
                <a:sym typeface="SimHei"/>
              </a:rPr>
              <a:t>年轻消费者不只追求“显色、平价、好看”，也开始关注品牌调性、成分安全、妆容场景与情绪表达。</a:t>
            </a:r>
          </a:p>
          <a:p>
            <a:pPr>
              <a:spcBef>
                <a:spcPts val="1200"/>
              </a:spcBef>
              <a:defRPr/>
            </a:pPr>
            <a:r>
              <a:rPr lang="zh-CN" altLang="en-US" sz="1200" dirty="0">
                <a:solidFill>
                  <a:srgbClr val="1B2733">
                    <a:alpha val="80000"/>
                  </a:srgbClr>
                </a:solidFill>
                <a:latin typeface="MiSans VF Light" pitchFamily="2" charset="-122"/>
                <a:ea typeface="MiSans VF Light" pitchFamily="2" charset="-122"/>
                <a:cs typeface="MiSans VF Light" pitchFamily="2" charset="-122"/>
                <a:sym typeface="SimHei"/>
              </a:rPr>
              <a:t>雾屿拥有一定用户基础，但品牌识别度不稳定，包装风格多变，内容表达偏种草化。</a:t>
            </a:r>
          </a:p>
        </p:txBody>
      </p:sp>
      <p:sp>
        <p:nvSpPr>
          <p:cNvPr id="7" name="矩形 6">
            <a:extLst>
              <a:ext uri="{FF2B5EF4-FFF2-40B4-BE49-F238E27FC236}">
                <a16:creationId xmlns:a16="http://schemas.microsoft.com/office/drawing/2014/main" id="{2805E382-AF89-7D19-A0B3-E58B2CBC3200}"/>
              </a:ext>
            </a:extLst>
          </p:cNvPr>
          <p:cNvSpPr/>
          <p:nvPr/>
        </p:nvSpPr>
        <p:spPr>
          <a:xfrm>
            <a:off x="527981" y="2136795"/>
            <a:ext cx="503987" cy="470693"/>
          </a:xfrm>
          <a:prstGeom prst="rect">
            <a:avLst/>
          </a:prstGeom>
          <a:solidFill>
            <a:srgbClr val="1644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b="1" dirty="0">
                <a:latin typeface="MiSans VF Bold" pitchFamily="2" charset="-122"/>
                <a:ea typeface="MiSans VF Bold" pitchFamily="2" charset="-122"/>
                <a:cs typeface="MiSans VF Bold" pitchFamily="2" charset="-122"/>
              </a:rPr>
              <a:t>01</a:t>
            </a:r>
            <a:endParaRPr kumimoji="1" lang="zh-CN" altLang="en-US" b="1" dirty="0">
              <a:latin typeface="MiSans VF Bold" pitchFamily="2" charset="-122"/>
              <a:ea typeface="MiSans VF Bold" pitchFamily="2" charset="-122"/>
              <a:cs typeface="MiSans VF Bold" pitchFamily="2" charset="-122"/>
            </a:endParaRPr>
          </a:p>
        </p:txBody>
      </p:sp>
      <p:sp>
        <p:nvSpPr>
          <p:cNvPr id="8" name="矩形 7">
            <a:extLst>
              <a:ext uri="{FF2B5EF4-FFF2-40B4-BE49-F238E27FC236}">
                <a16:creationId xmlns:a16="http://schemas.microsoft.com/office/drawing/2014/main" id="{17894DA0-EEC0-F189-3A61-B19836E7F653}"/>
              </a:ext>
            </a:extLst>
          </p:cNvPr>
          <p:cNvSpPr/>
          <p:nvPr/>
        </p:nvSpPr>
        <p:spPr>
          <a:xfrm>
            <a:off x="1034008" y="2136795"/>
            <a:ext cx="4085991" cy="470693"/>
          </a:xfrm>
          <a:prstGeom prst="rect">
            <a:avLst/>
          </a:prstGeom>
          <a:solidFill>
            <a:srgbClr val="1F6FB2">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b="1" dirty="0">
                <a:solidFill>
                  <a:srgbClr val="123A5C"/>
                </a:solidFill>
                <a:latin typeface="MiSans VF Bold" pitchFamily="2" charset="-122"/>
                <a:ea typeface="MiSans VF Bold" pitchFamily="2" charset="-122"/>
                <a:cs typeface="MiSans VF Bold" pitchFamily="2" charset="-122"/>
                <a:sym typeface="SimHei"/>
              </a:rPr>
              <a:t>这是小标题</a:t>
            </a:r>
            <a:endParaRPr lang="en-US" altLang="zh-CN" b="1" dirty="0">
              <a:solidFill>
                <a:srgbClr val="123A5C"/>
              </a:solidFill>
              <a:latin typeface="MiSans VF Bold" pitchFamily="2" charset="-122"/>
              <a:ea typeface="MiSans VF Bold" pitchFamily="2" charset="-122"/>
              <a:cs typeface="MiSans VF Bold" pitchFamily="2" charset="-122"/>
              <a:sym typeface="SimHei"/>
            </a:endParaRPr>
          </a:p>
        </p:txBody>
      </p:sp>
      <p:sp>
        <p:nvSpPr>
          <p:cNvPr id="14" name="矩形 13">
            <a:extLst>
              <a:ext uri="{FF2B5EF4-FFF2-40B4-BE49-F238E27FC236}">
                <a16:creationId xmlns:a16="http://schemas.microsoft.com/office/drawing/2014/main" id="{A6BD5F55-569D-977F-0FB6-7D9897639083}"/>
              </a:ext>
            </a:extLst>
          </p:cNvPr>
          <p:cNvSpPr/>
          <p:nvPr/>
        </p:nvSpPr>
        <p:spPr>
          <a:xfrm>
            <a:off x="527981" y="4221938"/>
            <a:ext cx="503987" cy="470693"/>
          </a:xfrm>
          <a:prstGeom prst="rect">
            <a:avLst/>
          </a:prstGeom>
          <a:solidFill>
            <a:srgbClr val="1644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b="1" dirty="0">
                <a:latin typeface="MiSans VF Bold" pitchFamily="2" charset="-122"/>
                <a:ea typeface="MiSans VF Bold" pitchFamily="2" charset="-122"/>
                <a:cs typeface="MiSans VF Bold" pitchFamily="2" charset="-122"/>
              </a:rPr>
              <a:t>02</a:t>
            </a:r>
            <a:endParaRPr kumimoji="1" lang="zh-CN" altLang="en-US" b="1" dirty="0">
              <a:latin typeface="MiSans VF Bold" pitchFamily="2" charset="-122"/>
              <a:ea typeface="MiSans VF Bold" pitchFamily="2" charset="-122"/>
              <a:cs typeface="MiSans VF Bold" pitchFamily="2" charset="-122"/>
            </a:endParaRPr>
          </a:p>
        </p:txBody>
      </p:sp>
      <p:sp>
        <p:nvSpPr>
          <p:cNvPr id="26" name="矩形 25">
            <a:extLst>
              <a:ext uri="{FF2B5EF4-FFF2-40B4-BE49-F238E27FC236}">
                <a16:creationId xmlns:a16="http://schemas.microsoft.com/office/drawing/2014/main" id="{D3EDA1E5-03B5-DFB4-708B-EB874EB0544F}"/>
              </a:ext>
            </a:extLst>
          </p:cNvPr>
          <p:cNvSpPr/>
          <p:nvPr/>
        </p:nvSpPr>
        <p:spPr>
          <a:xfrm>
            <a:off x="1034008" y="4221938"/>
            <a:ext cx="4085991" cy="470693"/>
          </a:xfrm>
          <a:prstGeom prst="rect">
            <a:avLst/>
          </a:prstGeom>
          <a:solidFill>
            <a:srgbClr val="1F6FB2">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b="1" dirty="0">
                <a:solidFill>
                  <a:srgbClr val="123A5C"/>
                </a:solidFill>
                <a:latin typeface="MiSans VF Bold" pitchFamily="2" charset="-122"/>
                <a:ea typeface="MiSans VF Bold" pitchFamily="2" charset="-122"/>
                <a:cs typeface="MiSans VF Bold" pitchFamily="2" charset="-122"/>
                <a:sym typeface="SimHei"/>
              </a:rPr>
              <a:t>这是小标题</a:t>
            </a:r>
            <a:endParaRPr lang="en-US" altLang="zh-CN" b="1" dirty="0">
              <a:solidFill>
                <a:srgbClr val="123A5C"/>
              </a:solidFill>
              <a:latin typeface="MiSans VF Bold" pitchFamily="2" charset="-122"/>
              <a:ea typeface="MiSans VF Bold" pitchFamily="2" charset="-122"/>
              <a:cs typeface="MiSans VF Bold" pitchFamily="2" charset="-122"/>
              <a:sym typeface="SimHei"/>
            </a:endParaRPr>
          </a:p>
        </p:txBody>
      </p:sp>
      <p:sp>
        <p:nvSpPr>
          <p:cNvPr id="27" name="AutoShape 2">
            <a:extLst>
              <a:ext uri="{FF2B5EF4-FFF2-40B4-BE49-F238E27FC236}">
                <a16:creationId xmlns:a16="http://schemas.microsoft.com/office/drawing/2014/main" id="{9B3DE8ED-2426-4005-4FF0-86D5E2B11503}"/>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spTree>
    <p:extLst>
      <p:ext uri="{BB962C8B-B14F-4D97-AF65-F5344CB8AC3E}">
        <p14:creationId xmlns:p14="http://schemas.microsoft.com/office/powerpoint/2010/main" val="6512562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6D843-DE5C-045F-A889-C5DE717123C9}"/>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2DE16241-55A9-36C9-B097-87E132977895}"/>
              </a:ext>
            </a:extLst>
          </p:cNvPr>
          <p:cNvSpPr/>
          <p:nvPr/>
        </p:nvSpPr>
        <p:spPr>
          <a:xfrm>
            <a:off x="0" y="-1"/>
            <a:ext cx="12192000" cy="6857995"/>
          </a:xfrm>
          <a:prstGeom prst="rect">
            <a:avLst/>
          </a:prstGeom>
          <a:solidFill>
            <a:srgbClr val="1644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 name="组合 1">
            <a:extLst>
              <a:ext uri="{FF2B5EF4-FFF2-40B4-BE49-F238E27FC236}">
                <a16:creationId xmlns:a16="http://schemas.microsoft.com/office/drawing/2014/main" id="{6E3396CF-9789-3B86-8282-F90882DB5337}"/>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A28ED40A-5CCC-4A5F-0DBE-4D8E25B12D84}"/>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9ED2FF">
                      <a:alpha val="50000"/>
                    </a:srgb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639AF712-CAD4-2346-5FF6-9D1EF241E71A}"/>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9ED2FF">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9ED2FF">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37CC1F33-C20B-E15A-E8DF-3745A5741944}"/>
              </a:ext>
            </a:extLst>
          </p:cNvPr>
          <p:cNvSpPr/>
          <p:nvPr/>
        </p:nvSpPr>
        <p:spPr>
          <a:xfrm>
            <a:off x="524800" y="2534606"/>
            <a:ext cx="4064785"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chemeClr val="bg1"/>
                </a:solidFill>
                <a:latin typeface="MiSans VF Bold" pitchFamily="2" charset="-122"/>
                <a:ea typeface="MiSans VF Bold" pitchFamily="2" charset="-122"/>
                <a:cs typeface="MiSans VF Bold" pitchFamily="2" charset="-122"/>
                <a:sym typeface="ChillYunmoGothicBold"/>
              </a:rPr>
              <a:t>研究内容目标</a:t>
            </a:r>
            <a:endParaRPr lang="en-US" altLang="zh-CN" sz="4000" b="1" dirty="0">
              <a:solidFill>
                <a:schemeClr val="bg1"/>
              </a:solidFill>
              <a:latin typeface="MiSans VF Bold" pitchFamily="2" charset="-122"/>
              <a:ea typeface="MiSans VF Bold" pitchFamily="2" charset="-122"/>
              <a:cs typeface="MiSans VF Bold" pitchFamily="2" charset="-122"/>
              <a:sym typeface="ChillYunmoGothicBold"/>
            </a:endParaRPr>
          </a:p>
          <a:p>
            <a:pPr>
              <a:defRPr/>
            </a:pPr>
            <a:r>
              <a:rPr lang="en-US" altLang="zh-CN" sz="4000" b="1" dirty="0">
                <a:solidFill>
                  <a:srgbClr val="9ED2FF"/>
                </a:solidFill>
                <a:latin typeface="Didot" panose="02000503000000020003" pitchFamily="2" charset="-79"/>
                <a:ea typeface="MiSans VF Bold" pitchFamily="2" charset="-122"/>
                <a:cs typeface="Didot" panose="02000503000000020003" pitchFamily="2" charset="-79"/>
                <a:sym typeface="ChillYunmoGothicBold"/>
              </a:rPr>
              <a:t>PART</a:t>
            </a:r>
            <a:r>
              <a:rPr lang="zh-CN" altLang="en-US" sz="4000" b="1" dirty="0">
                <a:solidFill>
                  <a:srgbClr val="9ED2FF"/>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4000" b="1" dirty="0">
                <a:solidFill>
                  <a:srgbClr val="9ED2FF"/>
                </a:solidFill>
                <a:latin typeface="Didot" panose="02000503000000020003" pitchFamily="2" charset="-79"/>
                <a:ea typeface="MiSans VF Bold" pitchFamily="2" charset="-122"/>
                <a:cs typeface="Didot" panose="02000503000000020003" pitchFamily="2" charset="-79"/>
                <a:sym typeface="ChillYunmoGothicBold"/>
              </a:rPr>
              <a:t>03</a:t>
            </a:r>
          </a:p>
        </p:txBody>
      </p:sp>
      <p:sp>
        <p:nvSpPr>
          <p:cNvPr id="16" name="AutoShape 2">
            <a:extLst>
              <a:ext uri="{FF2B5EF4-FFF2-40B4-BE49-F238E27FC236}">
                <a16:creationId xmlns:a16="http://schemas.microsoft.com/office/drawing/2014/main" id="{53F0C67B-577E-2C16-44CD-2B8DED4CA686}"/>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9ED2FF">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9ED2FF">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4">
            <a:extLst>
              <a:ext uri="{FF2B5EF4-FFF2-40B4-BE49-F238E27FC236}">
                <a16:creationId xmlns:a16="http://schemas.microsoft.com/office/drawing/2014/main" id="{E0665E40-D4F9-D491-C90C-2DDA3C22CA3F}"/>
              </a:ext>
            </a:extLst>
          </p:cNvPr>
          <p:cNvSpPr/>
          <p:nvPr/>
        </p:nvSpPr>
        <p:spPr>
          <a:xfrm>
            <a:off x="524797" y="4004779"/>
            <a:ext cx="5637284"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9ED2FF">
                    <a:alpha val="50000"/>
                  </a:srgbClr>
                </a:solidFill>
                <a:latin typeface="MiSans VF Light" pitchFamily="2" charset="-122"/>
                <a:ea typeface="MiSans VF Light" pitchFamily="2" charset="-122"/>
                <a:cs typeface="MiSans VF Light" pitchFamily="2" charset="-122"/>
                <a:sym typeface="ChillYunmoGothicBold"/>
              </a:rPr>
              <a:t>这是一句高光文案，一句金句总结本章节的内容。</a:t>
            </a:r>
            <a:endParaRPr lang="zh-CN" altLang="en-US" sz="1600" dirty="0">
              <a:solidFill>
                <a:srgbClr val="9ED2FF">
                  <a:alpha val="50000"/>
                </a:srgbClr>
              </a:solidFill>
              <a:latin typeface="MiSans VF Light" pitchFamily="2" charset="-122"/>
              <a:ea typeface="MiSans VF Light" pitchFamily="2" charset="-122"/>
              <a:cs typeface="MiSans VF Light" pitchFamily="2" charset="-122"/>
              <a:sym typeface="SimHei"/>
            </a:endParaRPr>
          </a:p>
        </p:txBody>
      </p:sp>
    </p:spTree>
    <p:extLst>
      <p:ext uri="{BB962C8B-B14F-4D97-AF65-F5344CB8AC3E}">
        <p14:creationId xmlns:p14="http://schemas.microsoft.com/office/powerpoint/2010/main" val="35028138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2116B-9425-132A-A271-E66DCA17B86F}"/>
            </a:ext>
          </a:extLst>
        </p:cNvPr>
        <p:cNvGrpSpPr/>
        <p:nvPr/>
      </p:nvGrpSpPr>
      <p:grpSpPr>
        <a:xfrm>
          <a:off x="0" y="0"/>
          <a:ext cx="0" cy="0"/>
          <a:chOff x="0" y="0"/>
          <a:chExt cx="0" cy="0"/>
        </a:xfrm>
      </p:grpSpPr>
      <p:sp>
        <p:nvSpPr>
          <p:cNvPr id="6" name="AutoShape 5">
            <a:extLst>
              <a:ext uri="{FF2B5EF4-FFF2-40B4-BE49-F238E27FC236}">
                <a16:creationId xmlns:a16="http://schemas.microsoft.com/office/drawing/2014/main" id="{5C3B4A0A-AD90-C19B-C031-110C3E6BB6A2}"/>
              </a:ext>
            </a:extLst>
          </p:cNvPr>
          <p:cNvSpPr/>
          <p:nvPr/>
        </p:nvSpPr>
        <p:spPr>
          <a:xfrm>
            <a:off x="524798" y="1110092"/>
            <a:ext cx="11207135"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123A5C"/>
                </a:solidFill>
                <a:latin typeface="MiSans VF Bold" pitchFamily="2" charset="-122"/>
                <a:ea typeface="MiSans VF Bold" pitchFamily="2" charset="-122"/>
                <a:cs typeface="MiSans VF Bold" pitchFamily="2" charset="-122"/>
                <a:sym typeface="SimHei"/>
              </a:rPr>
              <a:t>这是本章节标题</a:t>
            </a:r>
            <a:endParaRPr lang="en-US" altLang="zh-CN" sz="4000" b="1" dirty="0">
              <a:solidFill>
                <a:srgbClr val="123A5C"/>
              </a:solidFill>
              <a:latin typeface="MiSans VF Bold" pitchFamily="2" charset="-122"/>
              <a:ea typeface="MiSans VF Bold" pitchFamily="2" charset="-122"/>
              <a:cs typeface="MiSans VF Bold" pitchFamily="2" charset="-122"/>
              <a:sym typeface="SimHei"/>
            </a:endParaRPr>
          </a:p>
        </p:txBody>
      </p:sp>
      <p:sp>
        <p:nvSpPr>
          <p:cNvPr id="25" name="文本框 24">
            <a:extLst>
              <a:ext uri="{FF2B5EF4-FFF2-40B4-BE49-F238E27FC236}">
                <a16:creationId xmlns:a16="http://schemas.microsoft.com/office/drawing/2014/main" id="{D594B9B4-E68F-3DE8-30FE-8FD5D04E51D8}"/>
              </a:ext>
            </a:extLst>
          </p:cNvPr>
          <p:cNvSpPr txBox="1"/>
          <p:nvPr/>
        </p:nvSpPr>
        <p:spPr>
          <a:xfrm>
            <a:off x="524797" y="2607488"/>
            <a:ext cx="3844003" cy="2492990"/>
          </a:xfrm>
          <a:prstGeom prst="rect">
            <a:avLst/>
          </a:prstGeom>
          <a:noFill/>
        </p:spPr>
        <p:txBody>
          <a:bodyPr wrap="square" lIns="0" tIns="0" rIns="0" bIns="0">
            <a:spAutoFit/>
          </a:bodyPr>
          <a:lstStyle/>
          <a:p>
            <a:pPr>
              <a:spcBef>
                <a:spcPts val="1200"/>
              </a:spcBef>
              <a:defRPr/>
            </a:pPr>
            <a:r>
              <a:rPr lang="zh-CN" altLang="en-US" sz="1200" dirty="0">
                <a:solidFill>
                  <a:srgbClr val="1B2733">
                    <a:alpha val="80000"/>
                  </a:srgbClr>
                </a:solidFill>
                <a:latin typeface="MiSans VF Light" pitchFamily="2" charset="-122"/>
                <a:ea typeface="MiSans VF Light" pitchFamily="2" charset="-122"/>
                <a:cs typeface="MiSans VF Light" pitchFamily="2" charset="-122"/>
                <a:sym typeface="SimHei"/>
              </a:rPr>
              <a:t>年轻消费者不只追求“显色、平价、好看”，也开始关注品牌调性、成分安全、妆容场景与情绪表达。雾屿拥有一定用户基础，但品牌识别度不稳定，包装风格多变，内容表达偏种草化。</a:t>
            </a:r>
            <a:endParaRPr lang="en-US" altLang="zh-CN" sz="1200" dirty="0">
              <a:solidFill>
                <a:srgbClr val="1B2733">
                  <a:alpha val="80000"/>
                </a:srgbClr>
              </a:solidFill>
              <a:latin typeface="MiSans VF Light" pitchFamily="2" charset="-122"/>
              <a:ea typeface="MiSans VF Light" pitchFamily="2" charset="-122"/>
              <a:cs typeface="MiSans VF Light" pitchFamily="2" charset="-122"/>
              <a:sym typeface="SimHei"/>
            </a:endParaRPr>
          </a:p>
          <a:p>
            <a:pPr marL="228600" indent="-228600">
              <a:spcBef>
                <a:spcPts val="1200"/>
              </a:spcBef>
              <a:buFont typeface="+mj-lt"/>
              <a:buAutoNum type="arabicPeriod"/>
              <a:defRPr/>
            </a:pPr>
            <a:r>
              <a:rPr lang="zh-CN" altLang="en-US" sz="1200" dirty="0">
                <a:solidFill>
                  <a:srgbClr val="1B2733">
                    <a:alpha val="80000"/>
                  </a:srgbClr>
                </a:solidFill>
                <a:latin typeface="MiSans VF Light" pitchFamily="2" charset="-122"/>
                <a:ea typeface="MiSans VF Light" pitchFamily="2" charset="-122"/>
                <a:cs typeface="MiSans VF Light" pitchFamily="2" charset="-122"/>
                <a:sym typeface="SimHei"/>
              </a:rPr>
              <a:t>年轻消费者不只追求“显色、平价、好看”，也开始关注品牌调性、成分安全、妆容场景与情绪表达。</a:t>
            </a:r>
          </a:p>
          <a:p>
            <a:pPr marL="228600" indent="-228600">
              <a:spcBef>
                <a:spcPts val="1200"/>
              </a:spcBef>
              <a:buFont typeface="+mj-lt"/>
              <a:buAutoNum type="arabicPeriod"/>
              <a:defRPr/>
            </a:pPr>
            <a:r>
              <a:rPr lang="zh-CN" altLang="en-US" sz="1200" dirty="0">
                <a:solidFill>
                  <a:srgbClr val="1B2733">
                    <a:alpha val="80000"/>
                  </a:srgbClr>
                </a:solidFill>
                <a:latin typeface="MiSans VF Light" pitchFamily="2" charset="-122"/>
                <a:ea typeface="MiSans VF Light" pitchFamily="2" charset="-122"/>
                <a:cs typeface="MiSans VF Light" pitchFamily="2" charset="-122"/>
                <a:sym typeface="SimHei"/>
              </a:rPr>
              <a:t>雾屿拥有一定用户基础，但品牌识别度不稳定，包装风格多变，内容表达偏种草化。</a:t>
            </a:r>
          </a:p>
          <a:p>
            <a:pPr marL="228600" indent="-228600">
              <a:spcBef>
                <a:spcPts val="1200"/>
              </a:spcBef>
              <a:buFont typeface="+mj-lt"/>
              <a:buAutoNum type="arabicPeriod"/>
              <a:defRPr/>
            </a:pPr>
            <a:r>
              <a:rPr lang="zh-CN" altLang="en-US" sz="1200" dirty="0">
                <a:solidFill>
                  <a:srgbClr val="1B2733">
                    <a:alpha val="80000"/>
                  </a:srgbClr>
                </a:solidFill>
                <a:latin typeface="MiSans VF Light" pitchFamily="2" charset="-122"/>
                <a:ea typeface="MiSans VF Light" pitchFamily="2" charset="-122"/>
                <a:cs typeface="MiSans VF Light" pitchFamily="2" charset="-122"/>
                <a:sym typeface="SimHei"/>
              </a:rPr>
              <a:t>年轻消费者不只追求“显色、平价、好看”，也开始关注品牌调性、成分安全、妆容场景与情绪表达。雾屿拥有一定用户基础。</a:t>
            </a:r>
          </a:p>
        </p:txBody>
      </p:sp>
      <p:grpSp>
        <p:nvGrpSpPr>
          <p:cNvPr id="10" name="组合 9">
            <a:extLst>
              <a:ext uri="{FF2B5EF4-FFF2-40B4-BE49-F238E27FC236}">
                <a16:creationId xmlns:a16="http://schemas.microsoft.com/office/drawing/2014/main" id="{B46141B4-C98C-9431-B256-D50D2AE0E3BF}"/>
              </a:ext>
            </a:extLst>
          </p:cNvPr>
          <p:cNvGrpSpPr/>
          <p:nvPr/>
        </p:nvGrpSpPr>
        <p:grpSpPr>
          <a:xfrm>
            <a:off x="0" y="0"/>
            <a:ext cx="12192000" cy="420753"/>
            <a:chOff x="0" y="0"/>
            <a:chExt cx="12192000" cy="420753"/>
          </a:xfrm>
        </p:grpSpPr>
        <p:sp>
          <p:nvSpPr>
            <p:cNvPr id="11" name="矩形 10">
              <a:extLst>
                <a:ext uri="{FF2B5EF4-FFF2-40B4-BE49-F238E27FC236}">
                  <a16:creationId xmlns:a16="http://schemas.microsoft.com/office/drawing/2014/main" id="{813D102D-0F0F-E2CC-FFBA-B2897DE2CF8A}"/>
                </a:ext>
              </a:extLst>
            </p:cNvPr>
            <p:cNvSpPr/>
            <p:nvPr/>
          </p:nvSpPr>
          <p:spPr>
            <a:xfrm>
              <a:off x="1927073" y="0"/>
              <a:ext cx="1449238" cy="420753"/>
            </a:xfrm>
            <a:prstGeom prst="rect">
              <a:avLst/>
            </a:prstGeom>
            <a:solidFill>
              <a:srgbClr val="E8F1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123A5C">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123A5C">
                    <a:alpha val="50000"/>
                  </a:srgbClr>
                </a:solidFill>
                <a:latin typeface="MiSans VF Light" pitchFamily="2" charset="-122"/>
                <a:ea typeface="MiSans VF Light" pitchFamily="2" charset="-122"/>
                <a:cs typeface="MiSans VF Light" pitchFamily="2" charset="-122"/>
                <a:sym typeface="SimHei"/>
              </a:endParaRPr>
            </a:p>
          </p:txBody>
        </p:sp>
        <p:sp>
          <p:nvSpPr>
            <p:cNvPr id="12" name="矩形 11">
              <a:extLst>
                <a:ext uri="{FF2B5EF4-FFF2-40B4-BE49-F238E27FC236}">
                  <a16:creationId xmlns:a16="http://schemas.microsoft.com/office/drawing/2014/main" id="{89B3B8C7-5203-D612-9AA6-79DBD2A06C9C}"/>
                </a:ext>
              </a:extLst>
            </p:cNvPr>
            <p:cNvSpPr/>
            <p:nvPr/>
          </p:nvSpPr>
          <p:spPr>
            <a:xfrm>
              <a:off x="4866872" y="0"/>
              <a:ext cx="1449238" cy="420753"/>
            </a:xfrm>
            <a:prstGeom prst="rect">
              <a:avLst/>
            </a:prstGeom>
            <a:solidFill>
              <a:srgbClr val="1F6F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内容目标</a:t>
              </a:r>
            </a:p>
          </p:txBody>
        </p:sp>
        <p:sp>
          <p:nvSpPr>
            <p:cNvPr id="13" name="矩形 12">
              <a:extLst>
                <a:ext uri="{FF2B5EF4-FFF2-40B4-BE49-F238E27FC236}">
                  <a16:creationId xmlns:a16="http://schemas.microsoft.com/office/drawing/2014/main" id="{733182D5-EEB6-B0A5-A8E1-99AADFA682D2}"/>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现状综述</a:t>
              </a:r>
            </a:p>
          </p:txBody>
        </p:sp>
        <p:sp>
          <p:nvSpPr>
            <p:cNvPr id="15" name="矩形 14">
              <a:extLst>
                <a:ext uri="{FF2B5EF4-FFF2-40B4-BE49-F238E27FC236}">
                  <a16:creationId xmlns:a16="http://schemas.microsoft.com/office/drawing/2014/main" id="{9552009C-C1D8-A7E2-028F-CD8E0CDEDF1C}"/>
                </a:ext>
              </a:extLst>
            </p:cNvPr>
            <p:cNvSpPr/>
            <p:nvPr/>
          </p:nvSpPr>
          <p:spPr>
            <a:xfrm>
              <a:off x="6338484"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方法路线</a:t>
              </a:r>
            </a:p>
          </p:txBody>
        </p:sp>
        <p:sp>
          <p:nvSpPr>
            <p:cNvPr id="16" name="矩形 15">
              <a:extLst>
                <a:ext uri="{FF2B5EF4-FFF2-40B4-BE49-F238E27FC236}">
                  <a16:creationId xmlns:a16="http://schemas.microsoft.com/office/drawing/2014/main" id="{8A75AE8C-0E84-7A0B-1C0D-05BF37BC489C}"/>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计划安排</a:t>
              </a:r>
            </a:p>
          </p:txBody>
        </p:sp>
        <p:sp>
          <p:nvSpPr>
            <p:cNvPr id="17" name="矩形 16">
              <a:extLst>
                <a:ext uri="{FF2B5EF4-FFF2-40B4-BE49-F238E27FC236}">
                  <a16:creationId xmlns:a16="http://schemas.microsoft.com/office/drawing/2014/main" id="{BC8701DE-4067-DBFE-125E-F71D20E8A0DE}"/>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成果创新</a:t>
              </a:r>
            </a:p>
          </p:txBody>
        </p:sp>
        <p:sp>
          <p:nvSpPr>
            <p:cNvPr id="18" name="矩形 17">
              <a:extLst>
                <a:ext uri="{FF2B5EF4-FFF2-40B4-BE49-F238E27FC236}">
                  <a16:creationId xmlns:a16="http://schemas.microsoft.com/office/drawing/2014/main" id="{99063388-98C8-325D-3D53-BF999FCE98D4}"/>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参考文献</a:t>
              </a:r>
            </a:p>
          </p:txBody>
        </p:sp>
        <p:grpSp>
          <p:nvGrpSpPr>
            <p:cNvPr id="19" name="组合 18">
              <a:extLst>
                <a:ext uri="{FF2B5EF4-FFF2-40B4-BE49-F238E27FC236}">
                  <a16:creationId xmlns:a16="http://schemas.microsoft.com/office/drawing/2014/main" id="{DE4C1A2F-D4D0-376D-B9EA-BACEEE24C6B2}"/>
                </a:ext>
              </a:extLst>
            </p:cNvPr>
            <p:cNvGrpSpPr/>
            <p:nvPr/>
          </p:nvGrpSpPr>
          <p:grpSpPr>
            <a:xfrm>
              <a:off x="0" y="0"/>
              <a:ext cx="1904698" cy="420753"/>
              <a:chOff x="0" y="0"/>
              <a:chExt cx="1904698" cy="420753"/>
            </a:xfrm>
          </p:grpSpPr>
          <p:sp>
            <p:nvSpPr>
              <p:cNvPr id="20" name="矩形 19">
                <a:extLst>
                  <a:ext uri="{FF2B5EF4-FFF2-40B4-BE49-F238E27FC236}">
                    <a16:creationId xmlns:a16="http://schemas.microsoft.com/office/drawing/2014/main" id="{FAE2FFA9-F5AA-66A4-111E-143F0A0283DB}"/>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164466"/>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164466"/>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1" name="图形 20">
                <a:extLst>
                  <a:ext uri="{FF2B5EF4-FFF2-40B4-BE49-F238E27FC236}">
                    <a16:creationId xmlns:a16="http://schemas.microsoft.com/office/drawing/2014/main" id="{E5461FEC-CC68-C119-1D04-51B5FDCBD9F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graphicFrame>
        <p:nvGraphicFramePr>
          <p:cNvPr id="2" name="170">
            <a:extLst>
              <a:ext uri="{FF2B5EF4-FFF2-40B4-BE49-F238E27FC236}">
                <a16:creationId xmlns:a16="http://schemas.microsoft.com/office/drawing/2014/main" id="{204A7245-1D58-13FE-21B7-0176D09198AF}"/>
              </a:ext>
            </a:extLst>
          </p:cNvPr>
          <p:cNvGraphicFramePr/>
          <p:nvPr>
            <p:extLst>
              <p:ext uri="{D42A27DB-BD31-4B8C-83A1-F6EECF244321}">
                <p14:modId xmlns:p14="http://schemas.microsoft.com/office/powerpoint/2010/main" val="2692286073"/>
              </p:ext>
            </p:extLst>
          </p:nvPr>
        </p:nvGraphicFramePr>
        <p:xfrm>
          <a:off x="5232400" y="1974297"/>
          <a:ext cx="6499533" cy="4194209"/>
        </p:xfrm>
        <a:graphic>
          <a:graphicData uri="http://schemas.openxmlformats.org/drawingml/2006/chart">
            <c:chart xmlns:c="http://schemas.openxmlformats.org/drawingml/2006/chart" xmlns:r="http://schemas.openxmlformats.org/officeDocument/2006/relationships" r:id="rId3"/>
          </a:graphicData>
        </a:graphic>
      </p:graphicFrame>
      <p:sp>
        <p:nvSpPr>
          <p:cNvPr id="3" name="AutoShape 2">
            <a:extLst>
              <a:ext uri="{FF2B5EF4-FFF2-40B4-BE49-F238E27FC236}">
                <a16:creationId xmlns:a16="http://schemas.microsoft.com/office/drawing/2014/main" id="{3E439204-F891-39E7-9BBF-28720828F41D}"/>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spTree>
    <p:extLst>
      <p:ext uri="{BB962C8B-B14F-4D97-AF65-F5344CB8AC3E}">
        <p14:creationId xmlns:p14="http://schemas.microsoft.com/office/powerpoint/2010/main" val="30792550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E12AE-0EA8-F8C1-F4F0-38E934224163}"/>
            </a:ext>
          </a:extLst>
        </p:cNvPr>
        <p:cNvGrpSpPr/>
        <p:nvPr/>
      </p:nvGrpSpPr>
      <p:grpSpPr>
        <a:xfrm>
          <a:off x="0" y="0"/>
          <a:ext cx="0" cy="0"/>
          <a:chOff x="0" y="0"/>
          <a:chExt cx="0" cy="0"/>
        </a:xfrm>
      </p:grpSpPr>
      <p:sp>
        <p:nvSpPr>
          <p:cNvPr id="5" name="AutoShape 5">
            <a:extLst>
              <a:ext uri="{FF2B5EF4-FFF2-40B4-BE49-F238E27FC236}">
                <a16:creationId xmlns:a16="http://schemas.microsoft.com/office/drawing/2014/main" id="{9EC7B1DA-A98F-5E8D-F69E-601169067851}"/>
              </a:ext>
            </a:extLst>
          </p:cNvPr>
          <p:cNvSpPr/>
          <p:nvPr/>
        </p:nvSpPr>
        <p:spPr>
          <a:xfrm>
            <a:off x="524799" y="1110092"/>
            <a:ext cx="11208484"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123A5C"/>
                </a:solidFill>
                <a:latin typeface="MiSans VF Bold" pitchFamily="2" charset="-122"/>
                <a:ea typeface="MiSans VF Bold" pitchFamily="2" charset="-122"/>
                <a:cs typeface="MiSans VF Bold" pitchFamily="2" charset="-122"/>
                <a:sym typeface="SimHei"/>
              </a:rPr>
              <a:t>研究的内容与范围</a:t>
            </a:r>
            <a:endParaRPr lang="en-US" altLang="zh-CN" sz="4000" b="1" dirty="0">
              <a:solidFill>
                <a:srgbClr val="123A5C"/>
              </a:solidFill>
              <a:latin typeface="MiSans VF Bold" pitchFamily="2" charset="-122"/>
              <a:ea typeface="MiSans VF Bold" pitchFamily="2" charset="-122"/>
              <a:cs typeface="MiSans VF Bold" pitchFamily="2" charset="-122"/>
              <a:sym typeface="SimHei"/>
            </a:endParaRPr>
          </a:p>
        </p:txBody>
      </p:sp>
      <p:cxnSp>
        <p:nvCxnSpPr>
          <p:cNvPr id="10" name="直线连接符 9">
            <a:extLst>
              <a:ext uri="{FF2B5EF4-FFF2-40B4-BE49-F238E27FC236}">
                <a16:creationId xmlns:a16="http://schemas.microsoft.com/office/drawing/2014/main" id="{9924D6C9-8791-DDCF-33C8-4558BEBDD1EA}"/>
              </a:ext>
            </a:extLst>
          </p:cNvPr>
          <p:cNvCxnSpPr>
            <a:cxnSpLocks/>
          </p:cNvCxnSpPr>
          <p:nvPr/>
        </p:nvCxnSpPr>
        <p:spPr>
          <a:xfrm>
            <a:off x="524799" y="2745218"/>
            <a:ext cx="11208485" cy="0"/>
          </a:xfrm>
          <a:prstGeom prst="line">
            <a:avLst/>
          </a:prstGeom>
          <a:ln>
            <a:solidFill>
              <a:srgbClr val="5B7187">
                <a:alpha val="1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56A45598-23A6-64EC-1063-D38953D32EBC}"/>
              </a:ext>
            </a:extLst>
          </p:cNvPr>
          <p:cNvSpPr txBox="1"/>
          <p:nvPr/>
        </p:nvSpPr>
        <p:spPr>
          <a:xfrm>
            <a:off x="524798" y="1851668"/>
            <a:ext cx="4063158" cy="369332"/>
          </a:xfrm>
          <a:prstGeom prst="rect">
            <a:avLst/>
          </a:prstGeom>
          <a:noFill/>
        </p:spPr>
        <p:txBody>
          <a:bodyPr wrap="square" lIns="0" tIns="0" rIns="0" bIns="0" anchor="t" anchorCtr="0">
            <a:spAutoFit/>
          </a:bodyPr>
          <a:lstStyle/>
          <a:p>
            <a:pPr>
              <a:spcBef>
                <a:spcPts val="1200"/>
              </a:spcBef>
              <a:defRPr/>
            </a:pPr>
            <a:r>
              <a:rPr lang="zh-CN" altLang="en-US" sz="1200" dirty="0">
                <a:solidFill>
                  <a:srgbClr val="1B2733"/>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a:t>
            </a:r>
          </a:p>
        </p:txBody>
      </p:sp>
      <p:sp>
        <p:nvSpPr>
          <p:cNvPr id="11" name="文本框 10">
            <a:extLst>
              <a:ext uri="{FF2B5EF4-FFF2-40B4-BE49-F238E27FC236}">
                <a16:creationId xmlns:a16="http://schemas.microsoft.com/office/drawing/2014/main" id="{C3C8E45D-16B3-AEFF-A3CB-723371511427}"/>
              </a:ext>
            </a:extLst>
          </p:cNvPr>
          <p:cNvSpPr txBox="1"/>
          <p:nvPr/>
        </p:nvSpPr>
        <p:spPr>
          <a:xfrm>
            <a:off x="6551684" y="3011016"/>
            <a:ext cx="5181599"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1B2733"/>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a:t>
            </a:r>
          </a:p>
        </p:txBody>
      </p:sp>
      <p:cxnSp>
        <p:nvCxnSpPr>
          <p:cNvPr id="18" name="直线连接符 17">
            <a:extLst>
              <a:ext uri="{FF2B5EF4-FFF2-40B4-BE49-F238E27FC236}">
                <a16:creationId xmlns:a16="http://schemas.microsoft.com/office/drawing/2014/main" id="{3E5AF4B3-2FB2-CCFC-4E31-F169C265A7DC}"/>
              </a:ext>
            </a:extLst>
          </p:cNvPr>
          <p:cNvCxnSpPr>
            <a:cxnSpLocks/>
          </p:cNvCxnSpPr>
          <p:nvPr/>
        </p:nvCxnSpPr>
        <p:spPr>
          <a:xfrm>
            <a:off x="524799" y="3830812"/>
            <a:ext cx="11208485" cy="0"/>
          </a:xfrm>
          <a:prstGeom prst="line">
            <a:avLst/>
          </a:prstGeom>
          <a:ln>
            <a:solidFill>
              <a:srgbClr val="5B7187">
                <a:alpha val="10000"/>
              </a:srgbClr>
            </a:solidFill>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B466604A-F16C-B39E-5506-43441CA572BF}"/>
              </a:ext>
            </a:extLst>
          </p:cNvPr>
          <p:cNvSpPr txBox="1"/>
          <p:nvPr/>
        </p:nvSpPr>
        <p:spPr>
          <a:xfrm>
            <a:off x="6551684" y="4096610"/>
            <a:ext cx="5181599"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1B2733"/>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a:t>
            </a:r>
          </a:p>
        </p:txBody>
      </p:sp>
      <p:cxnSp>
        <p:nvCxnSpPr>
          <p:cNvPr id="22" name="直线连接符 21">
            <a:extLst>
              <a:ext uri="{FF2B5EF4-FFF2-40B4-BE49-F238E27FC236}">
                <a16:creationId xmlns:a16="http://schemas.microsoft.com/office/drawing/2014/main" id="{6151BAC6-7978-EF1F-C1DE-1348AB8DC537}"/>
              </a:ext>
            </a:extLst>
          </p:cNvPr>
          <p:cNvCxnSpPr>
            <a:cxnSpLocks/>
          </p:cNvCxnSpPr>
          <p:nvPr/>
        </p:nvCxnSpPr>
        <p:spPr>
          <a:xfrm>
            <a:off x="524799" y="4916406"/>
            <a:ext cx="11208485" cy="0"/>
          </a:xfrm>
          <a:prstGeom prst="line">
            <a:avLst/>
          </a:prstGeom>
          <a:ln>
            <a:solidFill>
              <a:srgbClr val="5B7187">
                <a:alpha val="10000"/>
              </a:srgbClr>
            </a:solidFill>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C672AE45-47FA-F032-9CB4-A761956DC8BC}"/>
              </a:ext>
            </a:extLst>
          </p:cNvPr>
          <p:cNvSpPr txBox="1"/>
          <p:nvPr/>
        </p:nvSpPr>
        <p:spPr>
          <a:xfrm>
            <a:off x="6551684" y="5182204"/>
            <a:ext cx="5181599" cy="369332"/>
          </a:xfrm>
          <a:prstGeom prst="rect">
            <a:avLst/>
          </a:prstGeom>
          <a:noFill/>
        </p:spPr>
        <p:txBody>
          <a:bodyPr wrap="square" lIns="0" tIns="0" rIns="0" bIns="0" anchor="t" anchorCtr="0">
            <a:spAutoFit/>
          </a:bodyPr>
          <a:lstStyle/>
          <a:p>
            <a:pPr>
              <a:spcBef>
                <a:spcPts val="1200"/>
              </a:spcBef>
              <a:defRPr/>
            </a:pPr>
            <a:r>
              <a:rPr lang="zh-CN" altLang="en-US" sz="1200" dirty="0">
                <a:solidFill>
                  <a:srgbClr val="1B2733"/>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a:t>
            </a:r>
          </a:p>
        </p:txBody>
      </p:sp>
      <p:cxnSp>
        <p:nvCxnSpPr>
          <p:cNvPr id="24" name="直线连接符 23">
            <a:extLst>
              <a:ext uri="{FF2B5EF4-FFF2-40B4-BE49-F238E27FC236}">
                <a16:creationId xmlns:a16="http://schemas.microsoft.com/office/drawing/2014/main" id="{1FFAEC80-9FDC-34F1-957F-F9DB0D69B1C0}"/>
              </a:ext>
            </a:extLst>
          </p:cNvPr>
          <p:cNvCxnSpPr>
            <a:cxnSpLocks/>
          </p:cNvCxnSpPr>
          <p:nvPr/>
        </p:nvCxnSpPr>
        <p:spPr>
          <a:xfrm>
            <a:off x="524799" y="6002002"/>
            <a:ext cx="11208485" cy="0"/>
          </a:xfrm>
          <a:prstGeom prst="line">
            <a:avLst/>
          </a:prstGeom>
          <a:ln>
            <a:solidFill>
              <a:srgbClr val="5B7187">
                <a:alpha val="10000"/>
              </a:srgbClr>
            </a:solidFill>
          </a:ln>
        </p:spPr>
        <p:style>
          <a:lnRef idx="1">
            <a:schemeClr val="accent1"/>
          </a:lnRef>
          <a:fillRef idx="0">
            <a:schemeClr val="accent1"/>
          </a:fillRef>
          <a:effectRef idx="0">
            <a:schemeClr val="accent1"/>
          </a:effectRef>
          <a:fontRef idx="minor">
            <a:schemeClr val="tx1"/>
          </a:fontRef>
        </p:style>
      </p:cxnSp>
      <p:sp>
        <p:nvSpPr>
          <p:cNvPr id="25" name="AutoShape 5">
            <a:extLst>
              <a:ext uri="{FF2B5EF4-FFF2-40B4-BE49-F238E27FC236}">
                <a16:creationId xmlns:a16="http://schemas.microsoft.com/office/drawing/2014/main" id="{A360189E-AA9D-7903-705B-2EC8CEBA4365}"/>
              </a:ext>
            </a:extLst>
          </p:cNvPr>
          <p:cNvSpPr/>
          <p:nvPr/>
        </p:nvSpPr>
        <p:spPr>
          <a:xfrm>
            <a:off x="524799" y="3009744"/>
            <a:ext cx="33995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123A5C"/>
                </a:solidFill>
                <a:latin typeface="MiSans VF Light" pitchFamily="2" charset="-122"/>
                <a:ea typeface="MiSans VF Light" pitchFamily="2" charset="-122"/>
                <a:cs typeface="MiSans VF Light" pitchFamily="2" charset="-122"/>
                <a:sym typeface="SimHei"/>
              </a:rPr>
              <a:t>70%</a:t>
            </a:r>
          </a:p>
        </p:txBody>
      </p:sp>
      <p:sp>
        <p:nvSpPr>
          <p:cNvPr id="26" name="AutoShape 5">
            <a:extLst>
              <a:ext uri="{FF2B5EF4-FFF2-40B4-BE49-F238E27FC236}">
                <a16:creationId xmlns:a16="http://schemas.microsoft.com/office/drawing/2014/main" id="{D8E9F804-4A86-2846-E410-3D0E400412A4}"/>
              </a:ext>
            </a:extLst>
          </p:cNvPr>
          <p:cNvSpPr/>
          <p:nvPr/>
        </p:nvSpPr>
        <p:spPr>
          <a:xfrm>
            <a:off x="524799" y="4089244"/>
            <a:ext cx="33995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123A5C"/>
                </a:solidFill>
                <a:latin typeface="MiSans VF Light" pitchFamily="2" charset="-122"/>
                <a:ea typeface="MiSans VF Light" pitchFamily="2" charset="-122"/>
                <a:cs typeface="MiSans VF Light" pitchFamily="2" charset="-122"/>
                <a:sym typeface="SimHei"/>
              </a:rPr>
              <a:t>21%</a:t>
            </a:r>
          </a:p>
        </p:txBody>
      </p:sp>
      <p:sp>
        <p:nvSpPr>
          <p:cNvPr id="27" name="AutoShape 5">
            <a:extLst>
              <a:ext uri="{FF2B5EF4-FFF2-40B4-BE49-F238E27FC236}">
                <a16:creationId xmlns:a16="http://schemas.microsoft.com/office/drawing/2014/main" id="{BECCACB3-9CA0-1C2F-2423-9610120F2163}"/>
              </a:ext>
            </a:extLst>
          </p:cNvPr>
          <p:cNvSpPr/>
          <p:nvPr/>
        </p:nvSpPr>
        <p:spPr>
          <a:xfrm>
            <a:off x="524799" y="5168744"/>
            <a:ext cx="33995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123A5C"/>
                </a:solidFill>
                <a:latin typeface="MiSans VF Light" pitchFamily="2" charset="-122"/>
                <a:ea typeface="MiSans VF Light" pitchFamily="2" charset="-122"/>
                <a:cs typeface="MiSans VF Light" pitchFamily="2" charset="-122"/>
                <a:sym typeface="SimHei"/>
              </a:rPr>
              <a:t>9%</a:t>
            </a:r>
          </a:p>
        </p:txBody>
      </p:sp>
      <p:grpSp>
        <p:nvGrpSpPr>
          <p:cNvPr id="6" name="组合 5">
            <a:extLst>
              <a:ext uri="{FF2B5EF4-FFF2-40B4-BE49-F238E27FC236}">
                <a16:creationId xmlns:a16="http://schemas.microsoft.com/office/drawing/2014/main" id="{8223C12B-2010-E2F1-CC77-D04873B0E24F}"/>
              </a:ext>
            </a:extLst>
          </p:cNvPr>
          <p:cNvGrpSpPr/>
          <p:nvPr/>
        </p:nvGrpSpPr>
        <p:grpSpPr>
          <a:xfrm>
            <a:off x="0" y="0"/>
            <a:ext cx="12192000" cy="420753"/>
            <a:chOff x="0" y="0"/>
            <a:chExt cx="12192000" cy="420753"/>
          </a:xfrm>
        </p:grpSpPr>
        <p:sp>
          <p:nvSpPr>
            <p:cNvPr id="12" name="矩形 11">
              <a:extLst>
                <a:ext uri="{FF2B5EF4-FFF2-40B4-BE49-F238E27FC236}">
                  <a16:creationId xmlns:a16="http://schemas.microsoft.com/office/drawing/2014/main" id="{42FD1EAE-A9B9-8D81-3444-80663A7DE298}"/>
                </a:ext>
              </a:extLst>
            </p:cNvPr>
            <p:cNvSpPr/>
            <p:nvPr/>
          </p:nvSpPr>
          <p:spPr>
            <a:xfrm>
              <a:off x="1927073" y="0"/>
              <a:ext cx="1449238" cy="420753"/>
            </a:xfrm>
            <a:prstGeom prst="rect">
              <a:avLst/>
            </a:prstGeom>
            <a:solidFill>
              <a:srgbClr val="E8F1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123A5C">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123A5C">
                    <a:alpha val="50000"/>
                  </a:srgbClr>
                </a:solidFill>
                <a:latin typeface="MiSans VF Light" pitchFamily="2" charset="-122"/>
                <a:ea typeface="MiSans VF Light" pitchFamily="2" charset="-122"/>
                <a:cs typeface="MiSans VF Light" pitchFamily="2" charset="-122"/>
                <a:sym typeface="SimHei"/>
              </a:endParaRPr>
            </a:p>
          </p:txBody>
        </p:sp>
        <p:sp>
          <p:nvSpPr>
            <p:cNvPr id="13" name="矩形 12">
              <a:extLst>
                <a:ext uri="{FF2B5EF4-FFF2-40B4-BE49-F238E27FC236}">
                  <a16:creationId xmlns:a16="http://schemas.microsoft.com/office/drawing/2014/main" id="{F64878CB-1A50-B4DB-F8FA-CD768479B5E4}"/>
                </a:ext>
              </a:extLst>
            </p:cNvPr>
            <p:cNvSpPr/>
            <p:nvPr/>
          </p:nvSpPr>
          <p:spPr>
            <a:xfrm>
              <a:off x="4866872" y="0"/>
              <a:ext cx="1449238" cy="420753"/>
            </a:xfrm>
            <a:prstGeom prst="rect">
              <a:avLst/>
            </a:prstGeom>
            <a:solidFill>
              <a:srgbClr val="1F6F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内容目标</a:t>
              </a:r>
            </a:p>
          </p:txBody>
        </p:sp>
        <p:sp>
          <p:nvSpPr>
            <p:cNvPr id="14" name="矩形 13">
              <a:extLst>
                <a:ext uri="{FF2B5EF4-FFF2-40B4-BE49-F238E27FC236}">
                  <a16:creationId xmlns:a16="http://schemas.microsoft.com/office/drawing/2014/main" id="{C8CCA59B-37FF-E0CD-DF0E-ECC7673E022C}"/>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现状综述</a:t>
              </a:r>
            </a:p>
          </p:txBody>
        </p:sp>
        <p:sp>
          <p:nvSpPr>
            <p:cNvPr id="15" name="矩形 14">
              <a:extLst>
                <a:ext uri="{FF2B5EF4-FFF2-40B4-BE49-F238E27FC236}">
                  <a16:creationId xmlns:a16="http://schemas.microsoft.com/office/drawing/2014/main" id="{8E8D04E1-8EC9-66CA-074D-9733A2136DC5}"/>
                </a:ext>
              </a:extLst>
            </p:cNvPr>
            <p:cNvSpPr/>
            <p:nvPr/>
          </p:nvSpPr>
          <p:spPr>
            <a:xfrm>
              <a:off x="6338484"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方法路线</a:t>
              </a:r>
            </a:p>
          </p:txBody>
        </p:sp>
        <p:sp>
          <p:nvSpPr>
            <p:cNvPr id="16" name="矩形 15">
              <a:extLst>
                <a:ext uri="{FF2B5EF4-FFF2-40B4-BE49-F238E27FC236}">
                  <a16:creationId xmlns:a16="http://schemas.microsoft.com/office/drawing/2014/main" id="{0B5BC4D6-E009-9D52-5D73-B874403E5FA0}"/>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计划安排</a:t>
              </a:r>
            </a:p>
          </p:txBody>
        </p:sp>
        <p:sp>
          <p:nvSpPr>
            <p:cNvPr id="20" name="矩形 19">
              <a:extLst>
                <a:ext uri="{FF2B5EF4-FFF2-40B4-BE49-F238E27FC236}">
                  <a16:creationId xmlns:a16="http://schemas.microsoft.com/office/drawing/2014/main" id="{BFD63132-05C9-B001-D8E6-2875771723E3}"/>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成果创新</a:t>
              </a:r>
            </a:p>
          </p:txBody>
        </p:sp>
        <p:sp>
          <p:nvSpPr>
            <p:cNvPr id="21" name="矩形 20">
              <a:extLst>
                <a:ext uri="{FF2B5EF4-FFF2-40B4-BE49-F238E27FC236}">
                  <a16:creationId xmlns:a16="http://schemas.microsoft.com/office/drawing/2014/main" id="{6D091887-8CAC-07D0-AA6B-8068D10B1A0D}"/>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参考文献</a:t>
              </a:r>
            </a:p>
          </p:txBody>
        </p:sp>
        <p:grpSp>
          <p:nvGrpSpPr>
            <p:cNvPr id="28" name="组合 27">
              <a:extLst>
                <a:ext uri="{FF2B5EF4-FFF2-40B4-BE49-F238E27FC236}">
                  <a16:creationId xmlns:a16="http://schemas.microsoft.com/office/drawing/2014/main" id="{D6F784F7-FE8C-DE9E-AFCC-F579F5BC038C}"/>
                </a:ext>
              </a:extLst>
            </p:cNvPr>
            <p:cNvGrpSpPr/>
            <p:nvPr/>
          </p:nvGrpSpPr>
          <p:grpSpPr>
            <a:xfrm>
              <a:off x="0" y="0"/>
              <a:ext cx="1904698" cy="420753"/>
              <a:chOff x="0" y="0"/>
              <a:chExt cx="1904698" cy="420753"/>
            </a:xfrm>
          </p:grpSpPr>
          <p:sp>
            <p:nvSpPr>
              <p:cNvPr id="29" name="矩形 28">
                <a:extLst>
                  <a:ext uri="{FF2B5EF4-FFF2-40B4-BE49-F238E27FC236}">
                    <a16:creationId xmlns:a16="http://schemas.microsoft.com/office/drawing/2014/main" id="{E01B44B1-D3B9-54FF-E4E8-C390A0470E1D}"/>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164466"/>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164466"/>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30" name="图形 29">
                <a:extLst>
                  <a:ext uri="{FF2B5EF4-FFF2-40B4-BE49-F238E27FC236}">
                    <a16:creationId xmlns:a16="http://schemas.microsoft.com/office/drawing/2014/main" id="{9D8B6BC3-69D2-8DB6-C5A2-91BCE0580DF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9370" y="74343"/>
                <a:ext cx="233779" cy="233779"/>
              </a:xfrm>
              <a:prstGeom prst="rect">
                <a:avLst/>
              </a:prstGeom>
            </p:spPr>
          </p:pic>
        </p:grpSp>
      </p:grpSp>
      <p:sp>
        <p:nvSpPr>
          <p:cNvPr id="31" name="AutoShape 2">
            <a:extLst>
              <a:ext uri="{FF2B5EF4-FFF2-40B4-BE49-F238E27FC236}">
                <a16:creationId xmlns:a16="http://schemas.microsoft.com/office/drawing/2014/main" id="{3626B9DE-411B-323B-BC4F-844708D3F219}"/>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spTree>
    <p:extLst>
      <p:ext uri="{BB962C8B-B14F-4D97-AF65-F5344CB8AC3E}">
        <p14:creationId xmlns:p14="http://schemas.microsoft.com/office/powerpoint/2010/main" val="22375834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8A593-A99C-D2FE-D77C-36E5F2C8FC50}"/>
            </a:ext>
          </a:extLst>
        </p:cNvPr>
        <p:cNvGrpSpPr/>
        <p:nvPr/>
      </p:nvGrpSpPr>
      <p:grpSpPr>
        <a:xfrm>
          <a:off x="0" y="0"/>
          <a:ext cx="0" cy="0"/>
          <a:chOff x="0" y="0"/>
          <a:chExt cx="0" cy="0"/>
        </a:xfrm>
      </p:grpSpPr>
      <p:sp>
        <p:nvSpPr>
          <p:cNvPr id="6" name="AutoShape 5">
            <a:extLst>
              <a:ext uri="{FF2B5EF4-FFF2-40B4-BE49-F238E27FC236}">
                <a16:creationId xmlns:a16="http://schemas.microsoft.com/office/drawing/2014/main" id="{E89CED06-68D7-42C2-94E3-78AB3BA2CBF2}"/>
              </a:ext>
            </a:extLst>
          </p:cNvPr>
          <p:cNvSpPr/>
          <p:nvPr/>
        </p:nvSpPr>
        <p:spPr>
          <a:xfrm>
            <a:off x="524799" y="1110092"/>
            <a:ext cx="10837468"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123A5C"/>
                </a:solidFill>
                <a:latin typeface="MiSans VF Bold" pitchFamily="2" charset="-122"/>
                <a:ea typeface="MiSans VF Bold" pitchFamily="2" charset="-122"/>
                <a:cs typeface="MiSans VF Bold" pitchFamily="2" charset="-122"/>
                <a:sym typeface="SimHei"/>
              </a:rPr>
              <a:t>研究问题或提出假设</a:t>
            </a:r>
            <a:endParaRPr lang="en-US" altLang="zh-CN" sz="4000" b="1" dirty="0">
              <a:solidFill>
                <a:srgbClr val="123A5C"/>
              </a:solidFill>
              <a:latin typeface="MiSans VF Bold" pitchFamily="2" charset="-122"/>
              <a:ea typeface="MiSans VF Bold" pitchFamily="2" charset="-122"/>
              <a:cs typeface="MiSans VF Bold" pitchFamily="2" charset="-122"/>
              <a:sym typeface="SimHei"/>
            </a:endParaRPr>
          </a:p>
        </p:txBody>
      </p:sp>
      <p:sp>
        <p:nvSpPr>
          <p:cNvPr id="5" name="AutoShape 2">
            <a:extLst>
              <a:ext uri="{FF2B5EF4-FFF2-40B4-BE49-F238E27FC236}">
                <a16:creationId xmlns:a16="http://schemas.microsoft.com/office/drawing/2014/main" id="{1851BEF7-29FF-724A-B140-776504D94F45}"/>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8" name="组合 7">
            <a:extLst>
              <a:ext uri="{FF2B5EF4-FFF2-40B4-BE49-F238E27FC236}">
                <a16:creationId xmlns:a16="http://schemas.microsoft.com/office/drawing/2014/main" id="{D73A5CA5-AC2B-9A55-4CC0-AFED4A0B2E5A}"/>
              </a:ext>
            </a:extLst>
          </p:cNvPr>
          <p:cNvGrpSpPr/>
          <p:nvPr/>
        </p:nvGrpSpPr>
        <p:grpSpPr>
          <a:xfrm>
            <a:off x="0" y="0"/>
            <a:ext cx="12192000" cy="420753"/>
            <a:chOff x="0" y="0"/>
            <a:chExt cx="12192000" cy="420753"/>
          </a:xfrm>
        </p:grpSpPr>
        <p:sp>
          <p:nvSpPr>
            <p:cNvPr id="10" name="矩形 9">
              <a:extLst>
                <a:ext uri="{FF2B5EF4-FFF2-40B4-BE49-F238E27FC236}">
                  <a16:creationId xmlns:a16="http://schemas.microsoft.com/office/drawing/2014/main" id="{E7BFC977-C7FF-9B55-5566-F112A28DC3D7}"/>
                </a:ext>
              </a:extLst>
            </p:cNvPr>
            <p:cNvSpPr/>
            <p:nvPr/>
          </p:nvSpPr>
          <p:spPr>
            <a:xfrm>
              <a:off x="1927073" y="0"/>
              <a:ext cx="1449238" cy="420753"/>
            </a:xfrm>
            <a:prstGeom prst="rect">
              <a:avLst/>
            </a:prstGeom>
            <a:solidFill>
              <a:srgbClr val="E8F1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123A5C">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123A5C">
                    <a:alpha val="50000"/>
                  </a:srgbClr>
                </a:solidFill>
                <a:latin typeface="MiSans VF Light" pitchFamily="2" charset="-122"/>
                <a:ea typeface="MiSans VF Light" pitchFamily="2" charset="-122"/>
                <a:cs typeface="MiSans VF Light" pitchFamily="2" charset="-122"/>
                <a:sym typeface="SimHei"/>
              </a:endParaRPr>
            </a:p>
          </p:txBody>
        </p:sp>
        <p:sp>
          <p:nvSpPr>
            <p:cNvPr id="11" name="矩形 10">
              <a:extLst>
                <a:ext uri="{FF2B5EF4-FFF2-40B4-BE49-F238E27FC236}">
                  <a16:creationId xmlns:a16="http://schemas.microsoft.com/office/drawing/2014/main" id="{BBBB8644-7D11-C29A-EA3B-1C25839596DC}"/>
                </a:ext>
              </a:extLst>
            </p:cNvPr>
            <p:cNvSpPr/>
            <p:nvPr/>
          </p:nvSpPr>
          <p:spPr>
            <a:xfrm>
              <a:off x="4866872" y="0"/>
              <a:ext cx="1449238" cy="420753"/>
            </a:xfrm>
            <a:prstGeom prst="rect">
              <a:avLst/>
            </a:prstGeom>
            <a:solidFill>
              <a:srgbClr val="1F6F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内容目标</a:t>
              </a:r>
            </a:p>
          </p:txBody>
        </p:sp>
        <p:sp>
          <p:nvSpPr>
            <p:cNvPr id="12" name="矩形 11">
              <a:extLst>
                <a:ext uri="{FF2B5EF4-FFF2-40B4-BE49-F238E27FC236}">
                  <a16:creationId xmlns:a16="http://schemas.microsoft.com/office/drawing/2014/main" id="{4C86F514-8F8C-ED11-15AE-9685944696F1}"/>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现状综述</a:t>
              </a:r>
            </a:p>
          </p:txBody>
        </p:sp>
        <p:sp>
          <p:nvSpPr>
            <p:cNvPr id="13" name="矩形 12">
              <a:extLst>
                <a:ext uri="{FF2B5EF4-FFF2-40B4-BE49-F238E27FC236}">
                  <a16:creationId xmlns:a16="http://schemas.microsoft.com/office/drawing/2014/main" id="{E34EB1ED-AF71-2349-6EDE-ACCEA0F9A932}"/>
                </a:ext>
              </a:extLst>
            </p:cNvPr>
            <p:cNvSpPr/>
            <p:nvPr/>
          </p:nvSpPr>
          <p:spPr>
            <a:xfrm>
              <a:off x="6338484"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方法路线</a:t>
              </a:r>
            </a:p>
          </p:txBody>
        </p:sp>
        <p:sp>
          <p:nvSpPr>
            <p:cNvPr id="14" name="矩形 13">
              <a:extLst>
                <a:ext uri="{FF2B5EF4-FFF2-40B4-BE49-F238E27FC236}">
                  <a16:creationId xmlns:a16="http://schemas.microsoft.com/office/drawing/2014/main" id="{FBB3438C-357F-FEAE-FD53-991A20263957}"/>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计划安排</a:t>
              </a:r>
            </a:p>
          </p:txBody>
        </p:sp>
        <p:sp>
          <p:nvSpPr>
            <p:cNvPr id="16" name="矩形 15">
              <a:extLst>
                <a:ext uri="{FF2B5EF4-FFF2-40B4-BE49-F238E27FC236}">
                  <a16:creationId xmlns:a16="http://schemas.microsoft.com/office/drawing/2014/main" id="{6F88D7D2-89A5-3CCC-D984-90719D91224B}"/>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成果创新</a:t>
              </a:r>
            </a:p>
          </p:txBody>
        </p:sp>
        <p:sp>
          <p:nvSpPr>
            <p:cNvPr id="19" name="矩形 18">
              <a:extLst>
                <a:ext uri="{FF2B5EF4-FFF2-40B4-BE49-F238E27FC236}">
                  <a16:creationId xmlns:a16="http://schemas.microsoft.com/office/drawing/2014/main" id="{D42B08BE-0CE0-7674-D5F0-D041848F9B1A}"/>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参考文献</a:t>
              </a:r>
            </a:p>
          </p:txBody>
        </p:sp>
        <p:grpSp>
          <p:nvGrpSpPr>
            <p:cNvPr id="21" name="组合 20">
              <a:extLst>
                <a:ext uri="{FF2B5EF4-FFF2-40B4-BE49-F238E27FC236}">
                  <a16:creationId xmlns:a16="http://schemas.microsoft.com/office/drawing/2014/main" id="{49198188-BA6C-B9B8-2053-4DB4A3CD197C}"/>
                </a:ext>
              </a:extLst>
            </p:cNvPr>
            <p:cNvGrpSpPr/>
            <p:nvPr/>
          </p:nvGrpSpPr>
          <p:grpSpPr>
            <a:xfrm>
              <a:off x="0" y="0"/>
              <a:ext cx="1904698" cy="420753"/>
              <a:chOff x="0" y="0"/>
              <a:chExt cx="1904698" cy="420753"/>
            </a:xfrm>
          </p:grpSpPr>
          <p:sp>
            <p:nvSpPr>
              <p:cNvPr id="22" name="矩形 21">
                <a:extLst>
                  <a:ext uri="{FF2B5EF4-FFF2-40B4-BE49-F238E27FC236}">
                    <a16:creationId xmlns:a16="http://schemas.microsoft.com/office/drawing/2014/main" id="{A3DFAC88-D2AD-F704-D289-39ED4ED71B3E}"/>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164466"/>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164466"/>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3" name="图形 22">
                <a:extLst>
                  <a:ext uri="{FF2B5EF4-FFF2-40B4-BE49-F238E27FC236}">
                    <a16:creationId xmlns:a16="http://schemas.microsoft.com/office/drawing/2014/main" id="{568DE58D-6281-F989-E83F-67E8E4F64A3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
        <p:nvSpPr>
          <p:cNvPr id="27" name="圆角矩形 26">
            <a:extLst>
              <a:ext uri="{FF2B5EF4-FFF2-40B4-BE49-F238E27FC236}">
                <a16:creationId xmlns:a16="http://schemas.microsoft.com/office/drawing/2014/main" id="{14A632C8-B7B4-3590-4A58-18E44247FA82}"/>
              </a:ext>
            </a:extLst>
          </p:cNvPr>
          <p:cNvSpPr/>
          <p:nvPr/>
        </p:nvSpPr>
        <p:spPr>
          <a:xfrm>
            <a:off x="3894088" y="2168227"/>
            <a:ext cx="2422022" cy="659568"/>
          </a:xfrm>
          <a:prstGeom prst="roundRect">
            <a:avLst>
              <a:gd name="adj" fmla="val 622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latin typeface="MiSans VF Bold" pitchFamily="2" charset="-122"/>
                <a:ea typeface="MiSans VF Bold" pitchFamily="2" charset="-122"/>
                <a:cs typeface="MiSans VF Bold" pitchFamily="2" charset="-122"/>
              </a:rPr>
              <a:t>分支标题</a:t>
            </a:r>
          </a:p>
        </p:txBody>
      </p:sp>
      <p:sp>
        <p:nvSpPr>
          <p:cNvPr id="28" name="圆角矩形 27">
            <a:extLst>
              <a:ext uri="{FF2B5EF4-FFF2-40B4-BE49-F238E27FC236}">
                <a16:creationId xmlns:a16="http://schemas.microsoft.com/office/drawing/2014/main" id="{D524015F-0CD6-859E-16E8-9613BF4BBC7D}"/>
              </a:ext>
            </a:extLst>
          </p:cNvPr>
          <p:cNvSpPr/>
          <p:nvPr/>
        </p:nvSpPr>
        <p:spPr>
          <a:xfrm>
            <a:off x="3894088" y="3109514"/>
            <a:ext cx="2422022" cy="659568"/>
          </a:xfrm>
          <a:prstGeom prst="roundRect">
            <a:avLst>
              <a:gd name="adj" fmla="val 6869"/>
            </a:avLst>
          </a:prstGeom>
          <a:solidFill>
            <a:srgbClr val="123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latin typeface="MiSans VF Bold" pitchFamily="2" charset="-122"/>
                <a:ea typeface="MiSans VF Bold" pitchFamily="2" charset="-122"/>
                <a:cs typeface="MiSans VF Bold" pitchFamily="2" charset="-122"/>
              </a:rPr>
              <a:t>分支标题</a:t>
            </a:r>
          </a:p>
        </p:txBody>
      </p:sp>
      <p:sp>
        <p:nvSpPr>
          <p:cNvPr id="32" name="圆角矩形 31">
            <a:extLst>
              <a:ext uri="{FF2B5EF4-FFF2-40B4-BE49-F238E27FC236}">
                <a16:creationId xmlns:a16="http://schemas.microsoft.com/office/drawing/2014/main" id="{4B88E061-93F0-A360-84B2-3D3B459979AC}"/>
              </a:ext>
            </a:extLst>
          </p:cNvPr>
          <p:cNvSpPr/>
          <p:nvPr/>
        </p:nvSpPr>
        <p:spPr>
          <a:xfrm>
            <a:off x="6792593" y="2168227"/>
            <a:ext cx="4874610" cy="659568"/>
          </a:xfrm>
          <a:prstGeom prst="roundRect">
            <a:avLst>
              <a:gd name="adj" fmla="val 8616"/>
            </a:avLst>
          </a:prstGeom>
          <a:solidFill>
            <a:srgbClr val="E8F1FA"/>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08000" bIns="108000" rtlCol="0" anchor="ctr"/>
          <a:lstStyle/>
          <a:p>
            <a:r>
              <a:rPr kumimoji="1" lang="zh-CN" altLang="en-US" sz="1200" dirty="0">
                <a:solidFill>
                  <a:srgbClr val="123A5C"/>
                </a:solidFill>
                <a:latin typeface="MiSans VF Light" pitchFamily="2" charset="-122"/>
                <a:ea typeface="MiSans VF Light" pitchFamily="2" charset="-122"/>
                <a:cs typeface="MiSans VF Light" pitchFamily="2" charset="-122"/>
              </a:rPr>
              <a:t>这里是一段说明文案，这里是一段说明文案，这里是一段说明文案这里是一段说明文案这里是一段说明文案。</a:t>
            </a:r>
          </a:p>
        </p:txBody>
      </p:sp>
      <p:sp>
        <p:nvSpPr>
          <p:cNvPr id="36" name="圆角矩形 35">
            <a:extLst>
              <a:ext uri="{FF2B5EF4-FFF2-40B4-BE49-F238E27FC236}">
                <a16:creationId xmlns:a16="http://schemas.microsoft.com/office/drawing/2014/main" id="{04D1C02D-C583-1737-0F2D-D01C592E26CC}"/>
              </a:ext>
            </a:extLst>
          </p:cNvPr>
          <p:cNvSpPr/>
          <p:nvPr/>
        </p:nvSpPr>
        <p:spPr>
          <a:xfrm>
            <a:off x="6792593" y="3104142"/>
            <a:ext cx="4874610" cy="659568"/>
          </a:xfrm>
          <a:prstGeom prst="roundRect">
            <a:avLst>
              <a:gd name="adj" fmla="val 8616"/>
            </a:avLst>
          </a:prstGeom>
          <a:solidFill>
            <a:srgbClr val="E8F1FA"/>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08000" bIns="108000" rtlCol="0" anchor="ctr"/>
          <a:lstStyle/>
          <a:p>
            <a:r>
              <a:rPr kumimoji="1" lang="zh-CN" altLang="en-US" sz="1200" dirty="0">
                <a:solidFill>
                  <a:srgbClr val="123A5C"/>
                </a:solidFill>
                <a:latin typeface="MiSans VF Light" pitchFamily="2" charset="-122"/>
                <a:ea typeface="MiSans VF Light" pitchFamily="2" charset="-122"/>
                <a:cs typeface="MiSans VF Light" pitchFamily="2" charset="-122"/>
              </a:rPr>
              <a:t>这里是一段说明文案，这里是一段说明文案，这里是一段说明文案这里是一段说明文案这里是一段说明文案。</a:t>
            </a:r>
          </a:p>
        </p:txBody>
      </p:sp>
      <p:sp>
        <p:nvSpPr>
          <p:cNvPr id="37" name="圆角矩形 36">
            <a:extLst>
              <a:ext uri="{FF2B5EF4-FFF2-40B4-BE49-F238E27FC236}">
                <a16:creationId xmlns:a16="http://schemas.microsoft.com/office/drawing/2014/main" id="{78B9BB76-AEA3-1567-4A09-A1D130430F91}"/>
              </a:ext>
            </a:extLst>
          </p:cNvPr>
          <p:cNvSpPr/>
          <p:nvPr/>
        </p:nvSpPr>
        <p:spPr>
          <a:xfrm>
            <a:off x="6792593" y="4050815"/>
            <a:ext cx="4874610" cy="659568"/>
          </a:xfrm>
          <a:prstGeom prst="roundRect">
            <a:avLst>
              <a:gd name="adj" fmla="val 8616"/>
            </a:avLst>
          </a:prstGeom>
          <a:solidFill>
            <a:srgbClr val="E8F1FA"/>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08000" bIns="108000" rtlCol="0" anchor="ctr"/>
          <a:lstStyle/>
          <a:p>
            <a:r>
              <a:rPr kumimoji="1" lang="zh-CN" altLang="en-US" sz="1200" dirty="0">
                <a:solidFill>
                  <a:srgbClr val="123A5C"/>
                </a:solidFill>
                <a:latin typeface="MiSans VF Light" pitchFamily="2" charset="-122"/>
                <a:ea typeface="MiSans VF Light" pitchFamily="2" charset="-122"/>
                <a:cs typeface="MiSans VF Light" pitchFamily="2" charset="-122"/>
              </a:rPr>
              <a:t>这里是一段说明文案，这里是一段说明文案，这里是一段说明文案这里是一段说明文案这里是一段说明文案。</a:t>
            </a:r>
          </a:p>
        </p:txBody>
      </p:sp>
      <p:sp>
        <p:nvSpPr>
          <p:cNvPr id="38" name="圆角矩形 37">
            <a:extLst>
              <a:ext uri="{FF2B5EF4-FFF2-40B4-BE49-F238E27FC236}">
                <a16:creationId xmlns:a16="http://schemas.microsoft.com/office/drawing/2014/main" id="{AC894086-180E-DEBD-FD25-A02829749A13}"/>
              </a:ext>
            </a:extLst>
          </p:cNvPr>
          <p:cNvSpPr/>
          <p:nvPr/>
        </p:nvSpPr>
        <p:spPr>
          <a:xfrm>
            <a:off x="6792593" y="4997488"/>
            <a:ext cx="4874610" cy="659568"/>
          </a:xfrm>
          <a:prstGeom prst="roundRect">
            <a:avLst>
              <a:gd name="adj" fmla="val 8616"/>
            </a:avLst>
          </a:prstGeom>
          <a:solidFill>
            <a:srgbClr val="E8F1FA"/>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08000" bIns="108000" rtlCol="0" anchor="ctr"/>
          <a:lstStyle/>
          <a:p>
            <a:r>
              <a:rPr kumimoji="1" lang="zh-CN" altLang="en-US" sz="1200" dirty="0">
                <a:solidFill>
                  <a:srgbClr val="123A5C"/>
                </a:solidFill>
                <a:latin typeface="MiSans VF Light" pitchFamily="2" charset="-122"/>
                <a:ea typeface="MiSans VF Light" pitchFamily="2" charset="-122"/>
                <a:cs typeface="MiSans VF Light" pitchFamily="2" charset="-122"/>
              </a:rPr>
              <a:t>这里是一段说明文案，这里是一段说明文案，这里是一段说明文案这里是一段说明文案这里是一段说明文案。</a:t>
            </a:r>
          </a:p>
        </p:txBody>
      </p:sp>
      <p:cxnSp>
        <p:nvCxnSpPr>
          <p:cNvPr id="41" name="直线连接符 40">
            <a:extLst>
              <a:ext uri="{FF2B5EF4-FFF2-40B4-BE49-F238E27FC236}">
                <a16:creationId xmlns:a16="http://schemas.microsoft.com/office/drawing/2014/main" id="{DE1EF4B7-6E29-3B69-4E2D-02810114D25B}"/>
              </a:ext>
            </a:extLst>
          </p:cNvPr>
          <p:cNvCxnSpPr>
            <a:cxnSpLocks/>
          </p:cNvCxnSpPr>
          <p:nvPr/>
        </p:nvCxnSpPr>
        <p:spPr>
          <a:xfrm>
            <a:off x="6380483" y="3433926"/>
            <a:ext cx="34773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直线连接符 43">
            <a:extLst>
              <a:ext uri="{FF2B5EF4-FFF2-40B4-BE49-F238E27FC236}">
                <a16:creationId xmlns:a16="http://schemas.microsoft.com/office/drawing/2014/main" id="{E7963EB1-01F8-2D37-AA98-5B9C9F9B132C}"/>
              </a:ext>
            </a:extLst>
          </p:cNvPr>
          <p:cNvCxnSpPr>
            <a:cxnSpLocks/>
          </p:cNvCxnSpPr>
          <p:nvPr/>
        </p:nvCxnSpPr>
        <p:spPr>
          <a:xfrm>
            <a:off x="6380483" y="4380599"/>
            <a:ext cx="34773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直线连接符 44">
            <a:extLst>
              <a:ext uri="{FF2B5EF4-FFF2-40B4-BE49-F238E27FC236}">
                <a16:creationId xmlns:a16="http://schemas.microsoft.com/office/drawing/2014/main" id="{D40BEF91-AE8F-A451-1C28-621E0D6CD820}"/>
              </a:ext>
            </a:extLst>
          </p:cNvPr>
          <p:cNvCxnSpPr>
            <a:cxnSpLocks/>
          </p:cNvCxnSpPr>
          <p:nvPr/>
        </p:nvCxnSpPr>
        <p:spPr>
          <a:xfrm>
            <a:off x="6380483" y="5327272"/>
            <a:ext cx="347737" cy="0"/>
          </a:xfrm>
          <a:prstGeom prst="line">
            <a:avLst/>
          </a:prstGeom>
        </p:spPr>
        <p:style>
          <a:lnRef idx="1">
            <a:schemeClr val="accent1"/>
          </a:lnRef>
          <a:fillRef idx="0">
            <a:schemeClr val="accent1"/>
          </a:fillRef>
          <a:effectRef idx="0">
            <a:schemeClr val="accent1"/>
          </a:effectRef>
          <a:fontRef idx="minor">
            <a:schemeClr val="tx1"/>
          </a:fontRef>
        </p:style>
      </p:cxnSp>
      <p:sp>
        <p:nvSpPr>
          <p:cNvPr id="47" name="左大括号 46">
            <a:extLst>
              <a:ext uri="{FF2B5EF4-FFF2-40B4-BE49-F238E27FC236}">
                <a16:creationId xmlns:a16="http://schemas.microsoft.com/office/drawing/2014/main" id="{3467B003-285D-51D8-1615-2B895DD6D968}"/>
              </a:ext>
            </a:extLst>
          </p:cNvPr>
          <p:cNvSpPr/>
          <p:nvPr/>
        </p:nvSpPr>
        <p:spPr>
          <a:xfrm>
            <a:off x="3320697" y="2498011"/>
            <a:ext cx="495403" cy="2829261"/>
          </a:xfrm>
          <a:prstGeom prst="leftBrace">
            <a:avLst>
              <a:gd name="adj1" fmla="val 39617"/>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51" name="圆角矩形 50">
            <a:extLst>
              <a:ext uri="{FF2B5EF4-FFF2-40B4-BE49-F238E27FC236}">
                <a16:creationId xmlns:a16="http://schemas.microsoft.com/office/drawing/2014/main" id="{BB077500-0812-939C-B145-8873584C5801}"/>
              </a:ext>
            </a:extLst>
          </p:cNvPr>
          <p:cNvSpPr/>
          <p:nvPr/>
        </p:nvSpPr>
        <p:spPr>
          <a:xfrm>
            <a:off x="3894088" y="4057987"/>
            <a:ext cx="2422022" cy="659568"/>
          </a:xfrm>
          <a:prstGeom prst="roundRect">
            <a:avLst>
              <a:gd name="adj" fmla="val 622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latin typeface="MiSans VF Bold" pitchFamily="2" charset="-122"/>
                <a:ea typeface="MiSans VF Bold" pitchFamily="2" charset="-122"/>
                <a:cs typeface="MiSans VF Bold" pitchFamily="2" charset="-122"/>
              </a:rPr>
              <a:t>分支标题</a:t>
            </a:r>
          </a:p>
        </p:txBody>
      </p:sp>
      <p:sp>
        <p:nvSpPr>
          <p:cNvPr id="52" name="圆角矩形 51">
            <a:extLst>
              <a:ext uri="{FF2B5EF4-FFF2-40B4-BE49-F238E27FC236}">
                <a16:creationId xmlns:a16="http://schemas.microsoft.com/office/drawing/2014/main" id="{18634A46-5377-FC89-BE8E-5B36C8D4AD55}"/>
              </a:ext>
            </a:extLst>
          </p:cNvPr>
          <p:cNvSpPr/>
          <p:nvPr/>
        </p:nvSpPr>
        <p:spPr>
          <a:xfrm>
            <a:off x="3894088" y="4999274"/>
            <a:ext cx="2422022" cy="659568"/>
          </a:xfrm>
          <a:prstGeom prst="roundRect">
            <a:avLst>
              <a:gd name="adj" fmla="val 6869"/>
            </a:avLst>
          </a:prstGeom>
          <a:solidFill>
            <a:srgbClr val="123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latin typeface="MiSans VF Bold" pitchFamily="2" charset="-122"/>
                <a:ea typeface="MiSans VF Bold" pitchFamily="2" charset="-122"/>
                <a:cs typeface="MiSans VF Bold" pitchFamily="2" charset="-122"/>
              </a:rPr>
              <a:t>分支标题</a:t>
            </a:r>
          </a:p>
        </p:txBody>
      </p:sp>
      <p:sp>
        <p:nvSpPr>
          <p:cNvPr id="53" name="椭圆 52">
            <a:extLst>
              <a:ext uri="{FF2B5EF4-FFF2-40B4-BE49-F238E27FC236}">
                <a16:creationId xmlns:a16="http://schemas.microsoft.com/office/drawing/2014/main" id="{51C674ED-3A70-CD34-E405-4955F580E31D}"/>
              </a:ext>
            </a:extLst>
          </p:cNvPr>
          <p:cNvSpPr/>
          <p:nvPr/>
        </p:nvSpPr>
        <p:spPr>
          <a:xfrm>
            <a:off x="524797" y="2632820"/>
            <a:ext cx="2559641" cy="2559641"/>
          </a:xfrm>
          <a:prstGeom prst="ellipse">
            <a:avLst/>
          </a:prstGeom>
          <a:solidFill>
            <a:srgbClr val="9ED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4" name="椭圆 53">
            <a:extLst>
              <a:ext uri="{FF2B5EF4-FFF2-40B4-BE49-F238E27FC236}">
                <a16:creationId xmlns:a16="http://schemas.microsoft.com/office/drawing/2014/main" id="{6F5D0A7B-6CA9-EFDF-5E90-9770F8875C5B}"/>
              </a:ext>
            </a:extLst>
          </p:cNvPr>
          <p:cNvSpPr/>
          <p:nvPr/>
        </p:nvSpPr>
        <p:spPr>
          <a:xfrm>
            <a:off x="760593" y="2870829"/>
            <a:ext cx="2083621" cy="2083621"/>
          </a:xfrm>
          <a:prstGeom prst="ellipse">
            <a:avLst/>
          </a:prstGeom>
          <a:solidFill>
            <a:schemeClr val="bg1"/>
          </a:solidFill>
          <a:ln w="50800">
            <a:solidFill>
              <a:srgbClr val="3A8E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2400" b="1" dirty="0">
                <a:solidFill>
                  <a:srgbClr val="123A5C"/>
                </a:solidFill>
                <a:latin typeface="MiSans VF Bold" pitchFamily="2" charset="-122"/>
                <a:ea typeface="MiSans VF Bold" pitchFamily="2" charset="-122"/>
                <a:cs typeface="MiSans VF Bold" pitchFamily="2" charset="-122"/>
              </a:rPr>
              <a:t>主要</a:t>
            </a:r>
            <a:endParaRPr kumimoji="1" lang="en-US" altLang="zh-CN" sz="2400" b="1" dirty="0">
              <a:solidFill>
                <a:srgbClr val="123A5C"/>
              </a:solidFill>
              <a:latin typeface="MiSans VF Bold" pitchFamily="2" charset="-122"/>
              <a:ea typeface="MiSans VF Bold" pitchFamily="2" charset="-122"/>
              <a:cs typeface="MiSans VF Bold" pitchFamily="2" charset="-122"/>
            </a:endParaRPr>
          </a:p>
          <a:p>
            <a:pPr algn="ctr"/>
            <a:r>
              <a:rPr kumimoji="1" lang="zh-CN" altLang="en-US" sz="2400" b="1" dirty="0">
                <a:solidFill>
                  <a:srgbClr val="123A5C"/>
                </a:solidFill>
                <a:latin typeface="MiSans VF Bold" pitchFamily="2" charset="-122"/>
                <a:ea typeface="MiSans VF Bold" pitchFamily="2" charset="-122"/>
                <a:cs typeface="MiSans VF Bold" pitchFamily="2" charset="-122"/>
              </a:rPr>
              <a:t>标题</a:t>
            </a:r>
          </a:p>
        </p:txBody>
      </p:sp>
      <p:cxnSp>
        <p:nvCxnSpPr>
          <p:cNvPr id="56" name="直线连接符 55">
            <a:extLst>
              <a:ext uri="{FF2B5EF4-FFF2-40B4-BE49-F238E27FC236}">
                <a16:creationId xmlns:a16="http://schemas.microsoft.com/office/drawing/2014/main" id="{350505C9-908A-9805-5207-7979DBD764CB}"/>
              </a:ext>
            </a:extLst>
          </p:cNvPr>
          <p:cNvCxnSpPr>
            <a:cxnSpLocks/>
          </p:cNvCxnSpPr>
          <p:nvPr/>
        </p:nvCxnSpPr>
        <p:spPr>
          <a:xfrm>
            <a:off x="6380483" y="2498011"/>
            <a:ext cx="347737"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0219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3EAF0-4AAE-A11C-4D59-01D6A23DCE15}"/>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4F0CD5E2-1BE3-D334-8A9C-B00AA43A66EC}"/>
              </a:ext>
            </a:extLst>
          </p:cNvPr>
          <p:cNvSpPr/>
          <p:nvPr/>
        </p:nvSpPr>
        <p:spPr>
          <a:xfrm>
            <a:off x="0" y="-1"/>
            <a:ext cx="12192000" cy="6857995"/>
          </a:xfrm>
          <a:prstGeom prst="rect">
            <a:avLst/>
          </a:prstGeom>
          <a:solidFill>
            <a:srgbClr val="1644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 name="组合 1">
            <a:extLst>
              <a:ext uri="{FF2B5EF4-FFF2-40B4-BE49-F238E27FC236}">
                <a16:creationId xmlns:a16="http://schemas.microsoft.com/office/drawing/2014/main" id="{AB298A73-93F2-2C6F-F0B1-5ECB52380E31}"/>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8670A1C3-D5D9-8838-772E-4AF51B3D787C}"/>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9ED2FF">
                      <a:alpha val="50000"/>
                    </a:srgb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411A8DC2-E7DB-9EF2-4EDA-E74C117DDE6B}"/>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9ED2FF">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9ED2FF">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CA9C9363-5449-F85C-D58E-3A79196DB36A}"/>
              </a:ext>
            </a:extLst>
          </p:cNvPr>
          <p:cNvSpPr/>
          <p:nvPr/>
        </p:nvSpPr>
        <p:spPr>
          <a:xfrm>
            <a:off x="524800" y="2534606"/>
            <a:ext cx="4064785"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chemeClr val="bg1"/>
                </a:solidFill>
                <a:latin typeface="MiSans VF Bold" pitchFamily="2" charset="-122"/>
                <a:ea typeface="MiSans VF Bold" pitchFamily="2" charset="-122"/>
                <a:cs typeface="MiSans VF Bold" pitchFamily="2" charset="-122"/>
                <a:sym typeface="ChillYunmoGothicBold"/>
              </a:rPr>
              <a:t>研究方法与路线</a:t>
            </a:r>
            <a:endParaRPr lang="en-US" altLang="zh-CN" sz="4000" b="1" dirty="0">
              <a:solidFill>
                <a:schemeClr val="bg1"/>
              </a:solidFill>
              <a:latin typeface="MiSans VF Bold" pitchFamily="2" charset="-122"/>
              <a:ea typeface="MiSans VF Bold" pitchFamily="2" charset="-122"/>
              <a:cs typeface="MiSans VF Bold" pitchFamily="2" charset="-122"/>
              <a:sym typeface="ChillYunmoGothicBold"/>
            </a:endParaRPr>
          </a:p>
          <a:p>
            <a:pPr>
              <a:defRPr/>
            </a:pPr>
            <a:r>
              <a:rPr lang="en-US" altLang="zh-CN" sz="4000" b="1" dirty="0">
                <a:solidFill>
                  <a:srgbClr val="9ED2FF"/>
                </a:solidFill>
                <a:latin typeface="Didot" panose="02000503000000020003" pitchFamily="2" charset="-79"/>
                <a:ea typeface="MiSans VF Bold" pitchFamily="2" charset="-122"/>
                <a:cs typeface="Didot" panose="02000503000000020003" pitchFamily="2" charset="-79"/>
                <a:sym typeface="ChillYunmoGothicBold"/>
              </a:rPr>
              <a:t>PART</a:t>
            </a:r>
            <a:r>
              <a:rPr lang="zh-CN" altLang="en-US" sz="4000" b="1" dirty="0">
                <a:solidFill>
                  <a:srgbClr val="9ED2FF"/>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4000" b="1" dirty="0">
                <a:solidFill>
                  <a:srgbClr val="9ED2FF"/>
                </a:solidFill>
                <a:latin typeface="Didot" panose="02000503000000020003" pitchFamily="2" charset="-79"/>
                <a:ea typeface="MiSans VF Bold" pitchFamily="2" charset="-122"/>
                <a:cs typeface="Didot" panose="02000503000000020003" pitchFamily="2" charset="-79"/>
                <a:sym typeface="ChillYunmoGothicBold"/>
              </a:rPr>
              <a:t>04</a:t>
            </a:r>
          </a:p>
        </p:txBody>
      </p:sp>
      <p:sp>
        <p:nvSpPr>
          <p:cNvPr id="16" name="AutoShape 2">
            <a:extLst>
              <a:ext uri="{FF2B5EF4-FFF2-40B4-BE49-F238E27FC236}">
                <a16:creationId xmlns:a16="http://schemas.microsoft.com/office/drawing/2014/main" id="{52CED82D-39FC-97EF-4CC6-3297D93FE7CB}"/>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9ED2FF">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9ED2FF">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4">
            <a:extLst>
              <a:ext uri="{FF2B5EF4-FFF2-40B4-BE49-F238E27FC236}">
                <a16:creationId xmlns:a16="http://schemas.microsoft.com/office/drawing/2014/main" id="{6C53D5E9-492E-13CA-9E7C-41F173481F95}"/>
              </a:ext>
            </a:extLst>
          </p:cNvPr>
          <p:cNvSpPr/>
          <p:nvPr/>
        </p:nvSpPr>
        <p:spPr>
          <a:xfrm>
            <a:off x="524797" y="4004779"/>
            <a:ext cx="5637284"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9ED2FF">
                    <a:alpha val="50000"/>
                  </a:srgbClr>
                </a:solidFill>
                <a:latin typeface="MiSans VF Light" pitchFamily="2" charset="-122"/>
                <a:ea typeface="MiSans VF Light" pitchFamily="2" charset="-122"/>
                <a:cs typeface="MiSans VF Light" pitchFamily="2" charset="-122"/>
                <a:sym typeface="ChillYunmoGothicBold"/>
              </a:rPr>
              <a:t>这是一句高光文案，一句金句总结本章节的内容。</a:t>
            </a:r>
            <a:endParaRPr lang="zh-CN" altLang="en-US" sz="1600" dirty="0">
              <a:solidFill>
                <a:srgbClr val="9ED2FF">
                  <a:alpha val="50000"/>
                </a:srgbClr>
              </a:solidFill>
              <a:latin typeface="MiSans VF Light" pitchFamily="2" charset="-122"/>
              <a:ea typeface="MiSans VF Light" pitchFamily="2" charset="-122"/>
              <a:cs typeface="MiSans VF Light" pitchFamily="2" charset="-122"/>
              <a:sym typeface="SimHei"/>
            </a:endParaRPr>
          </a:p>
        </p:txBody>
      </p:sp>
    </p:spTree>
    <p:extLst>
      <p:ext uri="{BB962C8B-B14F-4D97-AF65-F5344CB8AC3E}">
        <p14:creationId xmlns:p14="http://schemas.microsoft.com/office/powerpoint/2010/main" val="26842551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926B1-3A5C-2974-4507-B1CEEA20A3C0}"/>
            </a:ext>
          </a:extLst>
        </p:cNvPr>
        <p:cNvGrpSpPr/>
        <p:nvPr/>
      </p:nvGrpSpPr>
      <p:grpSpPr>
        <a:xfrm>
          <a:off x="0" y="0"/>
          <a:ext cx="0" cy="0"/>
          <a:chOff x="0" y="0"/>
          <a:chExt cx="0" cy="0"/>
        </a:xfrm>
      </p:grpSpPr>
      <p:sp>
        <p:nvSpPr>
          <p:cNvPr id="6" name="AutoShape 5">
            <a:extLst>
              <a:ext uri="{FF2B5EF4-FFF2-40B4-BE49-F238E27FC236}">
                <a16:creationId xmlns:a16="http://schemas.microsoft.com/office/drawing/2014/main" id="{87ADA023-8933-601D-27C0-7FA9E4B62BFF}"/>
              </a:ext>
            </a:extLst>
          </p:cNvPr>
          <p:cNvSpPr/>
          <p:nvPr/>
        </p:nvSpPr>
        <p:spPr>
          <a:xfrm>
            <a:off x="524798" y="1110092"/>
            <a:ext cx="11208485"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123A5C"/>
                </a:solidFill>
                <a:latin typeface="MiSans VF Bold" pitchFamily="2" charset="-122"/>
                <a:ea typeface="MiSans VF Bold" pitchFamily="2" charset="-122"/>
                <a:cs typeface="MiSans VF Bold" pitchFamily="2" charset="-122"/>
                <a:sym typeface="SimHei"/>
              </a:rPr>
              <a:t>理论基础与研究方法</a:t>
            </a:r>
            <a:endParaRPr lang="en-US" altLang="zh-CN" sz="4000" b="1" dirty="0">
              <a:solidFill>
                <a:srgbClr val="123A5C"/>
              </a:solidFill>
              <a:latin typeface="MiSans VF Bold" pitchFamily="2" charset="-122"/>
              <a:ea typeface="MiSans VF Bold" pitchFamily="2" charset="-122"/>
              <a:cs typeface="MiSans VF Bold" pitchFamily="2" charset="-122"/>
              <a:sym typeface="SimHei"/>
            </a:endParaRPr>
          </a:p>
        </p:txBody>
      </p:sp>
      <p:sp>
        <p:nvSpPr>
          <p:cNvPr id="18" name="矩形 17">
            <a:extLst>
              <a:ext uri="{FF2B5EF4-FFF2-40B4-BE49-F238E27FC236}">
                <a16:creationId xmlns:a16="http://schemas.microsoft.com/office/drawing/2014/main" id="{FF0B1F1B-5230-56DB-9C7C-5018AB6902B6}"/>
              </a:ext>
            </a:extLst>
          </p:cNvPr>
          <p:cNvSpPr/>
          <p:nvPr/>
        </p:nvSpPr>
        <p:spPr>
          <a:xfrm>
            <a:off x="524796" y="2116083"/>
            <a:ext cx="2683353" cy="787689"/>
          </a:xfrm>
          <a:prstGeom prst="rect">
            <a:avLst/>
          </a:prstGeom>
          <a:solidFill>
            <a:srgbClr val="3A8E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MiSans VF Bold" pitchFamily="2" charset="-122"/>
                <a:ea typeface="MiSans VF Bold" pitchFamily="2" charset="-122"/>
                <a:cs typeface="MiSans VF Bold" pitchFamily="2" charset="-122"/>
                <a:sym typeface="SimHei"/>
              </a:rPr>
              <a:t>STEP</a:t>
            </a:r>
            <a:r>
              <a:rPr lang="zh-CN" altLang="en-US" sz="2000" b="1" dirty="0">
                <a:solidFill>
                  <a:schemeClr val="bg1"/>
                </a:solidFill>
                <a:latin typeface="MiSans VF Bold" pitchFamily="2" charset="-122"/>
                <a:ea typeface="MiSans VF Bold" pitchFamily="2" charset="-122"/>
                <a:cs typeface="MiSans VF Bold" pitchFamily="2" charset="-122"/>
                <a:sym typeface="SimHei"/>
              </a:rPr>
              <a:t> </a:t>
            </a:r>
            <a:r>
              <a:rPr lang="en-US" altLang="zh-CN" sz="2000" b="1" dirty="0">
                <a:solidFill>
                  <a:schemeClr val="bg1"/>
                </a:solidFill>
                <a:latin typeface="MiSans VF Bold" pitchFamily="2" charset="-122"/>
                <a:ea typeface="MiSans VF Bold" pitchFamily="2" charset="-122"/>
                <a:cs typeface="MiSans VF Bold" pitchFamily="2" charset="-122"/>
                <a:sym typeface="SimHei"/>
              </a:rPr>
              <a:t>01</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2">
            <a:extLst>
              <a:ext uri="{FF2B5EF4-FFF2-40B4-BE49-F238E27FC236}">
                <a16:creationId xmlns:a16="http://schemas.microsoft.com/office/drawing/2014/main" id="{25D2C654-92B0-CD62-FF36-7CC9F5FC83DB}"/>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10" name="组合 9">
            <a:extLst>
              <a:ext uri="{FF2B5EF4-FFF2-40B4-BE49-F238E27FC236}">
                <a16:creationId xmlns:a16="http://schemas.microsoft.com/office/drawing/2014/main" id="{CE1EB4D8-CB74-B28A-A572-5353E1338DED}"/>
              </a:ext>
            </a:extLst>
          </p:cNvPr>
          <p:cNvGrpSpPr/>
          <p:nvPr/>
        </p:nvGrpSpPr>
        <p:grpSpPr>
          <a:xfrm>
            <a:off x="0" y="0"/>
            <a:ext cx="12192000" cy="420753"/>
            <a:chOff x="0" y="0"/>
            <a:chExt cx="12192000" cy="420753"/>
          </a:xfrm>
        </p:grpSpPr>
        <p:sp>
          <p:nvSpPr>
            <p:cNvPr id="11" name="矩形 10">
              <a:extLst>
                <a:ext uri="{FF2B5EF4-FFF2-40B4-BE49-F238E27FC236}">
                  <a16:creationId xmlns:a16="http://schemas.microsoft.com/office/drawing/2014/main" id="{E9E444C1-AE66-42AC-A97F-6572A5AE95B1}"/>
                </a:ext>
              </a:extLst>
            </p:cNvPr>
            <p:cNvSpPr/>
            <p:nvPr/>
          </p:nvSpPr>
          <p:spPr>
            <a:xfrm>
              <a:off x="1927073" y="0"/>
              <a:ext cx="1449238" cy="420753"/>
            </a:xfrm>
            <a:prstGeom prst="rect">
              <a:avLst/>
            </a:prstGeom>
            <a:solidFill>
              <a:srgbClr val="E8F1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123A5C">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123A5C">
                    <a:alpha val="50000"/>
                  </a:srgbClr>
                </a:solidFill>
                <a:latin typeface="MiSans VF Light" pitchFamily="2" charset="-122"/>
                <a:ea typeface="MiSans VF Light" pitchFamily="2" charset="-122"/>
                <a:cs typeface="MiSans VF Light" pitchFamily="2" charset="-122"/>
                <a:sym typeface="SimHei"/>
              </a:endParaRPr>
            </a:p>
          </p:txBody>
        </p:sp>
        <p:sp>
          <p:nvSpPr>
            <p:cNvPr id="12" name="矩形 11">
              <a:extLst>
                <a:ext uri="{FF2B5EF4-FFF2-40B4-BE49-F238E27FC236}">
                  <a16:creationId xmlns:a16="http://schemas.microsoft.com/office/drawing/2014/main" id="{CDF1D9F3-90A1-1458-27FD-1EA1FE94E013}"/>
                </a:ext>
              </a:extLst>
            </p:cNvPr>
            <p:cNvSpPr/>
            <p:nvPr/>
          </p:nvSpPr>
          <p:spPr>
            <a:xfrm>
              <a:off x="6350299" y="0"/>
              <a:ext cx="1449238" cy="420753"/>
            </a:xfrm>
            <a:prstGeom prst="rect">
              <a:avLst/>
            </a:prstGeom>
            <a:solidFill>
              <a:srgbClr val="1F6F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方法路线</a:t>
              </a:r>
            </a:p>
          </p:txBody>
        </p:sp>
        <p:sp>
          <p:nvSpPr>
            <p:cNvPr id="16" name="矩形 15">
              <a:extLst>
                <a:ext uri="{FF2B5EF4-FFF2-40B4-BE49-F238E27FC236}">
                  <a16:creationId xmlns:a16="http://schemas.microsoft.com/office/drawing/2014/main" id="{53053C75-534C-94E8-925A-04E319C8587B}"/>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现状综述</a:t>
              </a:r>
            </a:p>
          </p:txBody>
        </p:sp>
        <p:sp>
          <p:nvSpPr>
            <p:cNvPr id="19" name="矩形 18">
              <a:extLst>
                <a:ext uri="{FF2B5EF4-FFF2-40B4-BE49-F238E27FC236}">
                  <a16:creationId xmlns:a16="http://schemas.microsoft.com/office/drawing/2014/main" id="{653AC2CB-CDF1-CFAC-DC4F-5289010D9CE3}"/>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内容目标</a:t>
              </a:r>
            </a:p>
          </p:txBody>
        </p:sp>
        <p:sp>
          <p:nvSpPr>
            <p:cNvPr id="20" name="矩形 19">
              <a:extLst>
                <a:ext uri="{FF2B5EF4-FFF2-40B4-BE49-F238E27FC236}">
                  <a16:creationId xmlns:a16="http://schemas.microsoft.com/office/drawing/2014/main" id="{0DB79C31-1CE0-467A-4B96-A8ABB1C768E2}"/>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计划安排</a:t>
              </a:r>
            </a:p>
          </p:txBody>
        </p:sp>
        <p:sp>
          <p:nvSpPr>
            <p:cNvPr id="24" name="矩形 23">
              <a:extLst>
                <a:ext uri="{FF2B5EF4-FFF2-40B4-BE49-F238E27FC236}">
                  <a16:creationId xmlns:a16="http://schemas.microsoft.com/office/drawing/2014/main" id="{45A0E1E0-0993-0CAA-2D24-F32567A274EF}"/>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成果创新</a:t>
              </a:r>
            </a:p>
          </p:txBody>
        </p:sp>
        <p:sp>
          <p:nvSpPr>
            <p:cNvPr id="25" name="矩形 24">
              <a:extLst>
                <a:ext uri="{FF2B5EF4-FFF2-40B4-BE49-F238E27FC236}">
                  <a16:creationId xmlns:a16="http://schemas.microsoft.com/office/drawing/2014/main" id="{1257A433-83BF-85DF-5990-9617EDCC2171}"/>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参考文献</a:t>
              </a:r>
            </a:p>
          </p:txBody>
        </p:sp>
        <p:grpSp>
          <p:nvGrpSpPr>
            <p:cNvPr id="26" name="组合 25">
              <a:extLst>
                <a:ext uri="{FF2B5EF4-FFF2-40B4-BE49-F238E27FC236}">
                  <a16:creationId xmlns:a16="http://schemas.microsoft.com/office/drawing/2014/main" id="{CB433A64-0F89-4E6B-8877-FCC3E1BE2B0C}"/>
                </a:ext>
              </a:extLst>
            </p:cNvPr>
            <p:cNvGrpSpPr/>
            <p:nvPr/>
          </p:nvGrpSpPr>
          <p:grpSpPr>
            <a:xfrm>
              <a:off x="0" y="0"/>
              <a:ext cx="1904698" cy="420753"/>
              <a:chOff x="0" y="0"/>
              <a:chExt cx="1904698" cy="420753"/>
            </a:xfrm>
          </p:grpSpPr>
          <p:sp>
            <p:nvSpPr>
              <p:cNvPr id="27" name="矩形 26">
                <a:extLst>
                  <a:ext uri="{FF2B5EF4-FFF2-40B4-BE49-F238E27FC236}">
                    <a16:creationId xmlns:a16="http://schemas.microsoft.com/office/drawing/2014/main" id="{7228E453-8385-B333-4323-4A1813696A87}"/>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164466"/>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164466"/>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30" name="图形 29">
                <a:extLst>
                  <a:ext uri="{FF2B5EF4-FFF2-40B4-BE49-F238E27FC236}">
                    <a16:creationId xmlns:a16="http://schemas.microsoft.com/office/drawing/2014/main" id="{B1FDEE1D-35A8-0514-6459-087ABEBE824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
        <p:nvSpPr>
          <p:cNvPr id="31" name="矩形 30">
            <a:extLst>
              <a:ext uri="{FF2B5EF4-FFF2-40B4-BE49-F238E27FC236}">
                <a16:creationId xmlns:a16="http://schemas.microsoft.com/office/drawing/2014/main" id="{61893C8B-9B75-0C26-3CFD-34254C2B906C}"/>
              </a:ext>
            </a:extLst>
          </p:cNvPr>
          <p:cNvSpPr/>
          <p:nvPr/>
        </p:nvSpPr>
        <p:spPr>
          <a:xfrm>
            <a:off x="524796" y="2903772"/>
            <a:ext cx="2683353" cy="31870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t"/>
          <a:lstStyle/>
          <a:p>
            <a:pPr marL="171450" indent="-171450">
              <a:spcBef>
                <a:spcPts val="1200"/>
              </a:spcBef>
              <a:buFont typeface="Arial" panose="020B0604020202020204" pitchFamily="34" charset="0"/>
              <a:buChar char="•"/>
              <a:defRPr/>
            </a:pPr>
            <a:r>
              <a:rPr lang="zh-CN" altLang="en-US" dirty="0">
                <a:solidFill>
                  <a:srgbClr val="1B2733"/>
                </a:solidFill>
                <a:latin typeface="MiSans VF Light" pitchFamily="2" charset="-122"/>
                <a:ea typeface="MiSans VF Light" pitchFamily="2" charset="-122"/>
                <a:cs typeface="MiSans VF Light" pitchFamily="2" charset="-122"/>
                <a:sym typeface="SimHei"/>
              </a:rPr>
              <a:t>品牌记忆点弱，用户知道产品，却不一定记住品牌；</a:t>
            </a:r>
            <a:endParaRPr lang="en-US" altLang="zh-CN" dirty="0">
              <a:solidFill>
                <a:srgbClr val="1B2733"/>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r>
              <a:rPr lang="zh-CN" altLang="en-US" dirty="0">
                <a:solidFill>
                  <a:srgbClr val="1B2733"/>
                </a:solidFill>
                <a:latin typeface="MiSans VF Light" pitchFamily="2" charset="-122"/>
                <a:ea typeface="MiSans VF Light" pitchFamily="2" charset="-122"/>
                <a:cs typeface="MiSans VF Light" pitchFamily="2" charset="-122"/>
                <a:sym typeface="SimHei"/>
              </a:rPr>
              <a:t>视觉系统缺乏统一性，不同系列之间像不同品牌。</a:t>
            </a:r>
          </a:p>
        </p:txBody>
      </p:sp>
      <p:sp>
        <p:nvSpPr>
          <p:cNvPr id="32" name="矩形 31">
            <a:extLst>
              <a:ext uri="{FF2B5EF4-FFF2-40B4-BE49-F238E27FC236}">
                <a16:creationId xmlns:a16="http://schemas.microsoft.com/office/drawing/2014/main" id="{B34C554F-EF9B-62B0-0396-3BC5990F0332}"/>
              </a:ext>
            </a:extLst>
          </p:cNvPr>
          <p:cNvSpPr/>
          <p:nvPr/>
        </p:nvSpPr>
        <p:spPr>
          <a:xfrm>
            <a:off x="3366507" y="2116083"/>
            <a:ext cx="2683353" cy="787689"/>
          </a:xfrm>
          <a:prstGeom prst="rect">
            <a:avLst/>
          </a:prstGeom>
          <a:solidFill>
            <a:srgbClr val="1F6F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MiSans VF Bold" pitchFamily="2" charset="-122"/>
                <a:ea typeface="MiSans VF Bold" pitchFamily="2" charset="-122"/>
                <a:cs typeface="MiSans VF Bold" pitchFamily="2" charset="-122"/>
                <a:sym typeface="SimHei"/>
              </a:rPr>
              <a:t>STEP</a:t>
            </a:r>
            <a:r>
              <a:rPr lang="zh-CN" altLang="en-US" sz="2000" b="1" dirty="0">
                <a:solidFill>
                  <a:schemeClr val="bg1"/>
                </a:solidFill>
                <a:latin typeface="MiSans VF Bold" pitchFamily="2" charset="-122"/>
                <a:ea typeface="MiSans VF Bold" pitchFamily="2" charset="-122"/>
                <a:cs typeface="MiSans VF Bold" pitchFamily="2" charset="-122"/>
                <a:sym typeface="SimHei"/>
              </a:rPr>
              <a:t> </a:t>
            </a:r>
            <a:r>
              <a:rPr lang="en-US" altLang="zh-CN" sz="2000" b="1" dirty="0">
                <a:solidFill>
                  <a:schemeClr val="bg1"/>
                </a:solidFill>
                <a:latin typeface="MiSans VF Bold" pitchFamily="2" charset="-122"/>
                <a:ea typeface="MiSans VF Bold" pitchFamily="2" charset="-122"/>
                <a:cs typeface="MiSans VF Bold" pitchFamily="2" charset="-122"/>
                <a:sym typeface="SimHei"/>
              </a:rPr>
              <a:t>02</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33" name="矩形 32">
            <a:extLst>
              <a:ext uri="{FF2B5EF4-FFF2-40B4-BE49-F238E27FC236}">
                <a16:creationId xmlns:a16="http://schemas.microsoft.com/office/drawing/2014/main" id="{FD8BD9D6-65EE-031E-953A-FF3E2EA1F74E}"/>
              </a:ext>
            </a:extLst>
          </p:cNvPr>
          <p:cNvSpPr/>
          <p:nvPr/>
        </p:nvSpPr>
        <p:spPr>
          <a:xfrm>
            <a:off x="3366506" y="2903772"/>
            <a:ext cx="2683353" cy="31870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t"/>
          <a:lstStyle/>
          <a:p>
            <a:pPr marL="171450" indent="-171450">
              <a:spcBef>
                <a:spcPts val="1200"/>
              </a:spcBef>
              <a:buFont typeface="Arial" panose="020B0604020202020204" pitchFamily="34" charset="0"/>
              <a:buChar char="•"/>
              <a:defRPr/>
            </a:pPr>
            <a:r>
              <a:rPr lang="zh-CN" altLang="en-US" dirty="0">
                <a:solidFill>
                  <a:srgbClr val="1B2733"/>
                </a:solidFill>
                <a:latin typeface="MiSans VF Light" pitchFamily="2" charset="-122"/>
                <a:ea typeface="MiSans VF Light" pitchFamily="2" charset="-122"/>
                <a:cs typeface="MiSans VF Light" pitchFamily="2" charset="-122"/>
                <a:sym typeface="SimHei"/>
              </a:rPr>
              <a:t>品牌记忆点弱，用户知道产品，却不一定记住品牌；</a:t>
            </a:r>
            <a:endParaRPr lang="en-US" altLang="zh-CN" dirty="0">
              <a:solidFill>
                <a:srgbClr val="1B2733"/>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r>
              <a:rPr lang="zh-CN" altLang="en-US" dirty="0">
                <a:solidFill>
                  <a:srgbClr val="1B2733"/>
                </a:solidFill>
                <a:latin typeface="MiSans VF Light" pitchFamily="2" charset="-122"/>
                <a:ea typeface="MiSans VF Light" pitchFamily="2" charset="-122"/>
                <a:cs typeface="MiSans VF Light" pitchFamily="2" charset="-122"/>
                <a:sym typeface="SimHei"/>
              </a:rPr>
              <a:t>视觉系统缺乏统一性，不同系列之间像不同品牌；</a:t>
            </a:r>
            <a:endParaRPr lang="en-US" altLang="zh-CN" dirty="0">
              <a:solidFill>
                <a:srgbClr val="1B2733"/>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r>
              <a:rPr lang="zh-CN" altLang="en-US" dirty="0">
                <a:solidFill>
                  <a:srgbClr val="1B2733"/>
                </a:solidFill>
                <a:latin typeface="MiSans VF Light" pitchFamily="2" charset="-122"/>
                <a:ea typeface="MiSans VF Light" pitchFamily="2" charset="-122"/>
                <a:cs typeface="MiSans VF Light" pitchFamily="2" charset="-122"/>
                <a:sym typeface="SimHei"/>
              </a:rPr>
              <a:t>视觉系统缺乏统一性</a:t>
            </a:r>
            <a:endParaRPr lang="en-US" altLang="zh-CN" dirty="0">
              <a:solidFill>
                <a:srgbClr val="1B2733"/>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endParaRPr lang="zh-CN" altLang="en-US" dirty="0">
              <a:solidFill>
                <a:srgbClr val="1B2733"/>
              </a:solidFill>
              <a:latin typeface="MiSans VF Light" pitchFamily="2" charset="-122"/>
              <a:ea typeface="MiSans VF Light" pitchFamily="2" charset="-122"/>
              <a:cs typeface="MiSans VF Light" pitchFamily="2" charset="-122"/>
              <a:sym typeface="SimHei"/>
            </a:endParaRPr>
          </a:p>
        </p:txBody>
      </p:sp>
      <p:sp>
        <p:nvSpPr>
          <p:cNvPr id="34" name="矩形 33">
            <a:extLst>
              <a:ext uri="{FF2B5EF4-FFF2-40B4-BE49-F238E27FC236}">
                <a16:creationId xmlns:a16="http://schemas.microsoft.com/office/drawing/2014/main" id="{C58EEA5F-AD3E-2F03-89CC-5FB37A795B8C}"/>
              </a:ext>
            </a:extLst>
          </p:cNvPr>
          <p:cNvSpPr/>
          <p:nvPr/>
        </p:nvSpPr>
        <p:spPr>
          <a:xfrm>
            <a:off x="6208218" y="2116083"/>
            <a:ext cx="2683353" cy="787689"/>
          </a:xfrm>
          <a:prstGeom prst="rect">
            <a:avLst/>
          </a:prstGeom>
          <a:solidFill>
            <a:srgbClr val="1551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MiSans VF Bold" pitchFamily="2" charset="-122"/>
                <a:ea typeface="MiSans VF Bold" pitchFamily="2" charset="-122"/>
                <a:cs typeface="MiSans VF Bold" pitchFamily="2" charset="-122"/>
                <a:sym typeface="SimHei"/>
              </a:rPr>
              <a:t>STEP</a:t>
            </a:r>
            <a:r>
              <a:rPr lang="zh-CN" altLang="en-US" sz="2000" b="1" dirty="0">
                <a:solidFill>
                  <a:schemeClr val="bg1"/>
                </a:solidFill>
                <a:latin typeface="MiSans VF Bold" pitchFamily="2" charset="-122"/>
                <a:ea typeface="MiSans VF Bold" pitchFamily="2" charset="-122"/>
                <a:cs typeface="MiSans VF Bold" pitchFamily="2" charset="-122"/>
                <a:sym typeface="SimHei"/>
              </a:rPr>
              <a:t> </a:t>
            </a:r>
            <a:r>
              <a:rPr lang="en-US" altLang="zh-CN" sz="2000" b="1" dirty="0">
                <a:solidFill>
                  <a:schemeClr val="bg1"/>
                </a:solidFill>
                <a:latin typeface="MiSans VF Bold" pitchFamily="2" charset="-122"/>
                <a:ea typeface="MiSans VF Bold" pitchFamily="2" charset="-122"/>
                <a:cs typeface="MiSans VF Bold" pitchFamily="2" charset="-122"/>
                <a:sym typeface="SimHei"/>
              </a:rPr>
              <a:t>03</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35" name="矩形 34">
            <a:extLst>
              <a:ext uri="{FF2B5EF4-FFF2-40B4-BE49-F238E27FC236}">
                <a16:creationId xmlns:a16="http://schemas.microsoft.com/office/drawing/2014/main" id="{C6C607BE-849B-5C96-B21B-086C798C29B3}"/>
              </a:ext>
            </a:extLst>
          </p:cNvPr>
          <p:cNvSpPr/>
          <p:nvPr/>
        </p:nvSpPr>
        <p:spPr>
          <a:xfrm>
            <a:off x="6208218" y="2903772"/>
            <a:ext cx="2683353" cy="31870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t"/>
          <a:lstStyle/>
          <a:p>
            <a:pPr marL="171450" indent="-171450">
              <a:spcBef>
                <a:spcPts val="1200"/>
              </a:spcBef>
              <a:buFont typeface="Arial" panose="020B0604020202020204" pitchFamily="34" charset="0"/>
              <a:buChar char="•"/>
              <a:defRPr/>
            </a:pPr>
            <a:r>
              <a:rPr lang="zh-CN" altLang="en-US" dirty="0">
                <a:solidFill>
                  <a:srgbClr val="1B2733"/>
                </a:solidFill>
                <a:latin typeface="MiSans VF Light" pitchFamily="2" charset="-122"/>
                <a:ea typeface="MiSans VF Light" pitchFamily="2" charset="-122"/>
                <a:cs typeface="MiSans VF Light" pitchFamily="2" charset="-122"/>
                <a:sym typeface="SimHei"/>
              </a:rPr>
              <a:t>品牌记忆点弱，用户知道产品，却不一定记住品牌；</a:t>
            </a:r>
            <a:endParaRPr lang="en-US" altLang="zh-CN" dirty="0">
              <a:solidFill>
                <a:srgbClr val="1B2733"/>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r>
              <a:rPr lang="zh-CN" altLang="en-US" dirty="0">
                <a:solidFill>
                  <a:srgbClr val="1B2733"/>
                </a:solidFill>
                <a:latin typeface="MiSans VF Light" pitchFamily="2" charset="-122"/>
                <a:ea typeface="MiSans VF Light" pitchFamily="2" charset="-122"/>
                <a:cs typeface="MiSans VF Light" pitchFamily="2" charset="-122"/>
                <a:sym typeface="SimHei"/>
              </a:rPr>
              <a:t>视觉系统缺乏统一性，不同系列之间像不同品牌。</a:t>
            </a:r>
          </a:p>
        </p:txBody>
      </p:sp>
      <p:sp>
        <p:nvSpPr>
          <p:cNvPr id="36" name="矩形 35">
            <a:extLst>
              <a:ext uri="{FF2B5EF4-FFF2-40B4-BE49-F238E27FC236}">
                <a16:creationId xmlns:a16="http://schemas.microsoft.com/office/drawing/2014/main" id="{37391045-CF44-CAE5-E827-E542D50CAAF0}"/>
              </a:ext>
            </a:extLst>
          </p:cNvPr>
          <p:cNvSpPr/>
          <p:nvPr/>
        </p:nvSpPr>
        <p:spPr>
          <a:xfrm>
            <a:off x="9049930" y="2116083"/>
            <a:ext cx="2683353" cy="787689"/>
          </a:xfrm>
          <a:prstGeom prst="rect">
            <a:avLst/>
          </a:prstGeom>
          <a:solidFill>
            <a:srgbClr val="123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MiSans VF Bold" pitchFamily="2" charset="-122"/>
                <a:ea typeface="MiSans VF Bold" pitchFamily="2" charset="-122"/>
                <a:cs typeface="MiSans VF Bold" pitchFamily="2" charset="-122"/>
                <a:sym typeface="SimHei"/>
              </a:rPr>
              <a:t>STEP</a:t>
            </a:r>
            <a:r>
              <a:rPr lang="zh-CN" altLang="en-US" sz="2000" b="1" dirty="0">
                <a:solidFill>
                  <a:schemeClr val="bg1"/>
                </a:solidFill>
                <a:latin typeface="MiSans VF Bold" pitchFamily="2" charset="-122"/>
                <a:ea typeface="MiSans VF Bold" pitchFamily="2" charset="-122"/>
                <a:cs typeface="MiSans VF Bold" pitchFamily="2" charset="-122"/>
                <a:sym typeface="SimHei"/>
              </a:rPr>
              <a:t> </a:t>
            </a:r>
            <a:r>
              <a:rPr lang="en-US" altLang="zh-CN" sz="2000" b="1" dirty="0">
                <a:solidFill>
                  <a:schemeClr val="bg1"/>
                </a:solidFill>
                <a:latin typeface="MiSans VF Bold" pitchFamily="2" charset="-122"/>
                <a:ea typeface="MiSans VF Bold" pitchFamily="2" charset="-122"/>
                <a:cs typeface="MiSans VF Bold" pitchFamily="2" charset="-122"/>
                <a:sym typeface="SimHei"/>
              </a:rPr>
              <a:t>04</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37" name="矩形 36">
            <a:extLst>
              <a:ext uri="{FF2B5EF4-FFF2-40B4-BE49-F238E27FC236}">
                <a16:creationId xmlns:a16="http://schemas.microsoft.com/office/drawing/2014/main" id="{A96F51C6-F510-5F7E-3D60-C42B6A437D3B}"/>
              </a:ext>
            </a:extLst>
          </p:cNvPr>
          <p:cNvSpPr/>
          <p:nvPr/>
        </p:nvSpPr>
        <p:spPr>
          <a:xfrm>
            <a:off x="9049930" y="2903772"/>
            <a:ext cx="2683353" cy="31870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t"/>
          <a:lstStyle/>
          <a:p>
            <a:pPr marL="171450" indent="-171450">
              <a:spcBef>
                <a:spcPts val="1200"/>
              </a:spcBef>
              <a:buFont typeface="Arial" panose="020B0604020202020204" pitchFamily="34" charset="0"/>
              <a:buChar char="•"/>
              <a:defRPr/>
            </a:pPr>
            <a:r>
              <a:rPr lang="zh-CN" altLang="en-US" dirty="0">
                <a:solidFill>
                  <a:srgbClr val="1B2733"/>
                </a:solidFill>
                <a:latin typeface="MiSans VF Light" pitchFamily="2" charset="-122"/>
                <a:ea typeface="MiSans VF Light" pitchFamily="2" charset="-122"/>
                <a:cs typeface="MiSans VF Light" pitchFamily="2" charset="-122"/>
                <a:sym typeface="SimHei"/>
              </a:rPr>
              <a:t>品牌记忆点弱，用户知道产品，却不一定记住品牌；</a:t>
            </a:r>
            <a:endParaRPr lang="en-US" altLang="zh-CN" dirty="0">
              <a:solidFill>
                <a:srgbClr val="1B2733"/>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r>
              <a:rPr lang="zh-CN" altLang="en-US" dirty="0">
                <a:solidFill>
                  <a:srgbClr val="1B2733"/>
                </a:solidFill>
                <a:latin typeface="MiSans VF Light" pitchFamily="2" charset="-122"/>
                <a:ea typeface="MiSans VF Light" pitchFamily="2" charset="-122"/>
                <a:cs typeface="MiSans VF Light" pitchFamily="2" charset="-122"/>
                <a:sym typeface="SimHei"/>
              </a:rPr>
              <a:t>视觉系统缺乏统一性，不同系列之间像不同品牌。</a:t>
            </a:r>
          </a:p>
        </p:txBody>
      </p:sp>
      <p:pic>
        <p:nvPicPr>
          <p:cNvPr id="40" name="图形 39">
            <a:extLst>
              <a:ext uri="{FF2B5EF4-FFF2-40B4-BE49-F238E27FC236}">
                <a16:creationId xmlns:a16="http://schemas.microsoft.com/office/drawing/2014/main" id="{6E04F74F-D019-B0EF-07BB-25DF5F72AF1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V="1">
            <a:off x="715536" y="5642811"/>
            <a:ext cx="2287965" cy="308641"/>
          </a:xfrm>
          <a:prstGeom prst="rect">
            <a:avLst/>
          </a:prstGeom>
        </p:spPr>
      </p:pic>
      <p:pic>
        <p:nvPicPr>
          <p:cNvPr id="41" name="图形 40">
            <a:extLst>
              <a:ext uri="{FF2B5EF4-FFF2-40B4-BE49-F238E27FC236}">
                <a16:creationId xmlns:a16="http://schemas.microsoft.com/office/drawing/2014/main" id="{63BF8DDC-7B0E-4C6B-9FE2-459A75DF4F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V="1">
            <a:off x="3562645" y="5642811"/>
            <a:ext cx="2287965" cy="308641"/>
          </a:xfrm>
          <a:prstGeom prst="rect">
            <a:avLst/>
          </a:prstGeom>
        </p:spPr>
      </p:pic>
      <p:pic>
        <p:nvPicPr>
          <p:cNvPr id="42" name="图形 41">
            <a:extLst>
              <a:ext uri="{FF2B5EF4-FFF2-40B4-BE49-F238E27FC236}">
                <a16:creationId xmlns:a16="http://schemas.microsoft.com/office/drawing/2014/main" id="{9BCC81D7-C1A2-2A16-0745-082FF866200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V="1">
            <a:off x="6368191" y="5642811"/>
            <a:ext cx="2287965" cy="308641"/>
          </a:xfrm>
          <a:prstGeom prst="rect">
            <a:avLst/>
          </a:prstGeom>
        </p:spPr>
      </p:pic>
      <p:pic>
        <p:nvPicPr>
          <p:cNvPr id="46" name="图形 45">
            <a:extLst>
              <a:ext uri="{FF2B5EF4-FFF2-40B4-BE49-F238E27FC236}">
                <a16:creationId xmlns:a16="http://schemas.microsoft.com/office/drawing/2014/main" id="{5B0730DD-2F93-07E2-2385-3843584349A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V="1">
            <a:off x="9252068" y="5642811"/>
            <a:ext cx="2287965" cy="308641"/>
          </a:xfrm>
          <a:prstGeom prst="rect">
            <a:avLst/>
          </a:prstGeom>
        </p:spPr>
      </p:pic>
    </p:spTree>
    <p:extLst>
      <p:ext uri="{BB962C8B-B14F-4D97-AF65-F5344CB8AC3E}">
        <p14:creationId xmlns:p14="http://schemas.microsoft.com/office/powerpoint/2010/main" val="164506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E3205-B351-7B73-04BD-39753A6153EC}"/>
            </a:ext>
          </a:extLst>
        </p:cNvPr>
        <p:cNvGrpSpPr/>
        <p:nvPr/>
      </p:nvGrpSpPr>
      <p:grpSpPr>
        <a:xfrm>
          <a:off x="0" y="0"/>
          <a:ext cx="0" cy="0"/>
          <a:chOff x="0" y="0"/>
          <a:chExt cx="0" cy="0"/>
        </a:xfrm>
      </p:grpSpPr>
      <p:sp>
        <p:nvSpPr>
          <p:cNvPr id="6" name="AutoShape 5">
            <a:extLst>
              <a:ext uri="{FF2B5EF4-FFF2-40B4-BE49-F238E27FC236}">
                <a16:creationId xmlns:a16="http://schemas.microsoft.com/office/drawing/2014/main" id="{AC7739C2-E602-070A-BBD6-795DE8339962}"/>
              </a:ext>
            </a:extLst>
          </p:cNvPr>
          <p:cNvSpPr/>
          <p:nvPr/>
        </p:nvSpPr>
        <p:spPr>
          <a:xfrm>
            <a:off x="524798" y="1110092"/>
            <a:ext cx="11208485"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123A5C"/>
                </a:solidFill>
                <a:latin typeface="MiSans VF Bold" pitchFamily="2" charset="-122"/>
                <a:ea typeface="MiSans VF Bold" pitchFamily="2" charset="-122"/>
                <a:cs typeface="MiSans VF Bold" pitchFamily="2" charset="-122"/>
                <a:sym typeface="SimHei"/>
              </a:rPr>
              <a:t>技术路线与研究流程</a:t>
            </a:r>
            <a:endParaRPr lang="en-US" altLang="zh-CN" sz="4000" b="1" dirty="0">
              <a:solidFill>
                <a:srgbClr val="123A5C"/>
              </a:solidFill>
              <a:latin typeface="MiSans VF Bold" pitchFamily="2" charset="-122"/>
              <a:ea typeface="MiSans VF Bold" pitchFamily="2" charset="-122"/>
              <a:cs typeface="MiSans VF Bold" pitchFamily="2" charset="-122"/>
              <a:sym typeface="SimHei"/>
            </a:endParaRPr>
          </a:p>
        </p:txBody>
      </p:sp>
      <p:sp>
        <p:nvSpPr>
          <p:cNvPr id="5" name="AutoShape 2">
            <a:extLst>
              <a:ext uri="{FF2B5EF4-FFF2-40B4-BE49-F238E27FC236}">
                <a16:creationId xmlns:a16="http://schemas.microsoft.com/office/drawing/2014/main" id="{6C3D3B09-AC5E-5338-ABD3-229C6A3EBA8D}"/>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10" name="组合 9">
            <a:extLst>
              <a:ext uri="{FF2B5EF4-FFF2-40B4-BE49-F238E27FC236}">
                <a16:creationId xmlns:a16="http://schemas.microsoft.com/office/drawing/2014/main" id="{98B56C45-30CC-42A1-ABA4-808D282EA9C4}"/>
              </a:ext>
            </a:extLst>
          </p:cNvPr>
          <p:cNvGrpSpPr/>
          <p:nvPr/>
        </p:nvGrpSpPr>
        <p:grpSpPr>
          <a:xfrm>
            <a:off x="0" y="0"/>
            <a:ext cx="12192000" cy="420753"/>
            <a:chOff x="0" y="0"/>
            <a:chExt cx="12192000" cy="420753"/>
          </a:xfrm>
        </p:grpSpPr>
        <p:sp>
          <p:nvSpPr>
            <p:cNvPr id="11" name="矩形 10">
              <a:extLst>
                <a:ext uri="{FF2B5EF4-FFF2-40B4-BE49-F238E27FC236}">
                  <a16:creationId xmlns:a16="http://schemas.microsoft.com/office/drawing/2014/main" id="{518760D6-FBC1-19EB-FEF4-99380D8B6964}"/>
                </a:ext>
              </a:extLst>
            </p:cNvPr>
            <p:cNvSpPr/>
            <p:nvPr/>
          </p:nvSpPr>
          <p:spPr>
            <a:xfrm>
              <a:off x="1927073" y="0"/>
              <a:ext cx="1449238" cy="420753"/>
            </a:xfrm>
            <a:prstGeom prst="rect">
              <a:avLst/>
            </a:prstGeom>
            <a:solidFill>
              <a:srgbClr val="E8F1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123A5C">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123A5C">
                    <a:alpha val="50000"/>
                  </a:srgbClr>
                </a:solidFill>
                <a:latin typeface="MiSans VF Light" pitchFamily="2" charset="-122"/>
                <a:ea typeface="MiSans VF Light" pitchFamily="2" charset="-122"/>
                <a:cs typeface="MiSans VF Light" pitchFamily="2" charset="-122"/>
                <a:sym typeface="SimHei"/>
              </a:endParaRPr>
            </a:p>
          </p:txBody>
        </p:sp>
        <p:sp>
          <p:nvSpPr>
            <p:cNvPr id="12" name="矩形 11">
              <a:extLst>
                <a:ext uri="{FF2B5EF4-FFF2-40B4-BE49-F238E27FC236}">
                  <a16:creationId xmlns:a16="http://schemas.microsoft.com/office/drawing/2014/main" id="{B22C17EF-DE6D-0429-B713-DB8509E49A53}"/>
                </a:ext>
              </a:extLst>
            </p:cNvPr>
            <p:cNvSpPr/>
            <p:nvPr/>
          </p:nvSpPr>
          <p:spPr>
            <a:xfrm>
              <a:off x="6350299" y="0"/>
              <a:ext cx="1449238" cy="420753"/>
            </a:xfrm>
            <a:prstGeom prst="rect">
              <a:avLst/>
            </a:prstGeom>
            <a:solidFill>
              <a:srgbClr val="1F6F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方法路线</a:t>
              </a:r>
            </a:p>
          </p:txBody>
        </p:sp>
        <p:sp>
          <p:nvSpPr>
            <p:cNvPr id="16" name="矩形 15">
              <a:extLst>
                <a:ext uri="{FF2B5EF4-FFF2-40B4-BE49-F238E27FC236}">
                  <a16:creationId xmlns:a16="http://schemas.microsoft.com/office/drawing/2014/main" id="{EF1D3037-E1E3-C316-067A-E18AB30970AD}"/>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现状综述</a:t>
              </a:r>
            </a:p>
          </p:txBody>
        </p:sp>
        <p:sp>
          <p:nvSpPr>
            <p:cNvPr id="19" name="矩形 18">
              <a:extLst>
                <a:ext uri="{FF2B5EF4-FFF2-40B4-BE49-F238E27FC236}">
                  <a16:creationId xmlns:a16="http://schemas.microsoft.com/office/drawing/2014/main" id="{B6F124AA-4C04-8012-B772-22494A185765}"/>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内容目标</a:t>
              </a:r>
            </a:p>
          </p:txBody>
        </p:sp>
        <p:sp>
          <p:nvSpPr>
            <p:cNvPr id="20" name="矩形 19">
              <a:extLst>
                <a:ext uri="{FF2B5EF4-FFF2-40B4-BE49-F238E27FC236}">
                  <a16:creationId xmlns:a16="http://schemas.microsoft.com/office/drawing/2014/main" id="{AA6348B9-2579-BAFE-6E4B-97BF85BB2D82}"/>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计划安排</a:t>
              </a:r>
            </a:p>
          </p:txBody>
        </p:sp>
        <p:sp>
          <p:nvSpPr>
            <p:cNvPr id="24" name="矩形 23">
              <a:extLst>
                <a:ext uri="{FF2B5EF4-FFF2-40B4-BE49-F238E27FC236}">
                  <a16:creationId xmlns:a16="http://schemas.microsoft.com/office/drawing/2014/main" id="{7C4F9AD2-A6FC-6302-C4E4-0393BB04CBDA}"/>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成果创新</a:t>
              </a:r>
            </a:p>
          </p:txBody>
        </p:sp>
        <p:sp>
          <p:nvSpPr>
            <p:cNvPr id="25" name="矩形 24">
              <a:extLst>
                <a:ext uri="{FF2B5EF4-FFF2-40B4-BE49-F238E27FC236}">
                  <a16:creationId xmlns:a16="http://schemas.microsoft.com/office/drawing/2014/main" id="{F61E9B47-C261-867B-0180-FE3B56142BFF}"/>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参考文献</a:t>
              </a:r>
            </a:p>
          </p:txBody>
        </p:sp>
        <p:grpSp>
          <p:nvGrpSpPr>
            <p:cNvPr id="26" name="组合 25">
              <a:extLst>
                <a:ext uri="{FF2B5EF4-FFF2-40B4-BE49-F238E27FC236}">
                  <a16:creationId xmlns:a16="http://schemas.microsoft.com/office/drawing/2014/main" id="{286DE1AB-186C-17CB-B795-2D80F5C04FB2}"/>
                </a:ext>
              </a:extLst>
            </p:cNvPr>
            <p:cNvGrpSpPr/>
            <p:nvPr/>
          </p:nvGrpSpPr>
          <p:grpSpPr>
            <a:xfrm>
              <a:off x="0" y="0"/>
              <a:ext cx="1904698" cy="420753"/>
              <a:chOff x="0" y="0"/>
              <a:chExt cx="1904698" cy="420753"/>
            </a:xfrm>
          </p:grpSpPr>
          <p:sp>
            <p:nvSpPr>
              <p:cNvPr id="27" name="矩形 26">
                <a:extLst>
                  <a:ext uri="{FF2B5EF4-FFF2-40B4-BE49-F238E27FC236}">
                    <a16:creationId xmlns:a16="http://schemas.microsoft.com/office/drawing/2014/main" id="{5474067B-D299-9FAB-942A-94559345FDA0}"/>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164466"/>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164466"/>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30" name="图形 29">
                <a:extLst>
                  <a:ext uri="{FF2B5EF4-FFF2-40B4-BE49-F238E27FC236}">
                    <a16:creationId xmlns:a16="http://schemas.microsoft.com/office/drawing/2014/main" id="{5AAFDF87-2321-EE76-8B24-324145B9E48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
        <p:nvSpPr>
          <p:cNvPr id="33" name="矩形 32">
            <a:extLst>
              <a:ext uri="{FF2B5EF4-FFF2-40B4-BE49-F238E27FC236}">
                <a16:creationId xmlns:a16="http://schemas.microsoft.com/office/drawing/2014/main" id="{58CD57B5-10D9-03C0-8310-39C1C0B2150C}"/>
              </a:ext>
            </a:extLst>
          </p:cNvPr>
          <p:cNvSpPr/>
          <p:nvPr/>
        </p:nvSpPr>
        <p:spPr>
          <a:xfrm>
            <a:off x="524798" y="2116084"/>
            <a:ext cx="4932106" cy="228966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t"/>
          <a:lstStyle/>
          <a:p>
            <a:pPr>
              <a:spcBef>
                <a:spcPts val="1200"/>
              </a:spcBef>
              <a:defRPr/>
            </a:pPr>
            <a:r>
              <a:rPr lang="zh-CN" altLang="en-US" sz="1800" b="1" dirty="0">
                <a:solidFill>
                  <a:srgbClr val="1B2733"/>
                </a:solidFill>
                <a:latin typeface="MiSans VF Bold" pitchFamily="2" charset="-122"/>
                <a:ea typeface="MiSans VF Bold" pitchFamily="2" charset="-122"/>
                <a:cs typeface="MiSans VF Bold" pitchFamily="2" charset="-122"/>
                <a:sym typeface="SimHei"/>
              </a:rPr>
              <a:t>模块 </a:t>
            </a:r>
            <a:r>
              <a:rPr lang="en-US" altLang="zh-CN" sz="1800" b="1" dirty="0">
                <a:solidFill>
                  <a:srgbClr val="1B2733"/>
                </a:solidFill>
                <a:latin typeface="MiSans VF Bold" pitchFamily="2" charset="-122"/>
                <a:ea typeface="MiSans VF Bold" pitchFamily="2" charset="-122"/>
                <a:cs typeface="MiSans VF Bold" pitchFamily="2" charset="-122"/>
                <a:sym typeface="SimHei"/>
              </a:rPr>
              <a:t>01</a:t>
            </a:r>
          </a:p>
          <a:p>
            <a:pPr marL="342900" indent="-342900">
              <a:spcBef>
                <a:spcPts val="1200"/>
              </a:spcBef>
              <a:buClr>
                <a:srgbClr val="123A5C"/>
              </a:buClr>
              <a:buFont typeface="Arial" panose="020B0604020202020204" pitchFamily="34" charset="0"/>
              <a:buChar char="•"/>
              <a:defRPr/>
            </a:pPr>
            <a:r>
              <a:rPr lang="zh-CN" altLang="en-US" dirty="0">
                <a:solidFill>
                  <a:srgbClr val="1B2733"/>
                </a:solidFill>
                <a:latin typeface="MiSans VF Light" pitchFamily="2" charset="-122"/>
                <a:ea typeface="MiSans VF Light" pitchFamily="2" charset="-122"/>
                <a:cs typeface="MiSans VF Light" pitchFamily="2" charset="-122"/>
                <a:sym typeface="SimHei"/>
              </a:rPr>
              <a:t>品牌记忆点弱，用户知道产品，却不一定记住品牌；</a:t>
            </a:r>
            <a:endParaRPr lang="en-US" altLang="zh-CN" dirty="0">
              <a:solidFill>
                <a:srgbClr val="1B2733"/>
              </a:solidFill>
              <a:latin typeface="MiSans VF Light" pitchFamily="2" charset="-122"/>
              <a:ea typeface="MiSans VF Light" pitchFamily="2" charset="-122"/>
              <a:cs typeface="MiSans VF Light" pitchFamily="2" charset="-122"/>
              <a:sym typeface="SimHei"/>
            </a:endParaRPr>
          </a:p>
          <a:p>
            <a:pPr marL="342900" indent="-342900">
              <a:spcBef>
                <a:spcPts val="1200"/>
              </a:spcBef>
              <a:buClr>
                <a:srgbClr val="123A5C"/>
              </a:buClr>
              <a:buFont typeface="Arial" panose="020B0604020202020204" pitchFamily="34" charset="0"/>
              <a:buChar char="•"/>
              <a:defRPr/>
            </a:pPr>
            <a:r>
              <a:rPr lang="zh-CN" altLang="en-US" dirty="0">
                <a:solidFill>
                  <a:srgbClr val="1B2733"/>
                </a:solidFill>
                <a:latin typeface="MiSans VF Light" pitchFamily="2" charset="-122"/>
                <a:ea typeface="MiSans VF Light" pitchFamily="2" charset="-122"/>
                <a:cs typeface="MiSans VF Light" pitchFamily="2" charset="-122"/>
                <a:sym typeface="SimHei"/>
              </a:rPr>
              <a:t>视觉系统缺乏统一性，不同系列之间像不同品牌；</a:t>
            </a:r>
            <a:endParaRPr lang="en-US" altLang="zh-CN" dirty="0">
              <a:solidFill>
                <a:srgbClr val="1B2733"/>
              </a:solidFill>
              <a:latin typeface="MiSans VF Light" pitchFamily="2" charset="-122"/>
              <a:ea typeface="MiSans VF Light" pitchFamily="2" charset="-122"/>
              <a:cs typeface="MiSans VF Light" pitchFamily="2" charset="-122"/>
              <a:sym typeface="SimHei"/>
            </a:endParaRPr>
          </a:p>
          <a:p>
            <a:pPr marL="342900" indent="-342900">
              <a:spcBef>
                <a:spcPts val="1200"/>
              </a:spcBef>
              <a:buClr>
                <a:srgbClr val="123A5C"/>
              </a:buClr>
              <a:buFont typeface="Arial" panose="020B0604020202020204" pitchFamily="34" charset="0"/>
              <a:buChar char="•"/>
              <a:defRPr/>
            </a:pPr>
            <a:r>
              <a:rPr lang="zh-CN" altLang="en-US" dirty="0">
                <a:solidFill>
                  <a:srgbClr val="1B2733"/>
                </a:solidFill>
                <a:latin typeface="MiSans VF Light" pitchFamily="2" charset="-122"/>
                <a:ea typeface="MiSans VF Light" pitchFamily="2" charset="-122"/>
                <a:cs typeface="MiSans VF Light" pitchFamily="2" charset="-122"/>
                <a:sym typeface="SimHei"/>
              </a:rPr>
              <a:t>视觉系统缺乏统一性</a:t>
            </a:r>
            <a:endParaRPr lang="en-US" altLang="zh-CN" dirty="0">
              <a:solidFill>
                <a:srgbClr val="1B2733"/>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endParaRPr lang="zh-CN" altLang="en-US" dirty="0">
              <a:solidFill>
                <a:srgbClr val="1B2733"/>
              </a:solidFill>
              <a:latin typeface="MiSans VF Light" pitchFamily="2" charset="-122"/>
              <a:ea typeface="MiSans VF Light" pitchFamily="2" charset="-122"/>
              <a:cs typeface="MiSans VF Light" pitchFamily="2" charset="-122"/>
              <a:sym typeface="SimHei"/>
            </a:endParaRPr>
          </a:p>
        </p:txBody>
      </p:sp>
      <p:sp>
        <p:nvSpPr>
          <p:cNvPr id="35" name="矩形 34">
            <a:extLst>
              <a:ext uri="{FF2B5EF4-FFF2-40B4-BE49-F238E27FC236}">
                <a16:creationId xmlns:a16="http://schemas.microsoft.com/office/drawing/2014/main" id="{D0858F3C-0E7D-D0C5-0694-7B66654BF6E9}"/>
              </a:ext>
            </a:extLst>
          </p:cNvPr>
          <p:cNvSpPr/>
          <p:nvPr/>
        </p:nvSpPr>
        <p:spPr>
          <a:xfrm>
            <a:off x="5599256" y="2116084"/>
            <a:ext cx="2754984" cy="228966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t"/>
          <a:lstStyle/>
          <a:p>
            <a:pPr>
              <a:spcBef>
                <a:spcPts val="1200"/>
              </a:spcBef>
              <a:defRPr/>
            </a:pPr>
            <a:r>
              <a:rPr lang="zh-CN" altLang="en-US" sz="1800" b="1" dirty="0">
                <a:solidFill>
                  <a:srgbClr val="1B2733"/>
                </a:solidFill>
                <a:latin typeface="MiSans VF Bold" pitchFamily="2" charset="-122"/>
                <a:ea typeface="MiSans VF Bold" pitchFamily="2" charset="-122"/>
                <a:cs typeface="MiSans VF Bold" pitchFamily="2" charset="-122"/>
                <a:sym typeface="SimHei"/>
              </a:rPr>
              <a:t>模块 </a:t>
            </a:r>
            <a:r>
              <a:rPr lang="en-US" altLang="zh-CN" sz="1800" b="1" dirty="0">
                <a:solidFill>
                  <a:srgbClr val="1B2733"/>
                </a:solidFill>
                <a:latin typeface="MiSans VF Bold" pitchFamily="2" charset="-122"/>
                <a:ea typeface="MiSans VF Bold" pitchFamily="2" charset="-122"/>
                <a:cs typeface="MiSans VF Bold" pitchFamily="2" charset="-122"/>
                <a:sym typeface="SimHei"/>
              </a:rPr>
              <a:t>02</a:t>
            </a:r>
          </a:p>
          <a:p>
            <a:pPr>
              <a:spcBef>
                <a:spcPts val="1200"/>
              </a:spcBef>
              <a:defRPr/>
            </a:pPr>
            <a:r>
              <a:rPr lang="zh-CN" altLang="en-US" dirty="0">
                <a:solidFill>
                  <a:srgbClr val="1B2733"/>
                </a:solidFill>
                <a:latin typeface="MiSans VF Light" pitchFamily="2" charset="-122"/>
                <a:ea typeface="MiSans VF Light" pitchFamily="2" charset="-122"/>
                <a:cs typeface="MiSans VF Light" pitchFamily="2" charset="-122"/>
                <a:sym typeface="SimHei"/>
              </a:rPr>
              <a:t>品牌记忆点弱，用户知道产品，却不一定记住品牌；</a:t>
            </a:r>
            <a:endParaRPr lang="en-US" altLang="zh-CN" dirty="0">
              <a:solidFill>
                <a:srgbClr val="1B2733"/>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dirty="0">
                <a:solidFill>
                  <a:srgbClr val="1B2733"/>
                </a:solidFill>
                <a:latin typeface="MiSans VF Light" pitchFamily="2" charset="-122"/>
                <a:ea typeface="MiSans VF Light" pitchFamily="2" charset="-122"/>
                <a:cs typeface="MiSans VF Light" pitchFamily="2" charset="-122"/>
                <a:sym typeface="SimHei"/>
              </a:rPr>
              <a:t>视觉系统缺乏统一性，不同系列之间像不同品牌。</a:t>
            </a:r>
          </a:p>
        </p:txBody>
      </p:sp>
      <p:sp>
        <p:nvSpPr>
          <p:cNvPr id="2" name="矩形 1">
            <a:extLst>
              <a:ext uri="{FF2B5EF4-FFF2-40B4-BE49-F238E27FC236}">
                <a16:creationId xmlns:a16="http://schemas.microsoft.com/office/drawing/2014/main" id="{2B6D4764-1A2D-9BE7-2E74-1F085DA213EC}"/>
              </a:ext>
            </a:extLst>
          </p:cNvPr>
          <p:cNvSpPr/>
          <p:nvPr/>
        </p:nvSpPr>
        <p:spPr>
          <a:xfrm>
            <a:off x="9049930" y="2116084"/>
            <a:ext cx="2683353" cy="3984994"/>
          </a:xfrm>
          <a:prstGeom prst="rect">
            <a:avLst/>
          </a:prstGeom>
          <a:solidFill>
            <a:srgbClr val="1F6FB2">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t"/>
          <a:lstStyle/>
          <a:p>
            <a:pPr>
              <a:spcBef>
                <a:spcPts val="1200"/>
              </a:spcBef>
              <a:defRPr/>
            </a:pPr>
            <a:r>
              <a:rPr lang="zh-CN" altLang="en-US" sz="1800" b="1" dirty="0">
                <a:solidFill>
                  <a:srgbClr val="15517F"/>
                </a:solidFill>
                <a:latin typeface="MiSans VF Bold" pitchFamily="2" charset="-122"/>
                <a:ea typeface="MiSans VF Bold" pitchFamily="2" charset="-122"/>
                <a:cs typeface="MiSans VF Bold" pitchFamily="2" charset="-122"/>
                <a:sym typeface="SimHei"/>
              </a:rPr>
              <a:t>汇总</a:t>
            </a:r>
            <a:endParaRPr lang="en-US" altLang="zh-CN" sz="1800" b="1" dirty="0">
              <a:solidFill>
                <a:srgbClr val="15517F"/>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dirty="0">
                <a:solidFill>
                  <a:srgbClr val="15517F"/>
                </a:solidFill>
                <a:latin typeface="MiSans VF Light" pitchFamily="2" charset="-122"/>
                <a:ea typeface="MiSans VF Light" pitchFamily="2" charset="-122"/>
                <a:cs typeface="MiSans VF Light" pitchFamily="2" charset="-122"/>
                <a:sym typeface="SimHei"/>
              </a:rPr>
              <a:t>品牌记忆点弱，用户知道产品，却不一定记住品牌；</a:t>
            </a:r>
            <a:endParaRPr lang="en-US" altLang="zh-CN" dirty="0">
              <a:solidFill>
                <a:srgbClr val="15517F"/>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dirty="0">
                <a:solidFill>
                  <a:srgbClr val="15517F"/>
                </a:solidFill>
                <a:latin typeface="MiSans VF Light" pitchFamily="2" charset="-122"/>
                <a:ea typeface="MiSans VF Light" pitchFamily="2" charset="-122"/>
                <a:cs typeface="MiSans VF Light" pitchFamily="2" charset="-122"/>
                <a:sym typeface="SimHei"/>
              </a:rPr>
              <a:t>视觉系统缺乏统一性，不同系列之间像不同品牌；</a:t>
            </a:r>
            <a:endParaRPr lang="en-US" altLang="zh-CN" dirty="0">
              <a:solidFill>
                <a:srgbClr val="15517F"/>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dirty="0">
                <a:solidFill>
                  <a:srgbClr val="15517F"/>
                </a:solidFill>
                <a:latin typeface="MiSans VF Light" pitchFamily="2" charset="-122"/>
                <a:ea typeface="MiSans VF Light" pitchFamily="2" charset="-122"/>
                <a:cs typeface="MiSans VF Light" pitchFamily="2" charset="-122"/>
                <a:sym typeface="SimHei"/>
              </a:rPr>
              <a:t>视觉系统缺乏统一性，不同系列之间像不同品牌</a:t>
            </a:r>
            <a:endParaRPr lang="en-US" altLang="zh-CN" dirty="0">
              <a:solidFill>
                <a:srgbClr val="15517F"/>
              </a:solidFill>
              <a:latin typeface="MiSans VF Light" pitchFamily="2" charset="-122"/>
              <a:ea typeface="MiSans VF Light" pitchFamily="2" charset="-122"/>
              <a:cs typeface="MiSans VF Light" pitchFamily="2" charset="-122"/>
              <a:sym typeface="SimHei"/>
            </a:endParaRPr>
          </a:p>
        </p:txBody>
      </p:sp>
      <p:sp>
        <p:nvSpPr>
          <p:cNvPr id="3" name="矩形 2">
            <a:extLst>
              <a:ext uri="{FF2B5EF4-FFF2-40B4-BE49-F238E27FC236}">
                <a16:creationId xmlns:a16="http://schemas.microsoft.com/office/drawing/2014/main" id="{DE6A00B5-59FA-77A0-70F7-C477228C113B}"/>
              </a:ext>
            </a:extLst>
          </p:cNvPr>
          <p:cNvSpPr/>
          <p:nvPr/>
        </p:nvSpPr>
        <p:spPr>
          <a:xfrm>
            <a:off x="524797" y="4549568"/>
            <a:ext cx="7829444" cy="15515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t"/>
          <a:lstStyle/>
          <a:p>
            <a:pPr>
              <a:spcBef>
                <a:spcPts val="1200"/>
              </a:spcBef>
              <a:defRPr/>
            </a:pPr>
            <a:r>
              <a:rPr lang="zh-CN" altLang="en-US" sz="1800" b="1" dirty="0">
                <a:solidFill>
                  <a:srgbClr val="1B2733"/>
                </a:solidFill>
                <a:latin typeface="MiSans VF Bold" pitchFamily="2" charset="-122"/>
                <a:ea typeface="MiSans VF Bold" pitchFamily="2" charset="-122"/>
                <a:cs typeface="MiSans VF Bold" pitchFamily="2" charset="-122"/>
                <a:sym typeface="SimHei"/>
              </a:rPr>
              <a:t>模块 </a:t>
            </a:r>
            <a:r>
              <a:rPr lang="en-US" altLang="zh-CN" sz="1800" b="1" dirty="0">
                <a:solidFill>
                  <a:srgbClr val="1B2733"/>
                </a:solidFill>
                <a:latin typeface="MiSans VF Bold" pitchFamily="2" charset="-122"/>
                <a:ea typeface="MiSans VF Bold" pitchFamily="2" charset="-122"/>
                <a:cs typeface="MiSans VF Bold" pitchFamily="2" charset="-122"/>
                <a:sym typeface="SimHei"/>
              </a:rPr>
              <a:t>03</a:t>
            </a:r>
          </a:p>
          <a:p>
            <a:pPr>
              <a:spcBef>
                <a:spcPts val="1200"/>
              </a:spcBef>
              <a:defRPr/>
            </a:pPr>
            <a:r>
              <a:rPr lang="zh-CN" altLang="en-US" dirty="0">
                <a:solidFill>
                  <a:srgbClr val="1B2733"/>
                </a:solidFill>
                <a:latin typeface="MiSans VF Light" pitchFamily="2" charset="-122"/>
                <a:ea typeface="MiSans VF Light" pitchFamily="2" charset="-122"/>
                <a:cs typeface="MiSans VF Light" pitchFamily="2" charset="-122"/>
                <a:sym typeface="SimHei"/>
              </a:rPr>
              <a:t>品牌记忆点弱，用户知道产品，却不一定记住品牌；视觉系统缺乏统一性，不同系列之间像不同品牌品牌记忆点弱，用户知道产品，却不一定记住品牌；视觉系统缺乏统一性。</a:t>
            </a:r>
            <a:endParaRPr lang="en-US" altLang="zh-CN" dirty="0">
              <a:solidFill>
                <a:srgbClr val="1B2733"/>
              </a:solidFill>
              <a:latin typeface="MiSans VF Light" pitchFamily="2" charset="-122"/>
              <a:ea typeface="MiSans VF Light" pitchFamily="2" charset="-122"/>
              <a:cs typeface="MiSans VF Light" pitchFamily="2" charset="-122"/>
              <a:sym typeface="SimHei"/>
            </a:endParaRPr>
          </a:p>
        </p:txBody>
      </p:sp>
      <p:sp>
        <p:nvSpPr>
          <p:cNvPr id="4" name="燕尾形 3">
            <a:extLst>
              <a:ext uri="{FF2B5EF4-FFF2-40B4-BE49-F238E27FC236}">
                <a16:creationId xmlns:a16="http://schemas.microsoft.com/office/drawing/2014/main" id="{7FE4B11A-1114-8727-45EC-628928D6BE75}"/>
              </a:ext>
            </a:extLst>
          </p:cNvPr>
          <p:cNvSpPr/>
          <p:nvPr/>
        </p:nvSpPr>
        <p:spPr>
          <a:xfrm>
            <a:off x="8459769" y="3018599"/>
            <a:ext cx="484632" cy="484632"/>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7" name="燕尾形 6">
            <a:extLst>
              <a:ext uri="{FF2B5EF4-FFF2-40B4-BE49-F238E27FC236}">
                <a16:creationId xmlns:a16="http://schemas.microsoft.com/office/drawing/2014/main" id="{DC5B3694-D380-E42B-B371-C15F881CF0C4}"/>
              </a:ext>
            </a:extLst>
          </p:cNvPr>
          <p:cNvSpPr/>
          <p:nvPr/>
        </p:nvSpPr>
        <p:spPr>
          <a:xfrm>
            <a:off x="8459769" y="5083374"/>
            <a:ext cx="484632" cy="484632"/>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Tree>
    <p:extLst>
      <p:ext uri="{BB962C8B-B14F-4D97-AF65-F5344CB8AC3E}">
        <p14:creationId xmlns:p14="http://schemas.microsoft.com/office/powerpoint/2010/main" val="38740026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AD22B-58F1-C31F-29A0-EFC5FD582437}"/>
            </a:ext>
          </a:extLst>
        </p:cNvPr>
        <p:cNvGrpSpPr/>
        <p:nvPr/>
      </p:nvGrpSpPr>
      <p:grpSpPr>
        <a:xfrm>
          <a:off x="0" y="0"/>
          <a:ext cx="0" cy="0"/>
          <a:chOff x="0" y="0"/>
          <a:chExt cx="0" cy="0"/>
        </a:xfrm>
      </p:grpSpPr>
      <p:sp>
        <p:nvSpPr>
          <p:cNvPr id="10" name="AutoShape 5">
            <a:extLst>
              <a:ext uri="{FF2B5EF4-FFF2-40B4-BE49-F238E27FC236}">
                <a16:creationId xmlns:a16="http://schemas.microsoft.com/office/drawing/2014/main" id="{E3E17445-A967-8E8B-D7C1-0A6D4653A9EB}"/>
              </a:ext>
            </a:extLst>
          </p:cNvPr>
          <p:cNvSpPr/>
          <p:nvPr/>
        </p:nvSpPr>
        <p:spPr>
          <a:xfrm>
            <a:off x="524798" y="1110092"/>
            <a:ext cx="11186382"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164466"/>
                </a:solidFill>
                <a:latin typeface="MiSans VF Bold" pitchFamily="2" charset="-122"/>
                <a:ea typeface="MiSans VF Bold" pitchFamily="2" charset="-122"/>
                <a:cs typeface="MiSans VF Bold" pitchFamily="2" charset="-122"/>
                <a:sym typeface="SimHei"/>
              </a:rPr>
              <a:t>数据来源于思路分析</a:t>
            </a:r>
            <a:endParaRPr lang="en-US" altLang="zh-CN" sz="4000" b="1" dirty="0">
              <a:solidFill>
                <a:srgbClr val="164466"/>
              </a:solidFill>
              <a:latin typeface="MiSans VF Bold" pitchFamily="2" charset="-122"/>
              <a:ea typeface="MiSans VF Bold" pitchFamily="2" charset="-122"/>
              <a:cs typeface="MiSans VF Bold" pitchFamily="2" charset="-122"/>
              <a:sym typeface="SimHei"/>
            </a:endParaRPr>
          </a:p>
        </p:txBody>
      </p:sp>
      <p:sp>
        <p:nvSpPr>
          <p:cNvPr id="11" name="AutoShape 2">
            <a:extLst>
              <a:ext uri="{FF2B5EF4-FFF2-40B4-BE49-F238E27FC236}">
                <a16:creationId xmlns:a16="http://schemas.microsoft.com/office/drawing/2014/main" id="{1B6ADF84-0617-92AA-92CD-55C7C425CB4E}"/>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4" name="组合 3">
            <a:extLst>
              <a:ext uri="{FF2B5EF4-FFF2-40B4-BE49-F238E27FC236}">
                <a16:creationId xmlns:a16="http://schemas.microsoft.com/office/drawing/2014/main" id="{C2EE58DE-BCFF-251C-1B3C-585DF39EC74A}"/>
              </a:ext>
            </a:extLst>
          </p:cNvPr>
          <p:cNvGrpSpPr/>
          <p:nvPr/>
        </p:nvGrpSpPr>
        <p:grpSpPr>
          <a:xfrm>
            <a:off x="0" y="0"/>
            <a:ext cx="12192000" cy="420753"/>
            <a:chOff x="0" y="0"/>
            <a:chExt cx="12192000" cy="420753"/>
          </a:xfrm>
        </p:grpSpPr>
        <p:sp>
          <p:nvSpPr>
            <p:cNvPr id="5" name="矩形 4">
              <a:extLst>
                <a:ext uri="{FF2B5EF4-FFF2-40B4-BE49-F238E27FC236}">
                  <a16:creationId xmlns:a16="http://schemas.microsoft.com/office/drawing/2014/main" id="{D4655801-CB56-E583-E953-BA023B260AF8}"/>
                </a:ext>
              </a:extLst>
            </p:cNvPr>
            <p:cNvSpPr/>
            <p:nvPr/>
          </p:nvSpPr>
          <p:spPr>
            <a:xfrm>
              <a:off x="1927073" y="0"/>
              <a:ext cx="1449238" cy="420753"/>
            </a:xfrm>
            <a:prstGeom prst="rect">
              <a:avLst/>
            </a:prstGeom>
            <a:solidFill>
              <a:srgbClr val="E8F1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123A5C">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123A5C">
                    <a:alpha val="50000"/>
                  </a:srgbClr>
                </a:solidFill>
                <a:latin typeface="MiSans VF Light" pitchFamily="2" charset="-122"/>
                <a:ea typeface="MiSans VF Light" pitchFamily="2" charset="-122"/>
                <a:cs typeface="MiSans VF Light" pitchFamily="2" charset="-122"/>
                <a:sym typeface="SimHei"/>
              </a:endParaRPr>
            </a:p>
          </p:txBody>
        </p:sp>
        <p:sp>
          <p:nvSpPr>
            <p:cNvPr id="6" name="矩形 5">
              <a:extLst>
                <a:ext uri="{FF2B5EF4-FFF2-40B4-BE49-F238E27FC236}">
                  <a16:creationId xmlns:a16="http://schemas.microsoft.com/office/drawing/2014/main" id="{FE9C9253-D3FB-C7CD-3089-46C021F4A660}"/>
                </a:ext>
              </a:extLst>
            </p:cNvPr>
            <p:cNvSpPr/>
            <p:nvPr/>
          </p:nvSpPr>
          <p:spPr>
            <a:xfrm>
              <a:off x="6350299" y="0"/>
              <a:ext cx="1449238" cy="420753"/>
            </a:xfrm>
            <a:prstGeom prst="rect">
              <a:avLst/>
            </a:prstGeom>
            <a:solidFill>
              <a:srgbClr val="1F6F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方法路线</a:t>
              </a:r>
            </a:p>
          </p:txBody>
        </p:sp>
        <p:sp>
          <p:nvSpPr>
            <p:cNvPr id="7" name="矩形 6">
              <a:extLst>
                <a:ext uri="{FF2B5EF4-FFF2-40B4-BE49-F238E27FC236}">
                  <a16:creationId xmlns:a16="http://schemas.microsoft.com/office/drawing/2014/main" id="{00FEA9B2-FEB5-8845-B684-353F7A339DCC}"/>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现状综述</a:t>
              </a:r>
            </a:p>
          </p:txBody>
        </p:sp>
        <p:sp>
          <p:nvSpPr>
            <p:cNvPr id="8" name="矩形 7">
              <a:extLst>
                <a:ext uri="{FF2B5EF4-FFF2-40B4-BE49-F238E27FC236}">
                  <a16:creationId xmlns:a16="http://schemas.microsoft.com/office/drawing/2014/main" id="{5F943DCF-9E22-CE1E-B81C-E9F463FD782A}"/>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内容目标</a:t>
              </a:r>
            </a:p>
          </p:txBody>
        </p:sp>
        <p:sp>
          <p:nvSpPr>
            <p:cNvPr id="9" name="矩形 8">
              <a:extLst>
                <a:ext uri="{FF2B5EF4-FFF2-40B4-BE49-F238E27FC236}">
                  <a16:creationId xmlns:a16="http://schemas.microsoft.com/office/drawing/2014/main" id="{3654E29C-C94E-5EF8-ECE7-4F19EB853C15}"/>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计划安排</a:t>
              </a:r>
            </a:p>
          </p:txBody>
        </p:sp>
        <p:sp>
          <p:nvSpPr>
            <p:cNvPr id="15" name="矩形 14">
              <a:extLst>
                <a:ext uri="{FF2B5EF4-FFF2-40B4-BE49-F238E27FC236}">
                  <a16:creationId xmlns:a16="http://schemas.microsoft.com/office/drawing/2014/main" id="{46F6B431-60AF-923E-1F9F-37F009E12DCA}"/>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成果创新</a:t>
              </a:r>
            </a:p>
          </p:txBody>
        </p:sp>
        <p:sp>
          <p:nvSpPr>
            <p:cNvPr id="16" name="矩形 15">
              <a:extLst>
                <a:ext uri="{FF2B5EF4-FFF2-40B4-BE49-F238E27FC236}">
                  <a16:creationId xmlns:a16="http://schemas.microsoft.com/office/drawing/2014/main" id="{4E4BD656-4C51-9929-93C0-687B87ED272E}"/>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参考文献</a:t>
              </a:r>
            </a:p>
          </p:txBody>
        </p:sp>
        <p:grpSp>
          <p:nvGrpSpPr>
            <p:cNvPr id="17" name="组合 16">
              <a:extLst>
                <a:ext uri="{FF2B5EF4-FFF2-40B4-BE49-F238E27FC236}">
                  <a16:creationId xmlns:a16="http://schemas.microsoft.com/office/drawing/2014/main" id="{9FE4E067-29BE-2EAB-DEB2-FAA76067CB1A}"/>
                </a:ext>
              </a:extLst>
            </p:cNvPr>
            <p:cNvGrpSpPr/>
            <p:nvPr/>
          </p:nvGrpSpPr>
          <p:grpSpPr>
            <a:xfrm>
              <a:off x="0" y="0"/>
              <a:ext cx="1904698" cy="420753"/>
              <a:chOff x="0" y="0"/>
              <a:chExt cx="1904698" cy="420753"/>
            </a:xfrm>
          </p:grpSpPr>
          <p:sp>
            <p:nvSpPr>
              <p:cNvPr id="18" name="矩形 17">
                <a:extLst>
                  <a:ext uri="{FF2B5EF4-FFF2-40B4-BE49-F238E27FC236}">
                    <a16:creationId xmlns:a16="http://schemas.microsoft.com/office/drawing/2014/main" id="{5A71CEC4-CE3D-ED97-CD15-2C119A399745}"/>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164466"/>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164466"/>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19" name="图形 18">
                <a:extLst>
                  <a:ext uri="{FF2B5EF4-FFF2-40B4-BE49-F238E27FC236}">
                    <a16:creationId xmlns:a16="http://schemas.microsoft.com/office/drawing/2014/main" id="{FAD02DC4-3F88-BE69-4190-BF79AD6A4BD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
        <p:nvSpPr>
          <p:cNvPr id="29" name="矩形 28">
            <a:extLst>
              <a:ext uri="{FF2B5EF4-FFF2-40B4-BE49-F238E27FC236}">
                <a16:creationId xmlns:a16="http://schemas.microsoft.com/office/drawing/2014/main" id="{DCAFC7CB-119A-BA84-4170-6200407890D0}"/>
              </a:ext>
            </a:extLst>
          </p:cNvPr>
          <p:cNvSpPr/>
          <p:nvPr/>
        </p:nvSpPr>
        <p:spPr>
          <a:xfrm>
            <a:off x="4724012" y="2522755"/>
            <a:ext cx="2683353" cy="615553"/>
          </a:xfrm>
          <a:prstGeom prst="rect">
            <a:avLst/>
          </a:prstGeom>
          <a:solidFill>
            <a:srgbClr val="1F6FB2"/>
          </a:solidFill>
          <a:ln>
            <a:noFill/>
          </a:ln>
        </p:spPr>
        <p:style>
          <a:lnRef idx="2">
            <a:schemeClr val="accent1">
              <a:shade val="15000"/>
            </a:schemeClr>
          </a:lnRef>
          <a:fillRef idx="1">
            <a:schemeClr val="accent1"/>
          </a:fillRef>
          <a:effectRef idx="0">
            <a:schemeClr val="accent1"/>
          </a:effectRef>
          <a:fontRef idx="minor">
            <a:schemeClr val="lt1"/>
          </a:fontRef>
        </p:style>
        <p:txBody>
          <a:bodyPr bIns="0" rtlCol="0" anchor="ctr"/>
          <a:lstStyle/>
          <a:p>
            <a:pPr algn="ctr"/>
            <a:r>
              <a:rPr lang="zh-CN" altLang="en-US" sz="1600" b="1" dirty="0">
                <a:solidFill>
                  <a:schemeClr val="bg1"/>
                </a:solidFill>
                <a:latin typeface="MiSans VF Bold" pitchFamily="2" charset="-122"/>
                <a:ea typeface="MiSans VF Bold" pitchFamily="2" charset="-122"/>
                <a:cs typeface="MiSans VF Bold" pitchFamily="2" charset="-122"/>
                <a:sym typeface="SimHei"/>
              </a:rPr>
              <a:t>这是标题</a:t>
            </a:r>
            <a:endParaRPr lang="en-US" altLang="zh-CN" sz="16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33" name="矩形 32">
            <a:extLst>
              <a:ext uri="{FF2B5EF4-FFF2-40B4-BE49-F238E27FC236}">
                <a16:creationId xmlns:a16="http://schemas.microsoft.com/office/drawing/2014/main" id="{A5CE315A-B84D-7982-8CE4-05F2D417FE2F}"/>
              </a:ext>
            </a:extLst>
          </p:cNvPr>
          <p:cNvSpPr/>
          <p:nvPr/>
        </p:nvSpPr>
        <p:spPr>
          <a:xfrm>
            <a:off x="4724011" y="3138309"/>
            <a:ext cx="2683353" cy="2113517"/>
          </a:xfrm>
          <a:prstGeom prst="rect">
            <a:avLst/>
          </a:prstGeom>
          <a:solidFill>
            <a:srgbClr val="1F6FB2">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t"/>
          <a:lstStyle/>
          <a:p>
            <a:pPr marL="171450" indent="-171450">
              <a:spcBef>
                <a:spcPts val="1200"/>
              </a:spcBef>
              <a:buFont typeface="Arial" panose="020B0604020202020204" pitchFamily="34" charset="0"/>
              <a:buChar char="•"/>
              <a:defRPr/>
            </a:pPr>
            <a:r>
              <a:rPr lang="zh-CN" altLang="en-US" dirty="0">
                <a:solidFill>
                  <a:srgbClr val="1B2733"/>
                </a:solidFill>
                <a:latin typeface="MiSans VF Light" pitchFamily="2" charset="-122"/>
                <a:ea typeface="MiSans VF Light" pitchFamily="2" charset="-122"/>
                <a:cs typeface="MiSans VF Light" pitchFamily="2" charset="-122"/>
                <a:sym typeface="SimHei"/>
              </a:rPr>
              <a:t>这是内容正文；</a:t>
            </a:r>
            <a:endParaRPr lang="en-US" altLang="zh-CN" dirty="0">
              <a:solidFill>
                <a:srgbClr val="1B2733"/>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r>
              <a:rPr lang="zh-CN" altLang="en-US" dirty="0">
                <a:solidFill>
                  <a:srgbClr val="1B2733"/>
                </a:solidFill>
                <a:latin typeface="MiSans VF Light" pitchFamily="2" charset="-122"/>
                <a:ea typeface="MiSans VF Light" pitchFamily="2" charset="-122"/>
                <a:cs typeface="MiSans VF Light" pitchFamily="2" charset="-122"/>
                <a:sym typeface="SimHei"/>
              </a:rPr>
              <a:t>视觉系统缺乏统一性，不同系列之间像不同品牌；</a:t>
            </a:r>
            <a:endParaRPr lang="en-US" altLang="zh-CN" dirty="0">
              <a:solidFill>
                <a:srgbClr val="1B2733"/>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r>
              <a:rPr lang="zh-CN" altLang="en-US" dirty="0">
                <a:solidFill>
                  <a:srgbClr val="1B2733"/>
                </a:solidFill>
                <a:latin typeface="MiSans VF Light" pitchFamily="2" charset="-122"/>
                <a:ea typeface="MiSans VF Light" pitchFamily="2" charset="-122"/>
                <a:cs typeface="MiSans VF Light" pitchFamily="2" charset="-122"/>
                <a:sym typeface="SimHei"/>
              </a:rPr>
              <a:t>视觉系统缺乏统一性</a:t>
            </a:r>
            <a:endParaRPr lang="en-US" altLang="zh-CN" dirty="0">
              <a:solidFill>
                <a:srgbClr val="1B2733"/>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endParaRPr lang="zh-CN" altLang="en-US" dirty="0">
              <a:solidFill>
                <a:srgbClr val="1B2733"/>
              </a:solidFill>
              <a:latin typeface="MiSans VF Light" pitchFamily="2" charset="-122"/>
              <a:ea typeface="MiSans VF Light" pitchFamily="2" charset="-122"/>
              <a:cs typeface="MiSans VF Light" pitchFamily="2" charset="-122"/>
              <a:sym typeface="SimHei"/>
            </a:endParaRPr>
          </a:p>
        </p:txBody>
      </p:sp>
      <p:sp>
        <p:nvSpPr>
          <p:cNvPr id="34" name="左大括号 33">
            <a:extLst>
              <a:ext uri="{FF2B5EF4-FFF2-40B4-BE49-F238E27FC236}">
                <a16:creationId xmlns:a16="http://schemas.microsoft.com/office/drawing/2014/main" id="{8AD39137-4E2A-ADDE-A586-1B2C3C90B76F}"/>
              </a:ext>
            </a:extLst>
          </p:cNvPr>
          <p:cNvSpPr/>
          <p:nvPr/>
        </p:nvSpPr>
        <p:spPr>
          <a:xfrm flipH="1">
            <a:off x="4148896" y="2607488"/>
            <a:ext cx="495403" cy="2541102"/>
          </a:xfrm>
          <a:prstGeom prst="leftBrace">
            <a:avLst>
              <a:gd name="adj1" fmla="val 39617"/>
              <a:gd name="adj2" fmla="val 50000"/>
            </a:avLst>
          </a:prstGeom>
          <a:ln w="12700"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35" name="左大括号 34">
            <a:extLst>
              <a:ext uri="{FF2B5EF4-FFF2-40B4-BE49-F238E27FC236}">
                <a16:creationId xmlns:a16="http://schemas.microsoft.com/office/drawing/2014/main" id="{00A71386-0FA7-C036-5A86-92E1259D9E74}"/>
              </a:ext>
            </a:extLst>
          </p:cNvPr>
          <p:cNvSpPr/>
          <p:nvPr/>
        </p:nvSpPr>
        <p:spPr>
          <a:xfrm>
            <a:off x="7489706" y="2607488"/>
            <a:ext cx="495403" cy="2541102"/>
          </a:xfrm>
          <a:prstGeom prst="leftBrace">
            <a:avLst>
              <a:gd name="adj1" fmla="val 39617"/>
              <a:gd name="adj2" fmla="val 50000"/>
            </a:avLst>
          </a:prstGeom>
          <a:ln w="12700"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grpSp>
        <p:nvGrpSpPr>
          <p:cNvPr id="53" name="组合 52">
            <a:extLst>
              <a:ext uri="{FF2B5EF4-FFF2-40B4-BE49-F238E27FC236}">
                <a16:creationId xmlns:a16="http://schemas.microsoft.com/office/drawing/2014/main" id="{FA7B65B3-1C32-26D1-A601-A22DF2596953}"/>
              </a:ext>
            </a:extLst>
          </p:cNvPr>
          <p:cNvGrpSpPr/>
          <p:nvPr/>
        </p:nvGrpSpPr>
        <p:grpSpPr>
          <a:xfrm>
            <a:off x="524797" y="2522754"/>
            <a:ext cx="3541757" cy="1120992"/>
            <a:chOff x="524797" y="2522754"/>
            <a:chExt cx="3541757" cy="1120992"/>
          </a:xfrm>
        </p:grpSpPr>
        <p:sp>
          <p:nvSpPr>
            <p:cNvPr id="27" name="矩形 26">
              <a:extLst>
                <a:ext uri="{FF2B5EF4-FFF2-40B4-BE49-F238E27FC236}">
                  <a16:creationId xmlns:a16="http://schemas.microsoft.com/office/drawing/2014/main" id="{0DF67E21-C111-CCF0-0C99-E394ED2BB43B}"/>
                </a:ext>
              </a:extLst>
            </p:cNvPr>
            <p:cNvSpPr/>
            <p:nvPr/>
          </p:nvSpPr>
          <p:spPr>
            <a:xfrm>
              <a:off x="524797" y="2522754"/>
              <a:ext cx="49095" cy="11209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7" name="矩形 46">
              <a:extLst>
                <a:ext uri="{FF2B5EF4-FFF2-40B4-BE49-F238E27FC236}">
                  <a16:creationId xmlns:a16="http://schemas.microsoft.com/office/drawing/2014/main" id="{99280987-F371-9BBD-81C9-64B79FD28795}"/>
                </a:ext>
              </a:extLst>
            </p:cNvPr>
            <p:cNvSpPr/>
            <p:nvPr/>
          </p:nvSpPr>
          <p:spPr>
            <a:xfrm>
              <a:off x="553556" y="2522756"/>
              <a:ext cx="3512998" cy="1120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ctr"/>
            <a:lstStyle/>
            <a:p>
              <a:pPr>
                <a:lnSpc>
                  <a:spcPct val="125000"/>
                </a:lnSpc>
                <a:defRPr/>
              </a:pPr>
              <a:r>
                <a:rPr lang="zh-CN" altLang="en-US" sz="1600" b="1" dirty="0">
                  <a:solidFill>
                    <a:srgbClr val="1B2733"/>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1B2733"/>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dirty="0">
                  <a:solidFill>
                    <a:srgbClr val="1B2733">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a:t>
              </a:r>
            </a:p>
          </p:txBody>
        </p:sp>
      </p:grpSp>
      <p:grpSp>
        <p:nvGrpSpPr>
          <p:cNvPr id="54" name="组合 53">
            <a:extLst>
              <a:ext uri="{FF2B5EF4-FFF2-40B4-BE49-F238E27FC236}">
                <a16:creationId xmlns:a16="http://schemas.microsoft.com/office/drawing/2014/main" id="{BBB942C8-BB7C-A8DD-ACB9-0742A0280872}"/>
              </a:ext>
            </a:extLst>
          </p:cNvPr>
          <p:cNvGrpSpPr/>
          <p:nvPr/>
        </p:nvGrpSpPr>
        <p:grpSpPr>
          <a:xfrm>
            <a:off x="524797" y="4130837"/>
            <a:ext cx="3541757" cy="1120992"/>
            <a:chOff x="524797" y="2522754"/>
            <a:chExt cx="3541757" cy="1120992"/>
          </a:xfrm>
        </p:grpSpPr>
        <p:sp>
          <p:nvSpPr>
            <p:cNvPr id="55" name="矩形 54">
              <a:extLst>
                <a:ext uri="{FF2B5EF4-FFF2-40B4-BE49-F238E27FC236}">
                  <a16:creationId xmlns:a16="http://schemas.microsoft.com/office/drawing/2014/main" id="{41EF89A8-648F-5DC1-AAF7-E842F877709E}"/>
                </a:ext>
              </a:extLst>
            </p:cNvPr>
            <p:cNvSpPr/>
            <p:nvPr/>
          </p:nvSpPr>
          <p:spPr>
            <a:xfrm>
              <a:off x="524797" y="2522754"/>
              <a:ext cx="49095" cy="11209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6" name="矩形 55">
              <a:extLst>
                <a:ext uri="{FF2B5EF4-FFF2-40B4-BE49-F238E27FC236}">
                  <a16:creationId xmlns:a16="http://schemas.microsoft.com/office/drawing/2014/main" id="{5E3D0583-3238-FAFF-1754-C47F14D9A276}"/>
                </a:ext>
              </a:extLst>
            </p:cNvPr>
            <p:cNvSpPr/>
            <p:nvPr/>
          </p:nvSpPr>
          <p:spPr>
            <a:xfrm>
              <a:off x="553556" y="2522756"/>
              <a:ext cx="3512998" cy="1120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ctr"/>
            <a:lstStyle/>
            <a:p>
              <a:pPr>
                <a:lnSpc>
                  <a:spcPct val="125000"/>
                </a:lnSpc>
                <a:defRPr/>
              </a:pPr>
              <a:r>
                <a:rPr lang="zh-CN" altLang="en-US" sz="1600" b="1" dirty="0">
                  <a:solidFill>
                    <a:srgbClr val="1B2733"/>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1B2733"/>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dirty="0">
                  <a:solidFill>
                    <a:srgbClr val="1B2733">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a:t>
              </a:r>
            </a:p>
          </p:txBody>
        </p:sp>
      </p:grpSp>
      <p:grpSp>
        <p:nvGrpSpPr>
          <p:cNvPr id="57" name="组合 56">
            <a:extLst>
              <a:ext uri="{FF2B5EF4-FFF2-40B4-BE49-F238E27FC236}">
                <a16:creationId xmlns:a16="http://schemas.microsoft.com/office/drawing/2014/main" id="{9F821D36-D533-FC5A-7EE6-9C965E0EB500}"/>
              </a:ext>
            </a:extLst>
          </p:cNvPr>
          <p:cNvGrpSpPr/>
          <p:nvPr/>
        </p:nvGrpSpPr>
        <p:grpSpPr>
          <a:xfrm>
            <a:off x="8172506" y="2522754"/>
            <a:ext cx="3541757" cy="1120992"/>
            <a:chOff x="524797" y="2522754"/>
            <a:chExt cx="3541757" cy="1120992"/>
          </a:xfrm>
        </p:grpSpPr>
        <p:sp>
          <p:nvSpPr>
            <p:cNvPr id="58" name="矩形 57">
              <a:extLst>
                <a:ext uri="{FF2B5EF4-FFF2-40B4-BE49-F238E27FC236}">
                  <a16:creationId xmlns:a16="http://schemas.microsoft.com/office/drawing/2014/main" id="{C59933E1-6362-6C51-DBBB-B9480C149EBA}"/>
                </a:ext>
              </a:extLst>
            </p:cNvPr>
            <p:cNvSpPr/>
            <p:nvPr/>
          </p:nvSpPr>
          <p:spPr>
            <a:xfrm>
              <a:off x="524797" y="2522754"/>
              <a:ext cx="49095" cy="11209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9" name="矩形 58">
              <a:extLst>
                <a:ext uri="{FF2B5EF4-FFF2-40B4-BE49-F238E27FC236}">
                  <a16:creationId xmlns:a16="http://schemas.microsoft.com/office/drawing/2014/main" id="{6A0B74DE-A2BB-4F76-DEBF-E36669A03310}"/>
                </a:ext>
              </a:extLst>
            </p:cNvPr>
            <p:cNvSpPr/>
            <p:nvPr/>
          </p:nvSpPr>
          <p:spPr>
            <a:xfrm>
              <a:off x="553556" y="2522756"/>
              <a:ext cx="3512998" cy="1120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ctr"/>
            <a:lstStyle/>
            <a:p>
              <a:pPr>
                <a:lnSpc>
                  <a:spcPct val="125000"/>
                </a:lnSpc>
                <a:defRPr/>
              </a:pPr>
              <a:r>
                <a:rPr lang="zh-CN" altLang="en-US" sz="1600" b="1" dirty="0">
                  <a:solidFill>
                    <a:srgbClr val="1B2733"/>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1B2733"/>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dirty="0">
                  <a:solidFill>
                    <a:srgbClr val="1B2733">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a:t>
              </a:r>
            </a:p>
          </p:txBody>
        </p:sp>
      </p:grpSp>
      <p:grpSp>
        <p:nvGrpSpPr>
          <p:cNvPr id="60" name="组合 59">
            <a:extLst>
              <a:ext uri="{FF2B5EF4-FFF2-40B4-BE49-F238E27FC236}">
                <a16:creationId xmlns:a16="http://schemas.microsoft.com/office/drawing/2014/main" id="{2AC24CCF-8B10-C351-FCAE-B5686540B792}"/>
              </a:ext>
            </a:extLst>
          </p:cNvPr>
          <p:cNvGrpSpPr/>
          <p:nvPr/>
        </p:nvGrpSpPr>
        <p:grpSpPr>
          <a:xfrm>
            <a:off x="8172506" y="4130837"/>
            <a:ext cx="3541757" cy="1120992"/>
            <a:chOff x="524797" y="2522754"/>
            <a:chExt cx="3541757" cy="1120992"/>
          </a:xfrm>
        </p:grpSpPr>
        <p:sp>
          <p:nvSpPr>
            <p:cNvPr id="61" name="矩形 60">
              <a:extLst>
                <a:ext uri="{FF2B5EF4-FFF2-40B4-BE49-F238E27FC236}">
                  <a16:creationId xmlns:a16="http://schemas.microsoft.com/office/drawing/2014/main" id="{C2CE2F14-9868-B63E-FEAA-D6DDDA31123D}"/>
                </a:ext>
              </a:extLst>
            </p:cNvPr>
            <p:cNvSpPr/>
            <p:nvPr/>
          </p:nvSpPr>
          <p:spPr>
            <a:xfrm>
              <a:off x="524797" y="2522754"/>
              <a:ext cx="49095" cy="11209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2" name="矩形 61">
              <a:extLst>
                <a:ext uri="{FF2B5EF4-FFF2-40B4-BE49-F238E27FC236}">
                  <a16:creationId xmlns:a16="http://schemas.microsoft.com/office/drawing/2014/main" id="{73B1CC7D-D3FF-0B0A-2D13-CCE6CC2C7C58}"/>
                </a:ext>
              </a:extLst>
            </p:cNvPr>
            <p:cNvSpPr/>
            <p:nvPr/>
          </p:nvSpPr>
          <p:spPr>
            <a:xfrm>
              <a:off x="553556" y="2522756"/>
              <a:ext cx="3512998" cy="1120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ctr"/>
            <a:lstStyle/>
            <a:p>
              <a:pPr>
                <a:lnSpc>
                  <a:spcPct val="125000"/>
                </a:lnSpc>
                <a:defRPr/>
              </a:pPr>
              <a:r>
                <a:rPr lang="zh-CN" altLang="en-US" sz="1600" b="1" dirty="0">
                  <a:solidFill>
                    <a:srgbClr val="1B2733"/>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1B2733"/>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dirty="0">
                  <a:solidFill>
                    <a:srgbClr val="1B2733">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a:t>
              </a:r>
            </a:p>
          </p:txBody>
        </p:sp>
      </p:grpSp>
    </p:spTree>
    <p:extLst>
      <p:ext uri="{BB962C8B-B14F-4D97-AF65-F5344CB8AC3E}">
        <p14:creationId xmlns:p14="http://schemas.microsoft.com/office/powerpoint/2010/main" val="6921062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94B63-90B4-29A6-B607-C050459B0870}"/>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A55AD4C3-D8BE-E830-E688-F8BAACE3CF38}"/>
              </a:ext>
            </a:extLst>
          </p:cNvPr>
          <p:cNvSpPr/>
          <p:nvPr/>
        </p:nvSpPr>
        <p:spPr>
          <a:xfrm>
            <a:off x="0" y="-1"/>
            <a:ext cx="12192000" cy="6857995"/>
          </a:xfrm>
          <a:prstGeom prst="rect">
            <a:avLst/>
          </a:prstGeom>
          <a:solidFill>
            <a:srgbClr val="1644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 name="组合 1">
            <a:extLst>
              <a:ext uri="{FF2B5EF4-FFF2-40B4-BE49-F238E27FC236}">
                <a16:creationId xmlns:a16="http://schemas.microsoft.com/office/drawing/2014/main" id="{AF2A5005-68E0-3734-F14F-29EC31235C8E}"/>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4E4EA818-EDD9-7EF0-0477-0E9240DB2BF9}"/>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9ED2FF">
                      <a:alpha val="50000"/>
                    </a:srgb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04F45A98-0A3C-ABF8-7F19-4F3B42AC2EC5}"/>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9ED2FF">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9ED2FF">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A374526E-13C5-CCAE-F6EA-FFB6F9F99E6C}"/>
              </a:ext>
            </a:extLst>
          </p:cNvPr>
          <p:cNvSpPr/>
          <p:nvPr/>
        </p:nvSpPr>
        <p:spPr>
          <a:xfrm>
            <a:off x="524800" y="2534606"/>
            <a:ext cx="4064785"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chemeClr val="bg1"/>
                </a:solidFill>
                <a:latin typeface="MiSans VF Bold" pitchFamily="2" charset="-122"/>
                <a:ea typeface="MiSans VF Bold" pitchFamily="2" charset="-122"/>
                <a:cs typeface="MiSans VF Bold" pitchFamily="2" charset="-122"/>
                <a:sym typeface="ChillYunmoGothicBold"/>
              </a:rPr>
              <a:t>研究计划与安排</a:t>
            </a:r>
            <a:endParaRPr lang="en-US" altLang="zh-CN" sz="4000" b="1" dirty="0">
              <a:solidFill>
                <a:schemeClr val="bg1"/>
              </a:solidFill>
              <a:latin typeface="MiSans VF Bold" pitchFamily="2" charset="-122"/>
              <a:ea typeface="MiSans VF Bold" pitchFamily="2" charset="-122"/>
              <a:cs typeface="MiSans VF Bold" pitchFamily="2" charset="-122"/>
              <a:sym typeface="ChillYunmoGothicBold"/>
            </a:endParaRPr>
          </a:p>
          <a:p>
            <a:pPr>
              <a:defRPr/>
            </a:pPr>
            <a:r>
              <a:rPr lang="en-US" altLang="zh-CN" sz="4000" b="1" dirty="0">
                <a:solidFill>
                  <a:srgbClr val="9ED2FF"/>
                </a:solidFill>
                <a:latin typeface="Didot" panose="02000503000000020003" pitchFamily="2" charset="-79"/>
                <a:ea typeface="MiSans VF Bold" pitchFamily="2" charset="-122"/>
                <a:cs typeface="Didot" panose="02000503000000020003" pitchFamily="2" charset="-79"/>
                <a:sym typeface="ChillYunmoGothicBold"/>
              </a:rPr>
              <a:t>PART</a:t>
            </a:r>
            <a:r>
              <a:rPr lang="zh-CN" altLang="en-US" sz="4000" b="1" dirty="0">
                <a:solidFill>
                  <a:srgbClr val="9ED2FF"/>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4000" b="1" dirty="0">
                <a:solidFill>
                  <a:srgbClr val="9ED2FF"/>
                </a:solidFill>
                <a:latin typeface="Didot" panose="02000503000000020003" pitchFamily="2" charset="-79"/>
                <a:ea typeface="MiSans VF Bold" pitchFamily="2" charset="-122"/>
                <a:cs typeface="Didot" panose="02000503000000020003" pitchFamily="2" charset="-79"/>
                <a:sym typeface="ChillYunmoGothicBold"/>
              </a:rPr>
              <a:t>05</a:t>
            </a:r>
          </a:p>
        </p:txBody>
      </p:sp>
      <p:sp>
        <p:nvSpPr>
          <p:cNvPr id="16" name="AutoShape 2">
            <a:extLst>
              <a:ext uri="{FF2B5EF4-FFF2-40B4-BE49-F238E27FC236}">
                <a16:creationId xmlns:a16="http://schemas.microsoft.com/office/drawing/2014/main" id="{FD7C7D82-8401-A165-4562-DE6D59A1E430}"/>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9ED2FF">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9ED2FF">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4">
            <a:extLst>
              <a:ext uri="{FF2B5EF4-FFF2-40B4-BE49-F238E27FC236}">
                <a16:creationId xmlns:a16="http://schemas.microsoft.com/office/drawing/2014/main" id="{C87A8145-FD63-9EBA-047A-44E8C41A81FA}"/>
              </a:ext>
            </a:extLst>
          </p:cNvPr>
          <p:cNvSpPr/>
          <p:nvPr/>
        </p:nvSpPr>
        <p:spPr>
          <a:xfrm>
            <a:off x="524797" y="4004779"/>
            <a:ext cx="5637284"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9ED2FF">
                    <a:alpha val="50000"/>
                  </a:srgbClr>
                </a:solidFill>
                <a:latin typeface="MiSans VF Light" pitchFamily="2" charset="-122"/>
                <a:ea typeface="MiSans VF Light" pitchFamily="2" charset="-122"/>
                <a:cs typeface="MiSans VF Light" pitchFamily="2" charset="-122"/>
                <a:sym typeface="ChillYunmoGothicBold"/>
              </a:rPr>
              <a:t>这是一句高光文案，一句金句总结本章节的内容。</a:t>
            </a:r>
            <a:endParaRPr lang="zh-CN" altLang="en-US" sz="1600" dirty="0">
              <a:solidFill>
                <a:srgbClr val="9ED2FF">
                  <a:alpha val="50000"/>
                </a:srgbClr>
              </a:solidFill>
              <a:latin typeface="MiSans VF Light" pitchFamily="2" charset="-122"/>
              <a:ea typeface="MiSans VF Light" pitchFamily="2" charset="-122"/>
              <a:cs typeface="MiSans VF Light" pitchFamily="2" charset="-122"/>
              <a:sym typeface="SimHei"/>
            </a:endParaRPr>
          </a:p>
        </p:txBody>
      </p:sp>
    </p:spTree>
    <p:extLst>
      <p:ext uri="{BB962C8B-B14F-4D97-AF65-F5344CB8AC3E}">
        <p14:creationId xmlns:p14="http://schemas.microsoft.com/office/powerpoint/2010/main" val="29980848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52D61-DA41-9C31-D95E-9E5E9370A459}"/>
            </a:ext>
          </a:extLst>
        </p:cNvPr>
        <p:cNvGrpSpPr/>
        <p:nvPr/>
      </p:nvGrpSpPr>
      <p:grpSpPr>
        <a:xfrm>
          <a:off x="0" y="0"/>
          <a:ext cx="0" cy="0"/>
          <a:chOff x="0" y="0"/>
          <a:chExt cx="0" cy="0"/>
        </a:xfrm>
      </p:grpSpPr>
      <p:sp>
        <p:nvSpPr>
          <p:cNvPr id="10" name="AutoShape 5">
            <a:extLst>
              <a:ext uri="{FF2B5EF4-FFF2-40B4-BE49-F238E27FC236}">
                <a16:creationId xmlns:a16="http://schemas.microsoft.com/office/drawing/2014/main" id="{4AF2EBE1-D1B1-B500-B248-34504730491C}"/>
              </a:ext>
            </a:extLst>
          </p:cNvPr>
          <p:cNvSpPr/>
          <p:nvPr/>
        </p:nvSpPr>
        <p:spPr>
          <a:xfrm>
            <a:off x="524798" y="1110092"/>
            <a:ext cx="11186382"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164466"/>
                </a:solidFill>
                <a:latin typeface="MiSans VF Bold" pitchFamily="2" charset="-122"/>
                <a:ea typeface="MiSans VF Bold" pitchFamily="2" charset="-122"/>
                <a:cs typeface="MiSans VF Bold" pitchFamily="2" charset="-122"/>
                <a:sym typeface="SimHei"/>
              </a:rPr>
              <a:t>研究阶段与时间分布</a:t>
            </a:r>
            <a:endParaRPr lang="en-US" altLang="zh-CN" sz="4000" b="1" dirty="0">
              <a:solidFill>
                <a:srgbClr val="164466"/>
              </a:solidFill>
              <a:latin typeface="MiSans VF Bold" pitchFamily="2" charset="-122"/>
              <a:ea typeface="MiSans VF Bold" pitchFamily="2" charset="-122"/>
              <a:cs typeface="MiSans VF Bold" pitchFamily="2" charset="-122"/>
              <a:sym typeface="SimHei"/>
            </a:endParaRPr>
          </a:p>
        </p:txBody>
      </p:sp>
      <p:sp>
        <p:nvSpPr>
          <p:cNvPr id="11" name="AutoShape 2">
            <a:extLst>
              <a:ext uri="{FF2B5EF4-FFF2-40B4-BE49-F238E27FC236}">
                <a16:creationId xmlns:a16="http://schemas.microsoft.com/office/drawing/2014/main" id="{778BD88D-AAF5-A986-E1BE-A6A78486F37A}"/>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4" name="组合 3">
            <a:extLst>
              <a:ext uri="{FF2B5EF4-FFF2-40B4-BE49-F238E27FC236}">
                <a16:creationId xmlns:a16="http://schemas.microsoft.com/office/drawing/2014/main" id="{2AE62343-2A70-1423-C6F5-FC5E275E900D}"/>
              </a:ext>
            </a:extLst>
          </p:cNvPr>
          <p:cNvGrpSpPr/>
          <p:nvPr/>
        </p:nvGrpSpPr>
        <p:grpSpPr>
          <a:xfrm>
            <a:off x="0" y="0"/>
            <a:ext cx="12192000" cy="420753"/>
            <a:chOff x="0" y="0"/>
            <a:chExt cx="12192000" cy="420753"/>
          </a:xfrm>
        </p:grpSpPr>
        <p:sp>
          <p:nvSpPr>
            <p:cNvPr id="5" name="矩形 4">
              <a:extLst>
                <a:ext uri="{FF2B5EF4-FFF2-40B4-BE49-F238E27FC236}">
                  <a16:creationId xmlns:a16="http://schemas.microsoft.com/office/drawing/2014/main" id="{DB630953-46E2-5D9F-1155-EB49BAE86D3D}"/>
                </a:ext>
              </a:extLst>
            </p:cNvPr>
            <p:cNvSpPr/>
            <p:nvPr/>
          </p:nvSpPr>
          <p:spPr>
            <a:xfrm>
              <a:off x="1927073" y="0"/>
              <a:ext cx="1449238" cy="420753"/>
            </a:xfrm>
            <a:prstGeom prst="rect">
              <a:avLst/>
            </a:prstGeom>
            <a:solidFill>
              <a:srgbClr val="E8F1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123A5C">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123A5C">
                    <a:alpha val="50000"/>
                  </a:srgbClr>
                </a:solidFill>
                <a:latin typeface="MiSans VF Light" pitchFamily="2" charset="-122"/>
                <a:ea typeface="MiSans VF Light" pitchFamily="2" charset="-122"/>
                <a:cs typeface="MiSans VF Light" pitchFamily="2" charset="-122"/>
                <a:sym typeface="SimHei"/>
              </a:endParaRPr>
            </a:p>
          </p:txBody>
        </p:sp>
        <p:sp>
          <p:nvSpPr>
            <p:cNvPr id="6" name="矩形 5">
              <a:extLst>
                <a:ext uri="{FF2B5EF4-FFF2-40B4-BE49-F238E27FC236}">
                  <a16:creationId xmlns:a16="http://schemas.microsoft.com/office/drawing/2014/main" id="{10159FCD-AE93-6CD9-C1B9-D2163B490C77}"/>
                </a:ext>
              </a:extLst>
            </p:cNvPr>
            <p:cNvSpPr/>
            <p:nvPr/>
          </p:nvSpPr>
          <p:spPr>
            <a:xfrm>
              <a:off x="7799538" y="0"/>
              <a:ext cx="1449238" cy="420753"/>
            </a:xfrm>
            <a:prstGeom prst="rect">
              <a:avLst/>
            </a:prstGeom>
            <a:solidFill>
              <a:srgbClr val="1F6F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计划安排</a:t>
              </a:r>
            </a:p>
          </p:txBody>
        </p:sp>
        <p:sp>
          <p:nvSpPr>
            <p:cNvPr id="7" name="矩形 6">
              <a:extLst>
                <a:ext uri="{FF2B5EF4-FFF2-40B4-BE49-F238E27FC236}">
                  <a16:creationId xmlns:a16="http://schemas.microsoft.com/office/drawing/2014/main" id="{D7EA408B-6FD1-0217-545E-460FF67A166C}"/>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现状综述</a:t>
              </a:r>
            </a:p>
          </p:txBody>
        </p:sp>
        <p:sp>
          <p:nvSpPr>
            <p:cNvPr id="8" name="矩形 7">
              <a:extLst>
                <a:ext uri="{FF2B5EF4-FFF2-40B4-BE49-F238E27FC236}">
                  <a16:creationId xmlns:a16="http://schemas.microsoft.com/office/drawing/2014/main" id="{5C2F4166-BDFC-3066-F9FB-8C762583CA97}"/>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内容目标</a:t>
              </a:r>
            </a:p>
          </p:txBody>
        </p:sp>
        <p:sp>
          <p:nvSpPr>
            <p:cNvPr id="9" name="矩形 8">
              <a:extLst>
                <a:ext uri="{FF2B5EF4-FFF2-40B4-BE49-F238E27FC236}">
                  <a16:creationId xmlns:a16="http://schemas.microsoft.com/office/drawing/2014/main" id="{0E60B656-0FBC-9050-B9C7-94CD3D223B41}"/>
                </a:ext>
              </a:extLst>
            </p:cNvPr>
            <p:cNvSpPr/>
            <p:nvPr/>
          </p:nvSpPr>
          <p:spPr>
            <a:xfrm>
              <a:off x="635030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方法路线</a:t>
              </a:r>
            </a:p>
          </p:txBody>
        </p:sp>
        <p:sp>
          <p:nvSpPr>
            <p:cNvPr id="15" name="矩形 14">
              <a:extLst>
                <a:ext uri="{FF2B5EF4-FFF2-40B4-BE49-F238E27FC236}">
                  <a16:creationId xmlns:a16="http://schemas.microsoft.com/office/drawing/2014/main" id="{7095A4B4-C2B4-A88C-D9FF-D0FA1EB38CA3}"/>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成果创新</a:t>
              </a:r>
            </a:p>
          </p:txBody>
        </p:sp>
        <p:sp>
          <p:nvSpPr>
            <p:cNvPr id="16" name="矩形 15">
              <a:extLst>
                <a:ext uri="{FF2B5EF4-FFF2-40B4-BE49-F238E27FC236}">
                  <a16:creationId xmlns:a16="http://schemas.microsoft.com/office/drawing/2014/main" id="{D35813D6-AD5E-A06A-85DF-0F029E6026FE}"/>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参考文献</a:t>
              </a:r>
            </a:p>
          </p:txBody>
        </p:sp>
        <p:grpSp>
          <p:nvGrpSpPr>
            <p:cNvPr id="17" name="组合 16">
              <a:extLst>
                <a:ext uri="{FF2B5EF4-FFF2-40B4-BE49-F238E27FC236}">
                  <a16:creationId xmlns:a16="http://schemas.microsoft.com/office/drawing/2014/main" id="{A75CD106-4006-F62D-2394-737E5B6B45CA}"/>
                </a:ext>
              </a:extLst>
            </p:cNvPr>
            <p:cNvGrpSpPr/>
            <p:nvPr/>
          </p:nvGrpSpPr>
          <p:grpSpPr>
            <a:xfrm>
              <a:off x="0" y="0"/>
              <a:ext cx="1904698" cy="420753"/>
              <a:chOff x="0" y="0"/>
              <a:chExt cx="1904698" cy="420753"/>
            </a:xfrm>
          </p:grpSpPr>
          <p:sp>
            <p:nvSpPr>
              <p:cNvPr id="18" name="矩形 17">
                <a:extLst>
                  <a:ext uri="{FF2B5EF4-FFF2-40B4-BE49-F238E27FC236}">
                    <a16:creationId xmlns:a16="http://schemas.microsoft.com/office/drawing/2014/main" id="{94735820-818A-05EA-E3B2-4D6754D14265}"/>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164466"/>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164466"/>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19" name="图形 18">
                <a:extLst>
                  <a:ext uri="{FF2B5EF4-FFF2-40B4-BE49-F238E27FC236}">
                    <a16:creationId xmlns:a16="http://schemas.microsoft.com/office/drawing/2014/main" id="{02D649E5-F543-758E-6277-70A8EEC8447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cxnSp>
        <p:nvCxnSpPr>
          <p:cNvPr id="2" name="直线连接符 1">
            <a:extLst>
              <a:ext uri="{FF2B5EF4-FFF2-40B4-BE49-F238E27FC236}">
                <a16:creationId xmlns:a16="http://schemas.microsoft.com/office/drawing/2014/main" id="{A235A75F-7544-5C36-360C-71DAD8B7F8DE}"/>
              </a:ext>
            </a:extLst>
          </p:cNvPr>
          <p:cNvCxnSpPr>
            <a:cxnSpLocks/>
          </p:cNvCxnSpPr>
          <p:nvPr/>
        </p:nvCxnSpPr>
        <p:spPr>
          <a:xfrm>
            <a:off x="1" y="2835024"/>
            <a:ext cx="12192000" cy="0"/>
          </a:xfrm>
          <a:prstGeom prst="line">
            <a:avLst/>
          </a:prstGeom>
          <a:ln w="15875">
            <a:solidFill>
              <a:srgbClr val="1F6FB2">
                <a:alpha val="20000"/>
              </a:srgbClr>
            </a:solidFill>
          </a:ln>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2BDE4F50-7A14-DD56-E7A9-D390C755F671}"/>
              </a:ext>
            </a:extLst>
          </p:cNvPr>
          <p:cNvSpPr txBox="1"/>
          <p:nvPr/>
        </p:nvSpPr>
        <p:spPr>
          <a:xfrm>
            <a:off x="524797" y="2286940"/>
            <a:ext cx="1617172" cy="335285"/>
          </a:xfrm>
          <a:prstGeom prst="rect">
            <a:avLst/>
          </a:prstGeom>
          <a:noFill/>
        </p:spPr>
        <p:txBody>
          <a:bodyPr wrap="square" lIns="0" tIns="0" rIns="0" bIns="0">
            <a:spAutoFit/>
          </a:bodyPr>
          <a:lstStyle/>
          <a:p>
            <a:pPr>
              <a:lnSpc>
                <a:spcPct val="133333"/>
              </a:lnSpc>
            </a:pPr>
            <a:r>
              <a:rPr lang="en-US" altLang="zh-CN" sz="1800" b="1" dirty="0">
                <a:solidFill>
                  <a:srgbClr val="123A5C"/>
                </a:solidFill>
                <a:latin typeface="MiSans VF Bold" pitchFamily="2" charset="-122"/>
                <a:ea typeface="MiSans VF Bold" pitchFamily="2" charset="-122"/>
                <a:cs typeface="MiSans VF Bold" pitchFamily="2" charset="-122"/>
              </a:rPr>
              <a:t>01</a:t>
            </a:r>
            <a:r>
              <a:rPr lang="zh-CN" altLang="en-US" sz="1800" b="1" dirty="0">
                <a:solidFill>
                  <a:srgbClr val="123A5C"/>
                </a:solidFill>
                <a:latin typeface="MiSans VF Bold" pitchFamily="2" charset="-122"/>
                <a:ea typeface="MiSans VF Bold" pitchFamily="2" charset="-122"/>
                <a:cs typeface="MiSans VF Bold" pitchFamily="2" charset="-122"/>
              </a:rPr>
              <a:t> 阶段标题</a:t>
            </a:r>
          </a:p>
        </p:txBody>
      </p:sp>
      <p:sp>
        <p:nvSpPr>
          <p:cNvPr id="12" name="文本框 11">
            <a:extLst>
              <a:ext uri="{FF2B5EF4-FFF2-40B4-BE49-F238E27FC236}">
                <a16:creationId xmlns:a16="http://schemas.microsoft.com/office/drawing/2014/main" id="{E495117F-B97B-5D51-35AB-52178C67989C}"/>
              </a:ext>
            </a:extLst>
          </p:cNvPr>
          <p:cNvSpPr txBox="1"/>
          <p:nvPr/>
        </p:nvSpPr>
        <p:spPr>
          <a:xfrm>
            <a:off x="524797" y="3080274"/>
            <a:ext cx="1617172" cy="369332"/>
          </a:xfrm>
          <a:prstGeom prst="rect">
            <a:avLst/>
          </a:prstGeom>
          <a:noFill/>
        </p:spPr>
        <p:txBody>
          <a:bodyPr wrap="square" lIns="0" tIns="0" rIns="0" bIns="0">
            <a:spAutoFit/>
          </a:bodyPr>
          <a:lstStyle/>
          <a:p>
            <a:pPr>
              <a:spcBef>
                <a:spcPts val="1200"/>
              </a:spcBef>
            </a:pPr>
            <a:r>
              <a:rPr lang="zh-CN" altLang="en-US" sz="1200" dirty="0">
                <a:solidFill>
                  <a:srgbClr val="123A5C"/>
                </a:solidFill>
                <a:latin typeface="MiSans VF Light" pitchFamily="2" charset="-122"/>
                <a:ea typeface="MiSans VF Light" pitchFamily="2" charset="-122"/>
                <a:cs typeface="MiSans VF Light" pitchFamily="2" charset="-122"/>
              </a:rPr>
              <a:t>这里是一段简短的正文，不超过三行</a:t>
            </a:r>
          </a:p>
        </p:txBody>
      </p:sp>
      <p:sp>
        <p:nvSpPr>
          <p:cNvPr id="13" name="文本框 12">
            <a:extLst>
              <a:ext uri="{FF2B5EF4-FFF2-40B4-BE49-F238E27FC236}">
                <a16:creationId xmlns:a16="http://schemas.microsoft.com/office/drawing/2014/main" id="{90578D85-3BFF-3BA9-F3D2-E0A51C671516}"/>
              </a:ext>
            </a:extLst>
          </p:cNvPr>
          <p:cNvSpPr txBox="1"/>
          <p:nvPr/>
        </p:nvSpPr>
        <p:spPr>
          <a:xfrm>
            <a:off x="2905995" y="2286940"/>
            <a:ext cx="1617172" cy="335285"/>
          </a:xfrm>
          <a:prstGeom prst="rect">
            <a:avLst/>
          </a:prstGeom>
          <a:noFill/>
        </p:spPr>
        <p:txBody>
          <a:bodyPr wrap="square" lIns="0" tIns="0" rIns="0" bIns="0">
            <a:spAutoFit/>
          </a:bodyPr>
          <a:lstStyle/>
          <a:p>
            <a:pPr>
              <a:lnSpc>
                <a:spcPct val="133333"/>
              </a:lnSpc>
            </a:pPr>
            <a:r>
              <a:rPr lang="en-US" altLang="zh-CN" sz="1800" b="1" dirty="0">
                <a:solidFill>
                  <a:srgbClr val="123A5C"/>
                </a:solidFill>
                <a:latin typeface="MiSans VF Bold" pitchFamily="2" charset="-122"/>
                <a:ea typeface="MiSans VF Bold" pitchFamily="2" charset="-122"/>
                <a:cs typeface="MiSans VF Bold" pitchFamily="2" charset="-122"/>
              </a:rPr>
              <a:t>02</a:t>
            </a:r>
            <a:r>
              <a:rPr lang="zh-CN" altLang="en-US" sz="1800" b="1" dirty="0">
                <a:solidFill>
                  <a:srgbClr val="123A5C"/>
                </a:solidFill>
                <a:latin typeface="MiSans VF Bold" pitchFamily="2" charset="-122"/>
                <a:ea typeface="MiSans VF Bold" pitchFamily="2" charset="-122"/>
                <a:cs typeface="MiSans VF Bold" pitchFamily="2" charset="-122"/>
              </a:rPr>
              <a:t> 阶段标题</a:t>
            </a:r>
          </a:p>
        </p:txBody>
      </p:sp>
      <p:sp>
        <p:nvSpPr>
          <p:cNvPr id="14" name="文本框 13">
            <a:extLst>
              <a:ext uri="{FF2B5EF4-FFF2-40B4-BE49-F238E27FC236}">
                <a16:creationId xmlns:a16="http://schemas.microsoft.com/office/drawing/2014/main" id="{64483341-3900-69DC-3053-1455985EDE83}"/>
              </a:ext>
            </a:extLst>
          </p:cNvPr>
          <p:cNvSpPr txBox="1"/>
          <p:nvPr/>
        </p:nvSpPr>
        <p:spPr>
          <a:xfrm>
            <a:off x="2905995" y="3080274"/>
            <a:ext cx="1617172" cy="369332"/>
          </a:xfrm>
          <a:prstGeom prst="rect">
            <a:avLst/>
          </a:prstGeom>
          <a:noFill/>
        </p:spPr>
        <p:txBody>
          <a:bodyPr wrap="square" lIns="0" tIns="0" rIns="0" bIns="0">
            <a:spAutoFit/>
          </a:bodyPr>
          <a:lstStyle/>
          <a:p>
            <a:pPr>
              <a:spcBef>
                <a:spcPts val="1200"/>
              </a:spcBef>
            </a:pPr>
            <a:r>
              <a:rPr lang="zh-CN" altLang="en-US" sz="1200" dirty="0">
                <a:solidFill>
                  <a:srgbClr val="123A5C"/>
                </a:solidFill>
                <a:latin typeface="MiSans VF Light" pitchFamily="2" charset="-122"/>
                <a:ea typeface="MiSans VF Light" pitchFamily="2" charset="-122"/>
                <a:cs typeface="MiSans VF Light" pitchFamily="2" charset="-122"/>
              </a:rPr>
              <a:t>这里是一段简短的正文，不超过三行</a:t>
            </a:r>
          </a:p>
        </p:txBody>
      </p:sp>
      <p:sp>
        <p:nvSpPr>
          <p:cNvPr id="20" name="文本框 19">
            <a:extLst>
              <a:ext uri="{FF2B5EF4-FFF2-40B4-BE49-F238E27FC236}">
                <a16:creationId xmlns:a16="http://schemas.microsoft.com/office/drawing/2014/main" id="{AD81D719-2B8B-FF0E-51B6-2EA4B2E1D695}"/>
              </a:ext>
            </a:extLst>
          </p:cNvPr>
          <p:cNvSpPr txBox="1"/>
          <p:nvPr/>
        </p:nvSpPr>
        <p:spPr>
          <a:xfrm>
            <a:off x="5287192" y="2286940"/>
            <a:ext cx="1617172" cy="335285"/>
          </a:xfrm>
          <a:prstGeom prst="rect">
            <a:avLst/>
          </a:prstGeom>
          <a:noFill/>
        </p:spPr>
        <p:txBody>
          <a:bodyPr wrap="square" lIns="0" tIns="0" rIns="0" bIns="0">
            <a:spAutoFit/>
          </a:bodyPr>
          <a:lstStyle/>
          <a:p>
            <a:pPr>
              <a:lnSpc>
                <a:spcPct val="133333"/>
              </a:lnSpc>
            </a:pPr>
            <a:r>
              <a:rPr lang="en-US" altLang="zh-CN" sz="1800" b="1" dirty="0">
                <a:solidFill>
                  <a:srgbClr val="123A5C"/>
                </a:solidFill>
                <a:latin typeface="MiSans VF Bold" pitchFamily="2" charset="-122"/>
                <a:ea typeface="MiSans VF Bold" pitchFamily="2" charset="-122"/>
                <a:cs typeface="MiSans VF Bold" pitchFamily="2" charset="-122"/>
              </a:rPr>
              <a:t>03</a:t>
            </a:r>
            <a:r>
              <a:rPr lang="zh-CN" altLang="en-US" sz="1800" b="1" dirty="0">
                <a:solidFill>
                  <a:srgbClr val="123A5C"/>
                </a:solidFill>
                <a:latin typeface="MiSans VF Bold" pitchFamily="2" charset="-122"/>
                <a:ea typeface="MiSans VF Bold" pitchFamily="2" charset="-122"/>
                <a:cs typeface="MiSans VF Bold" pitchFamily="2" charset="-122"/>
              </a:rPr>
              <a:t> 阶段标题</a:t>
            </a:r>
          </a:p>
        </p:txBody>
      </p:sp>
      <p:sp>
        <p:nvSpPr>
          <p:cNvPr id="21" name="文本框 20">
            <a:extLst>
              <a:ext uri="{FF2B5EF4-FFF2-40B4-BE49-F238E27FC236}">
                <a16:creationId xmlns:a16="http://schemas.microsoft.com/office/drawing/2014/main" id="{D557576D-0056-0719-AF80-FBC6300EE8B2}"/>
              </a:ext>
            </a:extLst>
          </p:cNvPr>
          <p:cNvSpPr txBox="1"/>
          <p:nvPr/>
        </p:nvSpPr>
        <p:spPr>
          <a:xfrm>
            <a:off x="5287192" y="3080274"/>
            <a:ext cx="1617172" cy="553998"/>
          </a:xfrm>
          <a:prstGeom prst="rect">
            <a:avLst/>
          </a:prstGeom>
          <a:noFill/>
        </p:spPr>
        <p:txBody>
          <a:bodyPr wrap="square" lIns="0" tIns="0" rIns="0" bIns="0">
            <a:spAutoFit/>
          </a:bodyPr>
          <a:lstStyle/>
          <a:p>
            <a:pPr>
              <a:spcBef>
                <a:spcPts val="1200"/>
              </a:spcBef>
            </a:pPr>
            <a:r>
              <a:rPr lang="zh-CN" altLang="en-US" sz="1200" dirty="0">
                <a:solidFill>
                  <a:srgbClr val="123A5C"/>
                </a:solidFill>
                <a:latin typeface="MiSans VF Light" pitchFamily="2" charset="-122"/>
                <a:ea typeface="MiSans VF Light" pitchFamily="2" charset="-122"/>
                <a:cs typeface="MiSans VF Light" pitchFamily="2" charset="-122"/>
              </a:rPr>
              <a:t>这里是一段简短的正文，不超过三行，最多最多三行</a:t>
            </a:r>
          </a:p>
        </p:txBody>
      </p:sp>
      <p:sp>
        <p:nvSpPr>
          <p:cNvPr id="22" name="文本框 21">
            <a:extLst>
              <a:ext uri="{FF2B5EF4-FFF2-40B4-BE49-F238E27FC236}">
                <a16:creationId xmlns:a16="http://schemas.microsoft.com/office/drawing/2014/main" id="{D63B48AA-DA9E-09CE-4784-D0864113E6B5}"/>
              </a:ext>
            </a:extLst>
          </p:cNvPr>
          <p:cNvSpPr txBox="1"/>
          <p:nvPr/>
        </p:nvSpPr>
        <p:spPr>
          <a:xfrm>
            <a:off x="7668390" y="2286940"/>
            <a:ext cx="1617172" cy="335285"/>
          </a:xfrm>
          <a:prstGeom prst="rect">
            <a:avLst/>
          </a:prstGeom>
          <a:noFill/>
        </p:spPr>
        <p:txBody>
          <a:bodyPr wrap="square" lIns="0" tIns="0" rIns="0" bIns="0">
            <a:spAutoFit/>
          </a:bodyPr>
          <a:lstStyle/>
          <a:p>
            <a:pPr>
              <a:lnSpc>
                <a:spcPct val="133333"/>
              </a:lnSpc>
            </a:pPr>
            <a:r>
              <a:rPr lang="en-US" altLang="zh-CN" sz="1800" b="1" dirty="0">
                <a:solidFill>
                  <a:srgbClr val="123A5C"/>
                </a:solidFill>
                <a:latin typeface="MiSans VF Bold" pitchFamily="2" charset="-122"/>
                <a:ea typeface="MiSans VF Bold" pitchFamily="2" charset="-122"/>
                <a:cs typeface="MiSans VF Bold" pitchFamily="2" charset="-122"/>
              </a:rPr>
              <a:t>04</a:t>
            </a:r>
            <a:r>
              <a:rPr lang="zh-CN" altLang="en-US" sz="1800" b="1" dirty="0">
                <a:solidFill>
                  <a:srgbClr val="123A5C"/>
                </a:solidFill>
                <a:latin typeface="MiSans VF Bold" pitchFamily="2" charset="-122"/>
                <a:ea typeface="MiSans VF Bold" pitchFamily="2" charset="-122"/>
                <a:cs typeface="MiSans VF Bold" pitchFamily="2" charset="-122"/>
              </a:rPr>
              <a:t> 阶段标题</a:t>
            </a:r>
          </a:p>
        </p:txBody>
      </p:sp>
      <p:sp>
        <p:nvSpPr>
          <p:cNvPr id="23" name="文本框 22">
            <a:extLst>
              <a:ext uri="{FF2B5EF4-FFF2-40B4-BE49-F238E27FC236}">
                <a16:creationId xmlns:a16="http://schemas.microsoft.com/office/drawing/2014/main" id="{1ECB464E-8C67-8D2D-8C0F-D86348B1E27B}"/>
              </a:ext>
            </a:extLst>
          </p:cNvPr>
          <p:cNvSpPr txBox="1"/>
          <p:nvPr/>
        </p:nvSpPr>
        <p:spPr>
          <a:xfrm>
            <a:off x="7668390" y="3080274"/>
            <a:ext cx="1617172" cy="553998"/>
          </a:xfrm>
          <a:prstGeom prst="rect">
            <a:avLst/>
          </a:prstGeom>
          <a:noFill/>
        </p:spPr>
        <p:txBody>
          <a:bodyPr wrap="square" lIns="0" tIns="0" rIns="0" bIns="0">
            <a:spAutoFit/>
          </a:bodyPr>
          <a:lstStyle/>
          <a:p>
            <a:pPr>
              <a:spcBef>
                <a:spcPts val="1200"/>
              </a:spcBef>
            </a:pPr>
            <a:r>
              <a:rPr lang="zh-CN" altLang="en-US" sz="1200" dirty="0">
                <a:solidFill>
                  <a:srgbClr val="123A5C"/>
                </a:solidFill>
                <a:latin typeface="MiSans VF Light" pitchFamily="2" charset="-122"/>
                <a:ea typeface="MiSans VF Light" pitchFamily="2" charset="-122"/>
                <a:cs typeface="MiSans VF Light" pitchFamily="2" charset="-122"/>
              </a:rPr>
              <a:t>这里是一段简短的正文，不超过三行，最多最多三行</a:t>
            </a:r>
          </a:p>
        </p:txBody>
      </p:sp>
      <p:sp>
        <p:nvSpPr>
          <p:cNvPr id="24" name="椭圆 23">
            <a:extLst>
              <a:ext uri="{FF2B5EF4-FFF2-40B4-BE49-F238E27FC236}">
                <a16:creationId xmlns:a16="http://schemas.microsoft.com/office/drawing/2014/main" id="{8E12B1E7-6AD5-9995-E86F-2B856F8E026F}"/>
              </a:ext>
            </a:extLst>
          </p:cNvPr>
          <p:cNvSpPr/>
          <p:nvPr/>
        </p:nvSpPr>
        <p:spPr>
          <a:xfrm>
            <a:off x="524798" y="2780901"/>
            <a:ext cx="109913" cy="109913"/>
          </a:xfrm>
          <a:prstGeom prst="ellipse">
            <a:avLst/>
          </a:prstGeom>
          <a:solidFill>
            <a:srgbClr val="1F6F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文本框 24">
            <a:extLst>
              <a:ext uri="{FF2B5EF4-FFF2-40B4-BE49-F238E27FC236}">
                <a16:creationId xmlns:a16="http://schemas.microsoft.com/office/drawing/2014/main" id="{1150C50D-DBCD-3E43-36D3-B943AAD48F24}"/>
              </a:ext>
            </a:extLst>
          </p:cNvPr>
          <p:cNvSpPr txBox="1"/>
          <p:nvPr/>
        </p:nvSpPr>
        <p:spPr>
          <a:xfrm>
            <a:off x="10049586" y="2286940"/>
            <a:ext cx="1617172" cy="335285"/>
          </a:xfrm>
          <a:prstGeom prst="rect">
            <a:avLst/>
          </a:prstGeom>
          <a:noFill/>
        </p:spPr>
        <p:txBody>
          <a:bodyPr wrap="square" lIns="0" tIns="0" rIns="0" bIns="0">
            <a:spAutoFit/>
          </a:bodyPr>
          <a:lstStyle/>
          <a:p>
            <a:pPr>
              <a:lnSpc>
                <a:spcPct val="133333"/>
              </a:lnSpc>
            </a:pPr>
            <a:r>
              <a:rPr lang="en-US" altLang="zh-CN" sz="1800" b="1" dirty="0">
                <a:solidFill>
                  <a:srgbClr val="123A5C"/>
                </a:solidFill>
                <a:latin typeface="MiSans VF Bold" pitchFamily="2" charset="-122"/>
                <a:ea typeface="MiSans VF Bold" pitchFamily="2" charset="-122"/>
                <a:cs typeface="MiSans VF Bold" pitchFamily="2" charset="-122"/>
              </a:rPr>
              <a:t>05</a:t>
            </a:r>
            <a:r>
              <a:rPr lang="zh-CN" altLang="en-US" sz="1800" b="1" dirty="0">
                <a:solidFill>
                  <a:srgbClr val="123A5C"/>
                </a:solidFill>
                <a:latin typeface="MiSans VF Bold" pitchFamily="2" charset="-122"/>
                <a:ea typeface="MiSans VF Bold" pitchFamily="2" charset="-122"/>
                <a:cs typeface="MiSans VF Bold" pitchFamily="2" charset="-122"/>
              </a:rPr>
              <a:t> 阶段标题</a:t>
            </a:r>
          </a:p>
        </p:txBody>
      </p:sp>
      <p:sp>
        <p:nvSpPr>
          <p:cNvPr id="26" name="文本框 25">
            <a:extLst>
              <a:ext uri="{FF2B5EF4-FFF2-40B4-BE49-F238E27FC236}">
                <a16:creationId xmlns:a16="http://schemas.microsoft.com/office/drawing/2014/main" id="{CE2E4C6B-CBDF-3D53-38B3-388CDF3E7AE3}"/>
              </a:ext>
            </a:extLst>
          </p:cNvPr>
          <p:cNvSpPr txBox="1"/>
          <p:nvPr/>
        </p:nvSpPr>
        <p:spPr>
          <a:xfrm>
            <a:off x="10049586" y="3080274"/>
            <a:ext cx="1617172" cy="553998"/>
          </a:xfrm>
          <a:prstGeom prst="rect">
            <a:avLst/>
          </a:prstGeom>
          <a:noFill/>
        </p:spPr>
        <p:txBody>
          <a:bodyPr wrap="square" lIns="0" tIns="0" rIns="0" bIns="0">
            <a:spAutoFit/>
          </a:bodyPr>
          <a:lstStyle/>
          <a:p>
            <a:pPr>
              <a:spcBef>
                <a:spcPts val="1200"/>
              </a:spcBef>
            </a:pPr>
            <a:r>
              <a:rPr lang="zh-CN" altLang="en-US" sz="1200" dirty="0">
                <a:solidFill>
                  <a:srgbClr val="123A5C"/>
                </a:solidFill>
                <a:latin typeface="MiSans VF Light" pitchFamily="2" charset="-122"/>
                <a:ea typeface="MiSans VF Light" pitchFamily="2" charset="-122"/>
                <a:cs typeface="MiSans VF Light" pitchFamily="2" charset="-122"/>
              </a:rPr>
              <a:t>这里是一段简短的正文，不超过三行，最多最多三行</a:t>
            </a:r>
          </a:p>
        </p:txBody>
      </p:sp>
      <p:cxnSp>
        <p:nvCxnSpPr>
          <p:cNvPr id="28" name="直线连接符 27">
            <a:extLst>
              <a:ext uri="{FF2B5EF4-FFF2-40B4-BE49-F238E27FC236}">
                <a16:creationId xmlns:a16="http://schemas.microsoft.com/office/drawing/2014/main" id="{CDEB0EBA-6BEA-7E0C-9A0F-70EA015CF9DD}"/>
              </a:ext>
            </a:extLst>
          </p:cNvPr>
          <p:cNvCxnSpPr>
            <a:cxnSpLocks/>
          </p:cNvCxnSpPr>
          <p:nvPr/>
        </p:nvCxnSpPr>
        <p:spPr>
          <a:xfrm>
            <a:off x="1" y="4881840"/>
            <a:ext cx="12192000" cy="0"/>
          </a:xfrm>
          <a:prstGeom prst="line">
            <a:avLst/>
          </a:prstGeom>
          <a:ln w="15875">
            <a:solidFill>
              <a:srgbClr val="1F6FB2">
                <a:alpha val="20000"/>
              </a:srgbClr>
            </a:solidFill>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EA1F09F1-EBE1-CA8B-3C1E-36D5B5B933A0}"/>
              </a:ext>
            </a:extLst>
          </p:cNvPr>
          <p:cNvSpPr txBox="1"/>
          <p:nvPr/>
        </p:nvSpPr>
        <p:spPr>
          <a:xfrm>
            <a:off x="524797" y="4333757"/>
            <a:ext cx="1617172" cy="339757"/>
          </a:xfrm>
          <a:prstGeom prst="rect">
            <a:avLst/>
          </a:prstGeom>
          <a:noFill/>
        </p:spPr>
        <p:txBody>
          <a:bodyPr wrap="square" lIns="0" tIns="0" rIns="0" bIns="0">
            <a:spAutoFit/>
          </a:bodyPr>
          <a:lstStyle/>
          <a:p>
            <a:pPr>
              <a:lnSpc>
                <a:spcPct val="133333"/>
              </a:lnSpc>
            </a:pPr>
            <a:r>
              <a:rPr lang="en-US" altLang="zh-CN" sz="1800" b="1" dirty="0">
                <a:solidFill>
                  <a:srgbClr val="123A5C"/>
                </a:solidFill>
                <a:latin typeface="MiSans VF Bold" pitchFamily="2" charset="-122"/>
                <a:ea typeface="MiSans VF Bold" pitchFamily="2" charset="-122"/>
                <a:cs typeface="MiSans VF Bold" pitchFamily="2" charset="-122"/>
              </a:rPr>
              <a:t>06</a:t>
            </a:r>
            <a:r>
              <a:rPr lang="zh-CN" altLang="en-US" sz="1800" b="1" dirty="0">
                <a:solidFill>
                  <a:srgbClr val="123A5C"/>
                </a:solidFill>
                <a:latin typeface="MiSans VF Bold" pitchFamily="2" charset="-122"/>
                <a:ea typeface="MiSans VF Bold" pitchFamily="2" charset="-122"/>
                <a:cs typeface="MiSans VF Bold" pitchFamily="2" charset="-122"/>
              </a:rPr>
              <a:t> 阶段标题</a:t>
            </a:r>
          </a:p>
        </p:txBody>
      </p:sp>
      <p:sp>
        <p:nvSpPr>
          <p:cNvPr id="31" name="文本框 30">
            <a:extLst>
              <a:ext uri="{FF2B5EF4-FFF2-40B4-BE49-F238E27FC236}">
                <a16:creationId xmlns:a16="http://schemas.microsoft.com/office/drawing/2014/main" id="{263B475F-C6A5-5EA1-DA2C-EC81E56DBDC3}"/>
              </a:ext>
            </a:extLst>
          </p:cNvPr>
          <p:cNvSpPr txBox="1"/>
          <p:nvPr/>
        </p:nvSpPr>
        <p:spPr>
          <a:xfrm>
            <a:off x="524797" y="5127091"/>
            <a:ext cx="1617172" cy="553998"/>
          </a:xfrm>
          <a:prstGeom prst="rect">
            <a:avLst/>
          </a:prstGeom>
          <a:noFill/>
        </p:spPr>
        <p:txBody>
          <a:bodyPr wrap="square" lIns="0" tIns="0" rIns="0" bIns="0">
            <a:spAutoFit/>
          </a:bodyPr>
          <a:lstStyle/>
          <a:p>
            <a:pPr>
              <a:spcBef>
                <a:spcPts val="1200"/>
              </a:spcBef>
            </a:pPr>
            <a:r>
              <a:rPr lang="en-US" altLang="zh-CN" sz="1200" dirty="0">
                <a:solidFill>
                  <a:srgbClr val="123A5C"/>
                </a:solidFill>
                <a:latin typeface="MiSans VF Light" pitchFamily="2" charset="-122"/>
                <a:ea typeface="MiSans VF Light" pitchFamily="2" charset="-122"/>
                <a:cs typeface="MiSans VF Light" pitchFamily="2" charset="-122"/>
              </a:rPr>
              <a:t>1860</a:t>
            </a:r>
            <a:r>
              <a:rPr lang="zh-CN" altLang="en-US" sz="1200" dirty="0">
                <a:solidFill>
                  <a:srgbClr val="123A5C"/>
                </a:solidFill>
                <a:latin typeface="MiSans VF Light" pitchFamily="2" charset="-122"/>
                <a:ea typeface="MiSans VF Light" pitchFamily="2" charset="-122"/>
                <a:cs typeface="MiSans VF Light" pitchFamily="2" charset="-122"/>
              </a:rPr>
              <a:t>年汕头开埠后大规模移民，契约华工与自由移民并行</a:t>
            </a:r>
          </a:p>
        </p:txBody>
      </p:sp>
      <p:sp>
        <p:nvSpPr>
          <p:cNvPr id="32" name="文本框 31">
            <a:extLst>
              <a:ext uri="{FF2B5EF4-FFF2-40B4-BE49-F238E27FC236}">
                <a16:creationId xmlns:a16="http://schemas.microsoft.com/office/drawing/2014/main" id="{6B9FA63F-988A-22CC-184D-3CE57604F230}"/>
              </a:ext>
            </a:extLst>
          </p:cNvPr>
          <p:cNvSpPr txBox="1"/>
          <p:nvPr/>
        </p:nvSpPr>
        <p:spPr>
          <a:xfrm>
            <a:off x="5287192" y="4333757"/>
            <a:ext cx="1617172" cy="339757"/>
          </a:xfrm>
          <a:prstGeom prst="rect">
            <a:avLst/>
          </a:prstGeom>
          <a:noFill/>
        </p:spPr>
        <p:txBody>
          <a:bodyPr wrap="square" lIns="0" tIns="0" rIns="0" bIns="0">
            <a:spAutoFit/>
          </a:bodyPr>
          <a:lstStyle/>
          <a:p>
            <a:pPr>
              <a:lnSpc>
                <a:spcPct val="133333"/>
              </a:lnSpc>
            </a:pPr>
            <a:r>
              <a:rPr lang="en-US" altLang="zh-CN" sz="1800" b="1" dirty="0">
                <a:solidFill>
                  <a:srgbClr val="123A5C"/>
                </a:solidFill>
                <a:latin typeface="MiSans VF Bold" pitchFamily="2" charset="-122"/>
                <a:ea typeface="MiSans VF Bold" pitchFamily="2" charset="-122"/>
                <a:cs typeface="MiSans VF Bold" pitchFamily="2" charset="-122"/>
              </a:rPr>
              <a:t>08</a:t>
            </a:r>
            <a:r>
              <a:rPr lang="zh-CN" altLang="en-US" sz="1800" b="1" dirty="0">
                <a:solidFill>
                  <a:srgbClr val="123A5C"/>
                </a:solidFill>
                <a:latin typeface="MiSans VF Bold" pitchFamily="2" charset="-122"/>
                <a:ea typeface="MiSans VF Bold" pitchFamily="2" charset="-122"/>
                <a:cs typeface="MiSans VF Bold" pitchFamily="2" charset="-122"/>
              </a:rPr>
              <a:t> 阶段标题</a:t>
            </a:r>
          </a:p>
        </p:txBody>
      </p:sp>
      <p:sp>
        <p:nvSpPr>
          <p:cNvPr id="36" name="文本框 35">
            <a:extLst>
              <a:ext uri="{FF2B5EF4-FFF2-40B4-BE49-F238E27FC236}">
                <a16:creationId xmlns:a16="http://schemas.microsoft.com/office/drawing/2014/main" id="{FAF4D234-0B54-E5F5-5F0D-8FE2F4B5078C}"/>
              </a:ext>
            </a:extLst>
          </p:cNvPr>
          <p:cNvSpPr txBox="1"/>
          <p:nvPr/>
        </p:nvSpPr>
        <p:spPr>
          <a:xfrm>
            <a:off x="5306649" y="5127091"/>
            <a:ext cx="1617172" cy="369332"/>
          </a:xfrm>
          <a:prstGeom prst="rect">
            <a:avLst/>
          </a:prstGeom>
          <a:noFill/>
        </p:spPr>
        <p:txBody>
          <a:bodyPr wrap="square" lIns="0" tIns="0" rIns="0" bIns="0">
            <a:spAutoFit/>
          </a:bodyPr>
          <a:lstStyle/>
          <a:p>
            <a:pPr>
              <a:spcBef>
                <a:spcPts val="1200"/>
              </a:spcBef>
            </a:pPr>
            <a:r>
              <a:rPr lang="zh-CN" altLang="en-US" sz="1200" dirty="0">
                <a:solidFill>
                  <a:srgbClr val="123A5C"/>
                </a:solidFill>
                <a:latin typeface="MiSans VF Light" pitchFamily="2" charset="-122"/>
                <a:ea typeface="MiSans VF Light" pitchFamily="2" charset="-122"/>
                <a:cs typeface="MiSans VF Light" pitchFamily="2" charset="-122"/>
              </a:rPr>
              <a:t>这里是一段简短的正文，不超过三行</a:t>
            </a:r>
          </a:p>
        </p:txBody>
      </p:sp>
      <p:sp>
        <p:nvSpPr>
          <p:cNvPr id="37" name="文本框 36">
            <a:extLst>
              <a:ext uri="{FF2B5EF4-FFF2-40B4-BE49-F238E27FC236}">
                <a16:creationId xmlns:a16="http://schemas.microsoft.com/office/drawing/2014/main" id="{15D33F77-D9AC-6788-E259-46BB45206BB1}"/>
              </a:ext>
            </a:extLst>
          </p:cNvPr>
          <p:cNvSpPr txBox="1"/>
          <p:nvPr/>
        </p:nvSpPr>
        <p:spPr>
          <a:xfrm>
            <a:off x="7668390" y="4333757"/>
            <a:ext cx="1617172" cy="339757"/>
          </a:xfrm>
          <a:prstGeom prst="rect">
            <a:avLst/>
          </a:prstGeom>
          <a:noFill/>
        </p:spPr>
        <p:txBody>
          <a:bodyPr wrap="square" lIns="0" tIns="0" rIns="0" bIns="0">
            <a:spAutoFit/>
          </a:bodyPr>
          <a:lstStyle/>
          <a:p>
            <a:pPr>
              <a:lnSpc>
                <a:spcPct val="133333"/>
              </a:lnSpc>
            </a:pPr>
            <a:r>
              <a:rPr lang="en-US" altLang="zh-CN" sz="1800" b="1" dirty="0">
                <a:solidFill>
                  <a:srgbClr val="123A5C"/>
                </a:solidFill>
                <a:latin typeface="MiSans VF Bold" pitchFamily="2" charset="-122"/>
                <a:ea typeface="MiSans VF Bold" pitchFamily="2" charset="-122"/>
                <a:cs typeface="MiSans VF Bold" pitchFamily="2" charset="-122"/>
              </a:rPr>
              <a:t>09</a:t>
            </a:r>
            <a:r>
              <a:rPr lang="zh-CN" altLang="en-US" sz="1800" b="1" dirty="0">
                <a:solidFill>
                  <a:srgbClr val="123A5C"/>
                </a:solidFill>
                <a:latin typeface="MiSans VF Bold" pitchFamily="2" charset="-122"/>
                <a:ea typeface="MiSans VF Bold" pitchFamily="2" charset="-122"/>
                <a:cs typeface="MiSans VF Bold" pitchFamily="2" charset="-122"/>
              </a:rPr>
              <a:t> 阶段标题</a:t>
            </a:r>
          </a:p>
        </p:txBody>
      </p:sp>
      <p:sp>
        <p:nvSpPr>
          <p:cNvPr id="38" name="文本框 37">
            <a:extLst>
              <a:ext uri="{FF2B5EF4-FFF2-40B4-BE49-F238E27FC236}">
                <a16:creationId xmlns:a16="http://schemas.microsoft.com/office/drawing/2014/main" id="{A79A828F-6034-A696-6D6C-B22B5F453799}"/>
              </a:ext>
            </a:extLst>
          </p:cNvPr>
          <p:cNvSpPr txBox="1"/>
          <p:nvPr/>
        </p:nvSpPr>
        <p:spPr>
          <a:xfrm>
            <a:off x="7665690" y="5127091"/>
            <a:ext cx="1617172" cy="553998"/>
          </a:xfrm>
          <a:prstGeom prst="rect">
            <a:avLst/>
          </a:prstGeom>
          <a:noFill/>
        </p:spPr>
        <p:txBody>
          <a:bodyPr wrap="square" lIns="0" tIns="0" rIns="0" bIns="0">
            <a:spAutoFit/>
          </a:bodyPr>
          <a:lstStyle/>
          <a:p>
            <a:pPr>
              <a:spcBef>
                <a:spcPts val="1200"/>
              </a:spcBef>
            </a:pPr>
            <a:r>
              <a:rPr lang="zh-CN" altLang="en-US" sz="1200" dirty="0">
                <a:solidFill>
                  <a:srgbClr val="123A5C"/>
                </a:solidFill>
                <a:latin typeface="MiSans VF Light" pitchFamily="2" charset="-122"/>
                <a:ea typeface="MiSans VF Light" pitchFamily="2" charset="-122"/>
                <a:cs typeface="MiSans VF Light" pitchFamily="2" charset="-122"/>
              </a:rPr>
              <a:t>这里是一段简短的正文，不超过三行，最多最多三行</a:t>
            </a:r>
          </a:p>
        </p:txBody>
      </p:sp>
      <p:sp>
        <p:nvSpPr>
          <p:cNvPr id="39" name="文本框 38">
            <a:extLst>
              <a:ext uri="{FF2B5EF4-FFF2-40B4-BE49-F238E27FC236}">
                <a16:creationId xmlns:a16="http://schemas.microsoft.com/office/drawing/2014/main" id="{701C77CF-4662-0576-64A2-734D2A03E8E7}"/>
              </a:ext>
            </a:extLst>
          </p:cNvPr>
          <p:cNvSpPr txBox="1"/>
          <p:nvPr/>
        </p:nvSpPr>
        <p:spPr>
          <a:xfrm>
            <a:off x="2905572" y="4333757"/>
            <a:ext cx="1617172" cy="339757"/>
          </a:xfrm>
          <a:prstGeom prst="rect">
            <a:avLst/>
          </a:prstGeom>
          <a:noFill/>
        </p:spPr>
        <p:txBody>
          <a:bodyPr wrap="square" lIns="0" tIns="0" rIns="0" bIns="0">
            <a:spAutoFit/>
          </a:bodyPr>
          <a:lstStyle/>
          <a:p>
            <a:pPr>
              <a:lnSpc>
                <a:spcPct val="133333"/>
              </a:lnSpc>
            </a:pPr>
            <a:r>
              <a:rPr lang="en-US" altLang="zh-CN" sz="1800" b="1" dirty="0">
                <a:solidFill>
                  <a:srgbClr val="123A5C"/>
                </a:solidFill>
                <a:latin typeface="MiSans VF Bold" pitchFamily="2" charset="-122"/>
                <a:ea typeface="MiSans VF Bold" pitchFamily="2" charset="-122"/>
                <a:cs typeface="MiSans VF Bold" pitchFamily="2" charset="-122"/>
              </a:rPr>
              <a:t>07</a:t>
            </a:r>
            <a:r>
              <a:rPr lang="zh-CN" altLang="en-US" sz="1800" b="1" dirty="0">
                <a:solidFill>
                  <a:srgbClr val="123A5C"/>
                </a:solidFill>
                <a:latin typeface="MiSans VF Bold" pitchFamily="2" charset="-122"/>
                <a:ea typeface="MiSans VF Bold" pitchFamily="2" charset="-122"/>
                <a:cs typeface="MiSans VF Bold" pitchFamily="2" charset="-122"/>
              </a:rPr>
              <a:t> 阶段标题</a:t>
            </a:r>
          </a:p>
        </p:txBody>
      </p:sp>
      <p:sp>
        <p:nvSpPr>
          <p:cNvPr id="40" name="文本框 39">
            <a:extLst>
              <a:ext uri="{FF2B5EF4-FFF2-40B4-BE49-F238E27FC236}">
                <a16:creationId xmlns:a16="http://schemas.microsoft.com/office/drawing/2014/main" id="{CE188EBF-44E1-3B4E-0606-9C85C9E37E39}"/>
              </a:ext>
            </a:extLst>
          </p:cNvPr>
          <p:cNvSpPr txBox="1"/>
          <p:nvPr/>
        </p:nvSpPr>
        <p:spPr>
          <a:xfrm>
            <a:off x="2905572" y="5127091"/>
            <a:ext cx="1617172" cy="369332"/>
          </a:xfrm>
          <a:prstGeom prst="rect">
            <a:avLst/>
          </a:prstGeom>
          <a:noFill/>
        </p:spPr>
        <p:txBody>
          <a:bodyPr wrap="square" lIns="0" tIns="0" rIns="0" bIns="0">
            <a:spAutoFit/>
          </a:bodyPr>
          <a:lstStyle/>
          <a:p>
            <a:pPr>
              <a:spcBef>
                <a:spcPts val="1200"/>
              </a:spcBef>
            </a:pPr>
            <a:r>
              <a:rPr lang="zh-CN" altLang="en-US" sz="1200" dirty="0">
                <a:solidFill>
                  <a:srgbClr val="123A5C"/>
                </a:solidFill>
                <a:latin typeface="MiSans VF Light" pitchFamily="2" charset="-122"/>
                <a:ea typeface="MiSans VF Light" pitchFamily="2" charset="-122"/>
                <a:cs typeface="MiSans VF Light" pitchFamily="2" charset="-122"/>
              </a:rPr>
              <a:t>这里是一段简短的正文，不超过三行</a:t>
            </a:r>
          </a:p>
        </p:txBody>
      </p:sp>
      <p:sp>
        <p:nvSpPr>
          <p:cNvPr id="41" name="椭圆 40">
            <a:extLst>
              <a:ext uri="{FF2B5EF4-FFF2-40B4-BE49-F238E27FC236}">
                <a16:creationId xmlns:a16="http://schemas.microsoft.com/office/drawing/2014/main" id="{DBCFB97A-5915-F3F6-E61B-B0E94EBBC167}"/>
              </a:ext>
            </a:extLst>
          </p:cNvPr>
          <p:cNvSpPr/>
          <p:nvPr/>
        </p:nvSpPr>
        <p:spPr>
          <a:xfrm>
            <a:off x="2905572" y="2780901"/>
            <a:ext cx="109913" cy="109913"/>
          </a:xfrm>
          <a:prstGeom prst="ellipse">
            <a:avLst/>
          </a:prstGeom>
          <a:solidFill>
            <a:srgbClr val="1F6F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2" name="椭圆 41">
            <a:extLst>
              <a:ext uri="{FF2B5EF4-FFF2-40B4-BE49-F238E27FC236}">
                <a16:creationId xmlns:a16="http://schemas.microsoft.com/office/drawing/2014/main" id="{36048701-AD1C-C82E-BF11-40C93CB909E6}"/>
              </a:ext>
            </a:extLst>
          </p:cNvPr>
          <p:cNvSpPr/>
          <p:nvPr/>
        </p:nvSpPr>
        <p:spPr>
          <a:xfrm>
            <a:off x="5283012" y="2780901"/>
            <a:ext cx="109913" cy="109913"/>
          </a:xfrm>
          <a:prstGeom prst="ellipse">
            <a:avLst/>
          </a:prstGeom>
          <a:solidFill>
            <a:srgbClr val="1F6F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3" name="椭圆 42">
            <a:extLst>
              <a:ext uri="{FF2B5EF4-FFF2-40B4-BE49-F238E27FC236}">
                <a16:creationId xmlns:a16="http://schemas.microsoft.com/office/drawing/2014/main" id="{32D08B76-2C69-9E0D-DCD9-4905B40627CD}"/>
              </a:ext>
            </a:extLst>
          </p:cNvPr>
          <p:cNvSpPr/>
          <p:nvPr/>
        </p:nvSpPr>
        <p:spPr>
          <a:xfrm>
            <a:off x="7672251" y="2780901"/>
            <a:ext cx="109913" cy="109913"/>
          </a:xfrm>
          <a:prstGeom prst="ellipse">
            <a:avLst/>
          </a:prstGeom>
          <a:solidFill>
            <a:srgbClr val="1F6F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4" name="椭圆 43">
            <a:extLst>
              <a:ext uri="{FF2B5EF4-FFF2-40B4-BE49-F238E27FC236}">
                <a16:creationId xmlns:a16="http://schemas.microsoft.com/office/drawing/2014/main" id="{431730A9-6A20-1ADA-991E-0515561AC46E}"/>
              </a:ext>
            </a:extLst>
          </p:cNvPr>
          <p:cNvSpPr/>
          <p:nvPr/>
        </p:nvSpPr>
        <p:spPr>
          <a:xfrm>
            <a:off x="10050429" y="2780901"/>
            <a:ext cx="109913" cy="109913"/>
          </a:xfrm>
          <a:prstGeom prst="ellipse">
            <a:avLst/>
          </a:prstGeom>
          <a:solidFill>
            <a:srgbClr val="1F6F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5" name="椭圆 44">
            <a:extLst>
              <a:ext uri="{FF2B5EF4-FFF2-40B4-BE49-F238E27FC236}">
                <a16:creationId xmlns:a16="http://schemas.microsoft.com/office/drawing/2014/main" id="{C4815F88-15B2-F61A-FB91-719AD18DF5FF}"/>
              </a:ext>
            </a:extLst>
          </p:cNvPr>
          <p:cNvSpPr/>
          <p:nvPr/>
        </p:nvSpPr>
        <p:spPr>
          <a:xfrm>
            <a:off x="524798" y="4828571"/>
            <a:ext cx="109913" cy="109913"/>
          </a:xfrm>
          <a:prstGeom prst="ellipse">
            <a:avLst/>
          </a:prstGeom>
          <a:solidFill>
            <a:srgbClr val="1F6F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6" name="椭圆 45">
            <a:extLst>
              <a:ext uri="{FF2B5EF4-FFF2-40B4-BE49-F238E27FC236}">
                <a16:creationId xmlns:a16="http://schemas.microsoft.com/office/drawing/2014/main" id="{3F13F3CE-333C-42C4-14D3-7007EA08F3C1}"/>
              </a:ext>
            </a:extLst>
          </p:cNvPr>
          <p:cNvSpPr/>
          <p:nvPr/>
        </p:nvSpPr>
        <p:spPr>
          <a:xfrm>
            <a:off x="2904660" y="4837593"/>
            <a:ext cx="109913" cy="109913"/>
          </a:xfrm>
          <a:prstGeom prst="ellipse">
            <a:avLst/>
          </a:prstGeom>
          <a:solidFill>
            <a:srgbClr val="1F6F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8" name="椭圆 47">
            <a:extLst>
              <a:ext uri="{FF2B5EF4-FFF2-40B4-BE49-F238E27FC236}">
                <a16:creationId xmlns:a16="http://schemas.microsoft.com/office/drawing/2014/main" id="{BCD23B5D-7591-532C-C95C-A678677BE275}"/>
              </a:ext>
            </a:extLst>
          </p:cNvPr>
          <p:cNvSpPr/>
          <p:nvPr/>
        </p:nvSpPr>
        <p:spPr>
          <a:xfrm>
            <a:off x="5306649" y="4837593"/>
            <a:ext cx="109913" cy="109913"/>
          </a:xfrm>
          <a:prstGeom prst="ellipse">
            <a:avLst/>
          </a:prstGeom>
          <a:solidFill>
            <a:srgbClr val="1F6F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9" name="椭圆 48">
            <a:extLst>
              <a:ext uri="{FF2B5EF4-FFF2-40B4-BE49-F238E27FC236}">
                <a16:creationId xmlns:a16="http://schemas.microsoft.com/office/drawing/2014/main" id="{7C4F415A-0018-3037-7DF4-FA4988F0BD18}"/>
              </a:ext>
            </a:extLst>
          </p:cNvPr>
          <p:cNvSpPr/>
          <p:nvPr/>
        </p:nvSpPr>
        <p:spPr>
          <a:xfrm>
            <a:off x="7672921" y="4837593"/>
            <a:ext cx="109913" cy="109913"/>
          </a:xfrm>
          <a:prstGeom prst="ellipse">
            <a:avLst/>
          </a:prstGeom>
          <a:solidFill>
            <a:srgbClr val="1F6F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10728751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C6857-093C-9B7B-64A7-60B21E338567}"/>
            </a:ext>
          </a:extLst>
        </p:cNvPr>
        <p:cNvGrpSpPr/>
        <p:nvPr/>
      </p:nvGrpSpPr>
      <p:grpSpPr>
        <a:xfrm>
          <a:off x="0" y="0"/>
          <a:ext cx="0" cy="0"/>
          <a:chOff x="0" y="0"/>
          <a:chExt cx="0" cy="0"/>
        </a:xfrm>
      </p:grpSpPr>
      <p:sp>
        <p:nvSpPr>
          <p:cNvPr id="10" name="AutoShape 5">
            <a:extLst>
              <a:ext uri="{FF2B5EF4-FFF2-40B4-BE49-F238E27FC236}">
                <a16:creationId xmlns:a16="http://schemas.microsoft.com/office/drawing/2014/main" id="{29595EED-AC57-2753-1AA8-3E6D82E9DC85}"/>
              </a:ext>
            </a:extLst>
          </p:cNvPr>
          <p:cNvSpPr/>
          <p:nvPr/>
        </p:nvSpPr>
        <p:spPr>
          <a:xfrm>
            <a:off x="524798" y="1110092"/>
            <a:ext cx="11186382"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164466"/>
                </a:solidFill>
                <a:latin typeface="MiSans VF Bold" pitchFamily="2" charset="-122"/>
                <a:ea typeface="MiSans VF Bold" pitchFamily="2" charset="-122"/>
                <a:cs typeface="MiSans VF Bold" pitchFamily="2" charset="-122"/>
                <a:sym typeface="SimHei"/>
              </a:rPr>
              <a:t>主要任务与进度计划</a:t>
            </a:r>
            <a:endParaRPr lang="en-US" altLang="zh-CN" sz="4000" b="1" dirty="0">
              <a:solidFill>
                <a:srgbClr val="164466"/>
              </a:solidFill>
              <a:latin typeface="MiSans VF Bold" pitchFamily="2" charset="-122"/>
              <a:ea typeface="MiSans VF Bold" pitchFamily="2" charset="-122"/>
              <a:cs typeface="MiSans VF Bold" pitchFamily="2" charset="-122"/>
              <a:sym typeface="SimHei"/>
            </a:endParaRPr>
          </a:p>
        </p:txBody>
      </p:sp>
      <p:sp>
        <p:nvSpPr>
          <p:cNvPr id="11" name="AutoShape 2">
            <a:extLst>
              <a:ext uri="{FF2B5EF4-FFF2-40B4-BE49-F238E27FC236}">
                <a16:creationId xmlns:a16="http://schemas.microsoft.com/office/drawing/2014/main" id="{0262E7A4-C812-9FEB-BC39-724D88BCB7FD}"/>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4" name="组合 3">
            <a:extLst>
              <a:ext uri="{FF2B5EF4-FFF2-40B4-BE49-F238E27FC236}">
                <a16:creationId xmlns:a16="http://schemas.microsoft.com/office/drawing/2014/main" id="{F999B8FC-6BDB-A6A6-F79D-44A4FBD86441}"/>
              </a:ext>
            </a:extLst>
          </p:cNvPr>
          <p:cNvGrpSpPr/>
          <p:nvPr/>
        </p:nvGrpSpPr>
        <p:grpSpPr>
          <a:xfrm>
            <a:off x="0" y="0"/>
            <a:ext cx="12192000" cy="420753"/>
            <a:chOff x="0" y="0"/>
            <a:chExt cx="12192000" cy="420753"/>
          </a:xfrm>
        </p:grpSpPr>
        <p:sp>
          <p:nvSpPr>
            <p:cNvPr id="5" name="矩形 4">
              <a:extLst>
                <a:ext uri="{FF2B5EF4-FFF2-40B4-BE49-F238E27FC236}">
                  <a16:creationId xmlns:a16="http://schemas.microsoft.com/office/drawing/2014/main" id="{5459DB81-A4A3-3DAA-3B74-5EEEF8F1D62E}"/>
                </a:ext>
              </a:extLst>
            </p:cNvPr>
            <p:cNvSpPr/>
            <p:nvPr/>
          </p:nvSpPr>
          <p:spPr>
            <a:xfrm>
              <a:off x="1927073" y="0"/>
              <a:ext cx="1449238" cy="420753"/>
            </a:xfrm>
            <a:prstGeom prst="rect">
              <a:avLst/>
            </a:prstGeom>
            <a:solidFill>
              <a:srgbClr val="E8F1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123A5C">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123A5C">
                    <a:alpha val="50000"/>
                  </a:srgbClr>
                </a:solidFill>
                <a:latin typeface="MiSans VF Light" pitchFamily="2" charset="-122"/>
                <a:ea typeface="MiSans VF Light" pitchFamily="2" charset="-122"/>
                <a:cs typeface="MiSans VF Light" pitchFamily="2" charset="-122"/>
                <a:sym typeface="SimHei"/>
              </a:endParaRPr>
            </a:p>
          </p:txBody>
        </p:sp>
        <p:sp>
          <p:nvSpPr>
            <p:cNvPr id="6" name="矩形 5">
              <a:extLst>
                <a:ext uri="{FF2B5EF4-FFF2-40B4-BE49-F238E27FC236}">
                  <a16:creationId xmlns:a16="http://schemas.microsoft.com/office/drawing/2014/main" id="{DAB0296D-6DDC-5F07-0DA0-B68940486D1C}"/>
                </a:ext>
              </a:extLst>
            </p:cNvPr>
            <p:cNvSpPr/>
            <p:nvPr/>
          </p:nvSpPr>
          <p:spPr>
            <a:xfrm>
              <a:off x="7799538" y="0"/>
              <a:ext cx="1449238" cy="420753"/>
            </a:xfrm>
            <a:prstGeom prst="rect">
              <a:avLst/>
            </a:prstGeom>
            <a:solidFill>
              <a:srgbClr val="1F6F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计划安排</a:t>
              </a:r>
            </a:p>
          </p:txBody>
        </p:sp>
        <p:sp>
          <p:nvSpPr>
            <p:cNvPr id="7" name="矩形 6">
              <a:extLst>
                <a:ext uri="{FF2B5EF4-FFF2-40B4-BE49-F238E27FC236}">
                  <a16:creationId xmlns:a16="http://schemas.microsoft.com/office/drawing/2014/main" id="{C7B79CBB-EC23-4F02-5599-8E4E8D00D65A}"/>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现状综述</a:t>
              </a:r>
            </a:p>
          </p:txBody>
        </p:sp>
        <p:sp>
          <p:nvSpPr>
            <p:cNvPr id="8" name="矩形 7">
              <a:extLst>
                <a:ext uri="{FF2B5EF4-FFF2-40B4-BE49-F238E27FC236}">
                  <a16:creationId xmlns:a16="http://schemas.microsoft.com/office/drawing/2014/main" id="{0C6666C9-393E-B9FD-BDBF-2D5C28D328BE}"/>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内容目标</a:t>
              </a:r>
            </a:p>
          </p:txBody>
        </p:sp>
        <p:sp>
          <p:nvSpPr>
            <p:cNvPr id="9" name="矩形 8">
              <a:extLst>
                <a:ext uri="{FF2B5EF4-FFF2-40B4-BE49-F238E27FC236}">
                  <a16:creationId xmlns:a16="http://schemas.microsoft.com/office/drawing/2014/main" id="{A0CC145F-5400-1DC0-E31A-7F87C77D95A9}"/>
                </a:ext>
              </a:extLst>
            </p:cNvPr>
            <p:cNvSpPr/>
            <p:nvPr/>
          </p:nvSpPr>
          <p:spPr>
            <a:xfrm>
              <a:off x="635030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方法路线</a:t>
              </a:r>
            </a:p>
          </p:txBody>
        </p:sp>
        <p:sp>
          <p:nvSpPr>
            <p:cNvPr id="15" name="矩形 14">
              <a:extLst>
                <a:ext uri="{FF2B5EF4-FFF2-40B4-BE49-F238E27FC236}">
                  <a16:creationId xmlns:a16="http://schemas.microsoft.com/office/drawing/2014/main" id="{05E6F0F5-4A3E-0B04-48E4-4467AC11BCC5}"/>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成果创新</a:t>
              </a:r>
            </a:p>
          </p:txBody>
        </p:sp>
        <p:sp>
          <p:nvSpPr>
            <p:cNvPr id="16" name="矩形 15">
              <a:extLst>
                <a:ext uri="{FF2B5EF4-FFF2-40B4-BE49-F238E27FC236}">
                  <a16:creationId xmlns:a16="http://schemas.microsoft.com/office/drawing/2014/main" id="{8D782196-2B7A-0FE9-C3B9-B7537922564F}"/>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参考文献</a:t>
              </a:r>
            </a:p>
          </p:txBody>
        </p:sp>
        <p:grpSp>
          <p:nvGrpSpPr>
            <p:cNvPr id="17" name="组合 16">
              <a:extLst>
                <a:ext uri="{FF2B5EF4-FFF2-40B4-BE49-F238E27FC236}">
                  <a16:creationId xmlns:a16="http://schemas.microsoft.com/office/drawing/2014/main" id="{CA142612-6915-AE81-CDB2-81E5CB53617C}"/>
                </a:ext>
              </a:extLst>
            </p:cNvPr>
            <p:cNvGrpSpPr/>
            <p:nvPr/>
          </p:nvGrpSpPr>
          <p:grpSpPr>
            <a:xfrm>
              <a:off x="0" y="0"/>
              <a:ext cx="1904698" cy="420753"/>
              <a:chOff x="0" y="0"/>
              <a:chExt cx="1904698" cy="420753"/>
            </a:xfrm>
          </p:grpSpPr>
          <p:sp>
            <p:nvSpPr>
              <p:cNvPr id="18" name="矩形 17">
                <a:extLst>
                  <a:ext uri="{FF2B5EF4-FFF2-40B4-BE49-F238E27FC236}">
                    <a16:creationId xmlns:a16="http://schemas.microsoft.com/office/drawing/2014/main" id="{A2133834-BDC3-B2CC-BDB9-B6A7DF64B1EB}"/>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164466"/>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164466"/>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19" name="图形 18">
                <a:extLst>
                  <a:ext uri="{FF2B5EF4-FFF2-40B4-BE49-F238E27FC236}">
                    <a16:creationId xmlns:a16="http://schemas.microsoft.com/office/drawing/2014/main" id="{2C0D06B5-5F17-BF93-1C5B-CB20969468B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
        <p:nvSpPr>
          <p:cNvPr id="27" name="矩形 26">
            <a:extLst>
              <a:ext uri="{FF2B5EF4-FFF2-40B4-BE49-F238E27FC236}">
                <a16:creationId xmlns:a16="http://schemas.microsoft.com/office/drawing/2014/main" id="{AC4536EF-0D64-2BF0-6F24-036C882D14E0}"/>
              </a:ext>
            </a:extLst>
          </p:cNvPr>
          <p:cNvSpPr/>
          <p:nvPr/>
        </p:nvSpPr>
        <p:spPr>
          <a:xfrm>
            <a:off x="524796" y="3816977"/>
            <a:ext cx="2841711" cy="787689"/>
          </a:xfrm>
          <a:prstGeom prst="rect">
            <a:avLst/>
          </a:prstGeom>
          <a:solidFill>
            <a:srgbClr val="3A8E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MiSans VF Bold" pitchFamily="2" charset="-122"/>
                <a:ea typeface="MiSans VF Bold" pitchFamily="2" charset="-122"/>
                <a:cs typeface="MiSans VF Bold" pitchFamily="2" charset="-122"/>
                <a:sym typeface="SimHei"/>
              </a:rPr>
              <a:t>阶段一</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29" name="矩形 28">
            <a:extLst>
              <a:ext uri="{FF2B5EF4-FFF2-40B4-BE49-F238E27FC236}">
                <a16:creationId xmlns:a16="http://schemas.microsoft.com/office/drawing/2014/main" id="{4BD12089-F682-3A4F-298D-E38D6BF209BD}"/>
              </a:ext>
            </a:extLst>
          </p:cNvPr>
          <p:cNvSpPr/>
          <p:nvPr/>
        </p:nvSpPr>
        <p:spPr>
          <a:xfrm>
            <a:off x="3366507" y="3816977"/>
            <a:ext cx="2841711" cy="787689"/>
          </a:xfrm>
          <a:prstGeom prst="rect">
            <a:avLst/>
          </a:prstGeom>
          <a:solidFill>
            <a:srgbClr val="1F6F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MiSans VF Bold" pitchFamily="2" charset="-122"/>
                <a:ea typeface="MiSans VF Bold" pitchFamily="2" charset="-122"/>
                <a:cs typeface="MiSans VF Bold" pitchFamily="2" charset="-122"/>
                <a:sym typeface="SimHei"/>
              </a:rPr>
              <a:t>阶段二</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33" name="矩形 32">
            <a:extLst>
              <a:ext uri="{FF2B5EF4-FFF2-40B4-BE49-F238E27FC236}">
                <a16:creationId xmlns:a16="http://schemas.microsoft.com/office/drawing/2014/main" id="{66D207FA-FE70-840E-9FFA-4D811AFFFF85}"/>
              </a:ext>
            </a:extLst>
          </p:cNvPr>
          <p:cNvSpPr/>
          <p:nvPr/>
        </p:nvSpPr>
        <p:spPr>
          <a:xfrm>
            <a:off x="6208218" y="3816977"/>
            <a:ext cx="2841711" cy="787689"/>
          </a:xfrm>
          <a:prstGeom prst="rect">
            <a:avLst/>
          </a:prstGeom>
          <a:solidFill>
            <a:srgbClr val="1551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MiSans VF Bold" pitchFamily="2" charset="-122"/>
                <a:ea typeface="MiSans VF Bold" pitchFamily="2" charset="-122"/>
                <a:cs typeface="MiSans VF Bold" pitchFamily="2" charset="-122"/>
                <a:sym typeface="SimHei"/>
              </a:rPr>
              <a:t>阶段三</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34" name="矩形 33">
            <a:extLst>
              <a:ext uri="{FF2B5EF4-FFF2-40B4-BE49-F238E27FC236}">
                <a16:creationId xmlns:a16="http://schemas.microsoft.com/office/drawing/2014/main" id="{AF75C218-97B4-7E0B-E66B-1B23379609DE}"/>
              </a:ext>
            </a:extLst>
          </p:cNvPr>
          <p:cNvSpPr/>
          <p:nvPr/>
        </p:nvSpPr>
        <p:spPr>
          <a:xfrm>
            <a:off x="9049930" y="3816977"/>
            <a:ext cx="2841710" cy="787689"/>
          </a:xfrm>
          <a:prstGeom prst="rect">
            <a:avLst/>
          </a:prstGeom>
          <a:solidFill>
            <a:srgbClr val="123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MiSans VF Bold" pitchFamily="2" charset="-122"/>
                <a:ea typeface="MiSans VF Bold" pitchFamily="2" charset="-122"/>
                <a:cs typeface="MiSans VF Bold" pitchFamily="2" charset="-122"/>
                <a:sym typeface="SimHei"/>
              </a:rPr>
              <a:t>阶段四</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35" name="燕尾形 34">
            <a:extLst>
              <a:ext uri="{FF2B5EF4-FFF2-40B4-BE49-F238E27FC236}">
                <a16:creationId xmlns:a16="http://schemas.microsoft.com/office/drawing/2014/main" id="{8FB2800F-7DC0-7DE3-84D0-B049DBF9B56E}"/>
              </a:ext>
            </a:extLst>
          </p:cNvPr>
          <p:cNvSpPr/>
          <p:nvPr/>
        </p:nvSpPr>
        <p:spPr>
          <a:xfrm>
            <a:off x="3062177" y="3816977"/>
            <a:ext cx="578824" cy="787688"/>
          </a:xfrm>
          <a:prstGeom prst="chevron">
            <a:avLst/>
          </a:prstGeom>
          <a:solidFill>
            <a:srgbClr val="F9FB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47" name="燕尾形 46">
            <a:extLst>
              <a:ext uri="{FF2B5EF4-FFF2-40B4-BE49-F238E27FC236}">
                <a16:creationId xmlns:a16="http://schemas.microsoft.com/office/drawing/2014/main" id="{BE3ECC18-BC7F-EB1B-FA0C-5F8647BE0360}"/>
              </a:ext>
            </a:extLst>
          </p:cNvPr>
          <p:cNvSpPr/>
          <p:nvPr/>
        </p:nvSpPr>
        <p:spPr>
          <a:xfrm>
            <a:off x="5898366" y="3816977"/>
            <a:ext cx="578824" cy="787688"/>
          </a:xfrm>
          <a:prstGeom prst="chevron">
            <a:avLst/>
          </a:prstGeom>
          <a:solidFill>
            <a:srgbClr val="F9FB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50" name="燕尾形 49">
            <a:extLst>
              <a:ext uri="{FF2B5EF4-FFF2-40B4-BE49-F238E27FC236}">
                <a16:creationId xmlns:a16="http://schemas.microsoft.com/office/drawing/2014/main" id="{6210B37A-4163-FE64-4911-7022C8653EA5}"/>
              </a:ext>
            </a:extLst>
          </p:cNvPr>
          <p:cNvSpPr/>
          <p:nvPr/>
        </p:nvSpPr>
        <p:spPr>
          <a:xfrm>
            <a:off x="8765552" y="3816977"/>
            <a:ext cx="578824" cy="787688"/>
          </a:xfrm>
          <a:prstGeom prst="chevron">
            <a:avLst/>
          </a:prstGeom>
          <a:solidFill>
            <a:srgbClr val="F9FB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51" name="燕尾形 50">
            <a:extLst>
              <a:ext uri="{FF2B5EF4-FFF2-40B4-BE49-F238E27FC236}">
                <a16:creationId xmlns:a16="http://schemas.microsoft.com/office/drawing/2014/main" id="{A919F2FC-4F2C-AD32-7456-5AB015EB5127}"/>
              </a:ext>
            </a:extLst>
          </p:cNvPr>
          <p:cNvSpPr/>
          <p:nvPr/>
        </p:nvSpPr>
        <p:spPr>
          <a:xfrm>
            <a:off x="11601742" y="3816977"/>
            <a:ext cx="578824" cy="787688"/>
          </a:xfrm>
          <a:prstGeom prst="chevron">
            <a:avLst/>
          </a:prstGeom>
          <a:solidFill>
            <a:srgbClr val="F9FB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52" name="燕尾形 51">
            <a:extLst>
              <a:ext uri="{FF2B5EF4-FFF2-40B4-BE49-F238E27FC236}">
                <a16:creationId xmlns:a16="http://schemas.microsoft.com/office/drawing/2014/main" id="{C1613458-B723-7DB7-C1D8-0D5F4FD11547}"/>
              </a:ext>
            </a:extLst>
          </p:cNvPr>
          <p:cNvSpPr/>
          <p:nvPr/>
        </p:nvSpPr>
        <p:spPr>
          <a:xfrm>
            <a:off x="241485" y="3816977"/>
            <a:ext cx="578824" cy="787688"/>
          </a:xfrm>
          <a:prstGeom prst="chevron">
            <a:avLst/>
          </a:prstGeom>
          <a:solidFill>
            <a:srgbClr val="F9FB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grpSp>
        <p:nvGrpSpPr>
          <p:cNvPr id="53" name="组合 52">
            <a:extLst>
              <a:ext uri="{FF2B5EF4-FFF2-40B4-BE49-F238E27FC236}">
                <a16:creationId xmlns:a16="http://schemas.microsoft.com/office/drawing/2014/main" id="{08EFA52D-5AE9-8FC6-5AB8-6BEDD9C9314A}"/>
              </a:ext>
            </a:extLst>
          </p:cNvPr>
          <p:cNvGrpSpPr/>
          <p:nvPr/>
        </p:nvGrpSpPr>
        <p:grpSpPr>
          <a:xfrm>
            <a:off x="524796" y="2267735"/>
            <a:ext cx="2833167" cy="1120992"/>
            <a:chOff x="524797" y="2522754"/>
            <a:chExt cx="3541757" cy="1120992"/>
          </a:xfrm>
        </p:grpSpPr>
        <p:sp>
          <p:nvSpPr>
            <p:cNvPr id="54" name="矩形 53">
              <a:extLst>
                <a:ext uri="{FF2B5EF4-FFF2-40B4-BE49-F238E27FC236}">
                  <a16:creationId xmlns:a16="http://schemas.microsoft.com/office/drawing/2014/main" id="{4D91BBD2-2990-89AD-3F12-D9222EFC5C1D}"/>
                </a:ext>
              </a:extLst>
            </p:cNvPr>
            <p:cNvSpPr/>
            <p:nvPr/>
          </p:nvSpPr>
          <p:spPr>
            <a:xfrm>
              <a:off x="524797" y="2522754"/>
              <a:ext cx="49095" cy="1120989"/>
            </a:xfrm>
            <a:prstGeom prst="rect">
              <a:avLst/>
            </a:prstGeom>
            <a:solidFill>
              <a:srgbClr val="3A8E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5" name="矩形 54">
              <a:extLst>
                <a:ext uri="{FF2B5EF4-FFF2-40B4-BE49-F238E27FC236}">
                  <a16:creationId xmlns:a16="http://schemas.microsoft.com/office/drawing/2014/main" id="{88272F7D-1FCE-286E-5BDA-9A2E1479DF47}"/>
                </a:ext>
              </a:extLst>
            </p:cNvPr>
            <p:cNvSpPr/>
            <p:nvPr/>
          </p:nvSpPr>
          <p:spPr>
            <a:xfrm>
              <a:off x="553556" y="2522756"/>
              <a:ext cx="3512998" cy="1120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ctr"/>
            <a:lstStyle/>
            <a:p>
              <a:pPr>
                <a:lnSpc>
                  <a:spcPct val="125000"/>
                </a:lnSpc>
                <a:defRPr/>
              </a:pPr>
              <a:r>
                <a:rPr lang="zh-CN" altLang="en-US" sz="1600" b="1" dirty="0">
                  <a:solidFill>
                    <a:srgbClr val="3A8ED6"/>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3A8ED6"/>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dirty="0">
                  <a:solidFill>
                    <a:srgbClr val="1B2733">
                      <a:alpha val="80000"/>
                    </a:srgbClr>
                  </a:solidFill>
                  <a:latin typeface="MiSans VF Light" pitchFamily="2" charset="-122"/>
                  <a:ea typeface="MiSans VF Light" pitchFamily="2" charset="-122"/>
                  <a:cs typeface="MiSans VF Light" pitchFamily="2" charset="-122"/>
                  <a:sym typeface="SimHei"/>
                </a:rPr>
                <a:t>这里是一段简短的文案，文字不要太多，最多两行。</a:t>
              </a:r>
            </a:p>
          </p:txBody>
        </p:sp>
      </p:grpSp>
      <p:grpSp>
        <p:nvGrpSpPr>
          <p:cNvPr id="56" name="组合 55">
            <a:extLst>
              <a:ext uri="{FF2B5EF4-FFF2-40B4-BE49-F238E27FC236}">
                <a16:creationId xmlns:a16="http://schemas.microsoft.com/office/drawing/2014/main" id="{118625D9-137D-ADDA-0E94-C297998BEF4D}"/>
              </a:ext>
            </a:extLst>
          </p:cNvPr>
          <p:cNvGrpSpPr/>
          <p:nvPr/>
        </p:nvGrpSpPr>
        <p:grpSpPr>
          <a:xfrm>
            <a:off x="3351590" y="5032923"/>
            <a:ext cx="2841710" cy="1120992"/>
            <a:chOff x="524797" y="2522754"/>
            <a:chExt cx="3541757" cy="1120992"/>
          </a:xfrm>
        </p:grpSpPr>
        <p:sp>
          <p:nvSpPr>
            <p:cNvPr id="57" name="矩形 56">
              <a:extLst>
                <a:ext uri="{FF2B5EF4-FFF2-40B4-BE49-F238E27FC236}">
                  <a16:creationId xmlns:a16="http://schemas.microsoft.com/office/drawing/2014/main" id="{5E01C376-D271-3386-D36A-884D983517A3}"/>
                </a:ext>
              </a:extLst>
            </p:cNvPr>
            <p:cNvSpPr/>
            <p:nvPr/>
          </p:nvSpPr>
          <p:spPr>
            <a:xfrm>
              <a:off x="524797" y="2522754"/>
              <a:ext cx="49095" cy="1120989"/>
            </a:xfrm>
            <a:prstGeom prst="rect">
              <a:avLst/>
            </a:prstGeom>
            <a:solidFill>
              <a:srgbClr val="1F6F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8" name="矩形 57">
              <a:extLst>
                <a:ext uri="{FF2B5EF4-FFF2-40B4-BE49-F238E27FC236}">
                  <a16:creationId xmlns:a16="http://schemas.microsoft.com/office/drawing/2014/main" id="{32930FEB-3166-908D-4115-82AD6F422BA7}"/>
                </a:ext>
              </a:extLst>
            </p:cNvPr>
            <p:cNvSpPr/>
            <p:nvPr/>
          </p:nvSpPr>
          <p:spPr>
            <a:xfrm>
              <a:off x="553556" y="2522756"/>
              <a:ext cx="3512998" cy="1120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ctr"/>
            <a:lstStyle/>
            <a:p>
              <a:pPr>
                <a:lnSpc>
                  <a:spcPct val="125000"/>
                </a:lnSpc>
                <a:defRPr/>
              </a:pPr>
              <a:r>
                <a:rPr lang="zh-CN" altLang="en-US" sz="1600" b="1" dirty="0">
                  <a:solidFill>
                    <a:srgbClr val="1F6FB2"/>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1F6FB2"/>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dirty="0">
                  <a:solidFill>
                    <a:srgbClr val="1B2733">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a:t>
              </a:r>
            </a:p>
          </p:txBody>
        </p:sp>
      </p:grpSp>
      <p:grpSp>
        <p:nvGrpSpPr>
          <p:cNvPr id="59" name="组合 58">
            <a:extLst>
              <a:ext uri="{FF2B5EF4-FFF2-40B4-BE49-F238E27FC236}">
                <a16:creationId xmlns:a16="http://schemas.microsoft.com/office/drawing/2014/main" id="{5D94E407-FC8B-2DD3-83E3-35CCA2040E88}"/>
              </a:ext>
            </a:extLst>
          </p:cNvPr>
          <p:cNvGrpSpPr/>
          <p:nvPr/>
        </p:nvGrpSpPr>
        <p:grpSpPr>
          <a:xfrm>
            <a:off x="6208221" y="2267735"/>
            <a:ext cx="2833164" cy="1120992"/>
            <a:chOff x="524797" y="2522754"/>
            <a:chExt cx="3541726" cy="1120992"/>
          </a:xfrm>
        </p:grpSpPr>
        <p:sp>
          <p:nvSpPr>
            <p:cNvPr id="60" name="矩形 59">
              <a:extLst>
                <a:ext uri="{FF2B5EF4-FFF2-40B4-BE49-F238E27FC236}">
                  <a16:creationId xmlns:a16="http://schemas.microsoft.com/office/drawing/2014/main" id="{FA2CAA35-2DA0-BD40-CF11-6F6173D69919}"/>
                </a:ext>
              </a:extLst>
            </p:cNvPr>
            <p:cNvSpPr/>
            <p:nvPr/>
          </p:nvSpPr>
          <p:spPr>
            <a:xfrm>
              <a:off x="524797" y="2522754"/>
              <a:ext cx="49095" cy="1120989"/>
            </a:xfrm>
            <a:prstGeom prst="rect">
              <a:avLst/>
            </a:prstGeom>
            <a:solidFill>
              <a:srgbClr val="1551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15517F"/>
                </a:solidFill>
              </a:endParaRPr>
            </a:p>
          </p:txBody>
        </p:sp>
        <p:sp>
          <p:nvSpPr>
            <p:cNvPr id="61" name="矩形 60">
              <a:extLst>
                <a:ext uri="{FF2B5EF4-FFF2-40B4-BE49-F238E27FC236}">
                  <a16:creationId xmlns:a16="http://schemas.microsoft.com/office/drawing/2014/main" id="{EEF89B6E-3B87-4C68-B999-BBBC827A2CA8}"/>
                </a:ext>
              </a:extLst>
            </p:cNvPr>
            <p:cNvSpPr/>
            <p:nvPr/>
          </p:nvSpPr>
          <p:spPr>
            <a:xfrm>
              <a:off x="553556" y="2522756"/>
              <a:ext cx="3512998" cy="1120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ctr"/>
            <a:lstStyle/>
            <a:p>
              <a:pPr>
                <a:lnSpc>
                  <a:spcPct val="125000"/>
                </a:lnSpc>
                <a:defRPr/>
              </a:pPr>
              <a:r>
                <a:rPr lang="zh-CN" altLang="en-US" sz="1600" b="1" dirty="0">
                  <a:solidFill>
                    <a:srgbClr val="15517F"/>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15517F"/>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dirty="0">
                  <a:solidFill>
                    <a:srgbClr val="1B2733">
                      <a:alpha val="80000"/>
                    </a:srgbClr>
                  </a:solidFill>
                  <a:latin typeface="MiSans VF Light" pitchFamily="2" charset="-122"/>
                  <a:ea typeface="MiSans VF Light" pitchFamily="2" charset="-122"/>
                  <a:cs typeface="MiSans VF Light" pitchFamily="2" charset="-122"/>
                  <a:sym typeface="SimHei"/>
                </a:rPr>
                <a:t>这里是一段简短的文案，文字不要太多，最多两行。</a:t>
              </a:r>
            </a:p>
          </p:txBody>
        </p:sp>
      </p:grpSp>
      <p:grpSp>
        <p:nvGrpSpPr>
          <p:cNvPr id="62" name="组合 61">
            <a:extLst>
              <a:ext uri="{FF2B5EF4-FFF2-40B4-BE49-F238E27FC236}">
                <a16:creationId xmlns:a16="http://schemas.microsoft.com/office/drawing/2014/main" id="{894B3588-FBD2-0D1F-E0CA-2B9D34048DEC}"/>
              </a:ext>
            </a:extLst>
          </p:cNvPr>
          <p:cNvGrpSpPr/>
          <p:nvPr/>
        </p:nvGrpSpPr>
        <p:grpSpPr>
          <a:xfrm>
            <a:off x="9049930" y="5032923"/>
            <a:ext cx="2841710" cy="1120992"/>
            <a:chOff x="524797" y="2522754"/>
            <a:chExt cx="3541757" cy="1120992"/>
          </a:xfrm>
        </p:grpSpPr>
        <p:sp>
          <p:nvSpPr>
            <p:cNvPr id="63" name="矩形 62">
              <a:extLst>
                <a:ext uri="{FF2B5EF4-FFF2-40B4-BE49-F238E27FC236}">
                  <a16:creationId xmlns:a16="http://schemas.microsoft.com/office/drawing/2014/main" id="{07D1BA25-7E8D-540D-2B15-96AE0F3BCEF0}"/>
                </a:ext>
              </a:extLst>
            </p:cNvPr>
            <p:cNvSpPr/>
            <p:nvPr/>
          </p:nvSpPr>
          <p:spPr>
            <a:xfrm>
              <a:off x="524797" y="2522754"/>
              <a:ext cx="49095" cy="1120989"/>
            </a:xfrm>
            <a:prstGeom prst="rect">
              <a:avLst/>
            </a:prstGeom>
            <a:solidFill>
              <a:srgbClr val="123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4" name="矩形 63">
              <a:extLst>
                <a:ext uri="{FF2B5EF4-FFF2-40B4-BE49-F238E27FC236}">
                  <a16:creationId xmlns:a16="http://schemas.microsoft.com/office/drawing/2014/main" id="{167BBABD-6A9A-8073-80BD-90B09FB35A0B}"/>
                </a:ext>
              </a:extLst>
            </p:cNvPr>
            <p:cNvSpPr/>
            <p:nvPr/>
          </p:nvSpPr>
          <p:spPr>
            <a:xfrm>
              <a:off x="553556" y="2522756"/>
              <a:ext cx="3512998" cy="1120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ctr"/>
            <a:lstStyle/>
            <a:p>
              <a:pPr>
                <a:lnSpc>
                  <a:spcPct val="125000"/>
                </a:lnSpc>
                <a:defRPr/>
              </a:pPr>
              <a:r>
                <a:rPr lang="zh-CN" altLang="en-US" sz="1600" b="1" dirty="0">
                  <a:solidFill>
                    <a:srgbClr val="123A5C"/>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123A5C"/>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dirty="0">
                  <a:solidFill>
                    <a:srgbClr val="1B2733">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a:t>
              </a:r>
            </a:p>
          </p:txBody>
        </p:sp>
      </p:grpSp>
      <p:cxnSp>
        <p:nvCxnSpPr>
          <p:cNvPr id="66" name="直线箭头连接符 65">
            <a:extLst>
              <a:ext uri="{FF2B5EF4-FFF2-40B4-BE49-F238E27FC236}">
                <a16:creationId xmlns:a16="http://schemas.microsoft.com/office/drawing/2014/main" id="{46100A27-2E28-8C53-C829-9FCE06BBB3FC}"/>
              </a:ext>
            </a:extLst>
          </p:cNvPr>
          <p:cNvCxnSpPr>
            <a:cxnSpLocks/>
          </p:cNvCxnSpPr>
          <p:nvPr/>
        </p:nvCxnSpPr>
        <p:spPr>
          <a:xfrm flipH="1">
            <a:off x="1897468" y="3388727"/>
            <a:ext cx="7230" cy="428250"/>
          </a:xfrm>
          <a:prstGeom prst="straightConnector1">
            <a:avLst/>
          </a:prstGeom>
          <a:ln w="15875">
            <a:solidFill>
              <a:srgbClr val="3A8ED6"/>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67" name="直线箭头连接符 66">
            <a:extLst>
              <a:ext uri="{FF2B5EF4-FFF2-40B4-BE49-F238E27FC236}">
                <a16:creationId xmlns:a16="http://schemas.microsoft.com/office/drawing/2014/main" id="{183F87E1-6FD7-A217-A12E-2A7C69B3415E}"/>
              </a:ext>
            </a:extLst>
          </p:cNvPr>
          <p:cNvCxnSpPr>
            <a:cxnSpLocks/>
          </p:cNvCxnSpPr>
          <p:nvPr/>
        </p:nvCxnSpPr>
        <p:spPr>
          <a:xfrm flipH="1">
            <a:off x="7562803" y="3388727"/>
            <a:ext cx="7230" cy="428250"/>
          </a:xfrm>
          <a:prstGeom prst="straightConnector1">
            <a:avLst/>
          </a:prstGeom>
          <a:ln w="15875">
            <a:solidFill>
              <a:srgbClr val="15517F"/>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73" name="直线连接符 72">
            <a:extLst>
              <a:ext uri="{FF2B5EF4-FFF2-40B4-BE49-F238E27FC236}">
                <a16:creationId xmlns:a16="http://schemas.microsoft.com/office/drawing/2014/main" id="{6D30385C-E640-DF4C-AE2B-02BB969DB928}"/>
              </a:ext>
            </a:extLst>
          </p:cNvPr>
          <p:cNvCxnSpPr/>
          <p:nvPr/>
        </p:nvCxnSpPr>
        <p:spPr>
          <a:xfrm>
            <a:off x="4780635" y="4604670"/>
            <a:ext cx="0" cy="428253"/>
          </a:xfrm>
          <a:prstGeom prst="line">
            <a:avLst/>
          </a:prstGeom>
          <a:ln w="15875">
            <a:tailEnd type="oval"/>
          </a:ln>
        </p:spPr>
        <p:style>
          <a:lnRef idx="1">
            <a:schemeClr val="accent1"/>
          </a:lnRef>
          <a:fillRef idx="0">
            <a:schemeClr val="accent1"/>
          </a:fillRef>
          <a:effectRef idx="0">
            <a:schemeClr val="accent1"/>
          </a:effectRef>
          <a:fontRef idx="minor">
            <a:schemeClr val="tx1"/>
          </a:fontRef>
        </p:style>
      </p:cxnSp>
      <p:cxnSp>
        <p:nvCxnSpPr>
          <p:cNvPr id="74" name="直线连接符 73">
            <a:extLst>
              <a:ext uri="{FF2B5EF4-FFF2-40B4-BE49-F238E27FC236}">
                <a16:creationId xmlns:a16="http://schemas.microsoft.com/office/drawing/2014/main" id="{306582F9-D4FD-6E98-22C2-BC6D18187500}"/>
              </a:ext>
            </a:extLst>
          </p:cNvPr>
          <p:cNvCxnSpPr/>
          <p:nvPr/>
        </p:nvCxnSpPr>
        <p:spPr>
          <a:xfrm>
            <a:off x="10482322" y="4604670"/>
            <a:ext cx="0" cy="428253"/>
          </a:xfrm>
          <a:prstGeom prst="line">
            <a:avLst/>
          </a:prstGeom>
          <a:ln w="15875">
            <a:solidFill>
              <a:srgbClr val="123A5C"/>
            </a:soli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03465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DFE9E-D68D-70C6-6C76-852F8B6956ED}"/>
            </a:ext>
          </a:extLst>
        </p:cNvPr>
        <p:cNvGrpSpPr/>
        <p:nvPr/>
      </p:nvGrpSpPr>
      <p:grpSpPr>
        <a:xfrm>
          <a:off x="0" y="0"/>
          <a:ext cx="0" cy="0"/>
          <a:chOff x="0" y="0"/>
          <a:chExt cx="0" cy="0"/>
        </a:xfrm>
      </p:grpSpPr>
      <p:sp>
        <p:nvSpPr>
          <p:cNvPr id="10" name="AutoShape 5">
            <a:extLst>
              <a:ext uri="{FF2B5EF4-FFF2-40B4-BE49-F238E27FC236}">
                <a16:creationId xmlns:a16="http://schemas.microsoft.com/office/drawing/2014/main" id="{4E9F0755-6065-4F70-1C85-4E1C079A080A}"/>
              </a:ext>
            </a:extLst>
          </p:cNvPr>
          <p:cNvSpPr/>
          <p:nvPr/>
        </p:nvSpPr>
        <p:spPr>
          <a:xfrm>
            <a:off x="524798" y="1110092"/>
            <a:ext cx="11186382"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164466"/>
                </a:solidFill>
                <a:latin typeface="MiSans VF Bold" pitchFamily="2" charset="-122"/>
                <a:ea typeface="MiSans VF Bold" pitchFamily="2" charset="-122"/>
                <a:cs typeface="MiSans VF Bold" pitchFamily="2" charset="-122"/>
                <a:sym typeface="SimHei"/>
              </a:rPr>
              <a:t>风险预估与应对措施</a:t>
            </a:r>
            <a:endParaRPr lang="en-US" altLang="zh-CN" sz="4000" b="1" dirty="0">
              <a:solidFill>
                <a:srgbClr val="164466"/>
              </a:solidFill>
              <a:latin typeface="MiSans VF Bold" pitchFamily="2" charset="-122"/>
              <a:ea typeface="MiSans VF Bold" pitchFamily="2" charset="-122"/>
              <a:cs typeface="MiSans VF Bold" pitchFamily="2" charset="-122"/>
              <a:sym typeface="SimHei"/>
            </a:endParaRPr>
          </a:p>
        </p:txBody>
      </p:sp>
      <p:sp>
        <p:nvSpPr>
          <p:cNvPr id="11" name="AutoShape 2">
            <a:extLst>
              <a:ext uri="{FF2B5EF4-FFF2-40B4-BE49-F238E27FC236}">
                <a16:creationId xmlns:a16="http://schemas.microsoft.com/office/drawing/2014/main" id="{56E6A3FC-A5D4-84B1-D30E-18756E88F8EB}"/>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4" name="组合 3">
            <a:extLst>
              <a:ext uri="{FF2B5EF4-FFF2-40B4-BE49-F238E27FC236}">
                <a16:creationId xmlns:a16="http://schemas.microsoft.com/office/drawing/2014/main" id="{EBEBDF3D-E8A4-5512-6704-8589DB695968}"/>
              </a:ext>
            </a:extLst>
          </p:cNvPr>
          <p:cNvGrpSpPr/>
          <p:nvPr/>
        </p:nvGrpSpPr>
        <p:grpSpPr>
          <a:xfrm>
            <a:off x="0" y="0"/>
            <a:ext cx="12192000" cy="420753"/>
            <a:chOff x="0" y="0"/>
            <a:chExt cx="12192000" cy="420753"/>
          </a:xfrm>
        </p:grpSpPr>
        <p:sp>
          <p:nvSpPr>
            <p:cNvPr id="5" name="矩形 4">
              <a:extLst>
                <a:ext uri="{FF2B5EF4-FFF2-40B4-BE49-F238E27FC236}">
                  <a16:creationId xmlns:a16="http://schemas.microsoft.com/office/drawing/2014/main" id="{777538E2-A04F-5B74-3667-263A23269E3E}"/>
                </a:ext>
              </a:extLst>
            </p:cNvPr>
            <p:cNvSpPr/>
            <p:nvPr/>
          </p:nvSpPr>
          <p:spPr>
            <a:xfrm>
              <a:off x="1927073" y="0"/>
              <a:ext cx="1449238" cy="420753"/>
            </a:xfrm>
            <a:prstGeom prst="rect">
              <a:avLst/>
            </a:prstGeom>
            <a:solidFill>
              <a:srgbClr val="E8F1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123A5C">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123A5C">
                    <a:alpha val="50000"/>
                  </a:srgbClr>
                </a:solidFill>
                <a:latin typeface="MiSans VF Light" pitchFamily="2" charset="-122"/>
                <a:ea typeface="MiSans VF Light" pitchFamily="2" charset="-122"/>
                <a:cs typeface="MiSans VF Light" pitchFamily="2" charset="-122"/>
                <a:sym typeface="SimHei"/>
              </a:endParaRPr>
            </a:p>
          </p:txBody>
        </p:sp>
        <p:sp>
          <p:nvSpPr>
            <p:cNvPr id="6" name="矩形 5">
              <a:extLst>
                <a:ext uri="{FF2B5EF4-FFF2-40B4-BE49-F238E27FC236}">
                  <a16:creationId xmlns:a16="http://schemas.microsoft.com/office/drawing/2014/main" id="{3E05EB95-F008-C03B-E743-C67F47E59835}"/>
                </a:ext>
              </a:extLst>
            </p:cNvPr>
            <p:cNvSpPr/>
            <p:nvPr/>
          </p:nvSpPr>
          <p:spPr>
            <a:xfrm>
              <a:off x="7799538" y="0"/>
              <a:ext cx="1449238" cy="420753"/>
            </a:xfrm>
            <a:prstGeom prst="rect">
              <a:avLst/>
            </a:prstGeom>
            <a:solidFill>
              <a:srgbClr val="1F6F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计划安排</a:t>
              </a:r>
            </a:p>
          </p:txBody>
        </p:sp>
        <p:sp>
          <p:nvSpPr>
            <p:cNvPr id="7" name="矩形 6">
              <a:extLst>
                <a:ext uri="{FF2B5EF4-FFF2-40B4-BE49-F238E27FC236}">
                  <a16:creationId xmlns:a16="http://schemas.microsoft.com/office/drawing/2014/main" id="{F70CF320-FDD9-00D6-7D59-3483A7A0644A}"/>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现状综述</a:t>
              </a:r>
            </a:p>
          </p:txBody>
        </p:sp>
        <p:sp>
          <p:nvSpPr>
            <p:cNvPr id="8" name="矩形 7">
              <a:extLst>
                <a:ext uri="{FF2B5EF4-FFF2-40B4-BE49-F238E27FC236}">
                  <a16:creationId xmlns:a16="http://schemas.microsoft.com/office/drawing/2014/main" id="{5439392B-248C-639D-56A0-3428EBE7AAF5}"/>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内容目标</a:t>
              </a:r>
            </a:p>
          </p:txBody>
        </p:sp>
        <p:sp>
          <p:nvSpPr>
            <p:cNvPr id="9" name="矩形 8">
              <a:extLst>
                <a:ext uri="{FF2B5EF4-FFF2-40B4-BE49-F238E27FC236}">
                  <a16:creationId xmlns:a16="http://schemas.microsoft.com/office/drawing/2014/main" id="{F29F26DF-B228-8D7D-8BA2-4643BE772CCD}"/>
                </a:ext>
              </a:extLst>
            </p:cNvPr>
            <p:cNvSpPr/>
            <p:nvPr/>
          </p:nvSpPr>
          <p:spPr>
            <a:xfrm>
              <a:off x="635030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方法路线</a:t>
              </a:r>
            </a:p>
          </p:txBody>
        </p:sp>
        <p:sp>
          <p:nvSpPr>
            <p:cNvPr id="15" name="矩形 14">
              <a:extLst>
                <a:ext uri="{FF2B5EF4-FFF2-40B4-BE49-F238E27FC236}">
                  <a16:creationId xmlns:a16="http://schemas.microsoft.com/office/drawing/2014/main" id="{EF5BF41E-C449-1D86-6B5F-122F9768A082}"/>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成果创新</a:t>
              </a:r>
            </a:p>
          </p:txBody>
        </p:sp>
        <p:sp>
          <p:nvSpPr>
            <p:cNvPr id="16" name="矩形 15">
              <a:extLst>
                <a:ext uri="{FF2B5EF4-FFF2-40B4-BE49-F238E27FC236}">
                  <a16:creationId xmlns:a16="http://schemas.microsoft.com/office/drawing/2014/main" id="{1C91D08D-CABC-95F9-690D-1E5BD4484AB9}"/>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参考文献</a:t>
              </a:r>
            </a:p>
          </p:txBody>
        </p:sp>
        <p:grpSp>
          <p:nvGrpSpPr>
            <p:cNvPr id="17" name="组合 16">
              <a:extLst>
                <a:ext uri="{FF2B5EF4-FFF2-40B4-BE49-F238E27FC236}">
                  <a16:creationId xmlns:a16="http://schemas.microsoft.com/office/drawing/2014/main" id="{0EAEF61A-A0F5-0A81-484A-F8D65D53FBC1}"/>
                </a:ext>
              </a:extLst>
            </p:cNvPr>
            <p:cNvGrpSpPr/>
            <p:nvPr/>
          </p:nvGrpSpPr>
          <p:grpSpPr>
            <a:xfrm>
              <a:off x="0" y="0"/>
              <a:ext cx="1904698" cy="420753"/>
              <a:chOff x="0" y="0"/>
              <a:chExt cx="1904698" cy="420753"/>
            </a:xfrm>
          </p:grpSpPr>
          <p:sp>
            <p:nvSpPr>
              <p:cNvPr id="18" name="矩形 17">
                <a:extLst>
                  <a:ext uri="{FF2B5EF4-FFF2-40B4-BE49-F238E27FC236}">
                    <a16:creationId xmlns:a16="http://schemas.microsoft.com/office/drawing/2014/main" id="{49FF58CC-79E6-A342-5F78-0A76C49F3568}"/>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164466"/>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164466"/>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19" name="图形 18">
                <a:extLst>
                  <a:ext uri="{FF2B5EF4-FFF2-40B4-BE49-F238E27FC236}">
                    <a16:creationId xmlns:a16="http://schemas.microsoft.com/office/drawing/2014/main" id="{E942B395-E4F1-AC6F-ED7C-51E3D67EC9A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
        <p:nvSpPr>
          <p:cNvPr id="2" name="矩形 1">
            <a:extLst>
              <a:ext uri="{FF2B5EF4-FFF2-40B4-BE49-F238E27FC236}">
                <a16:creationId xmlns:a16="http://schemas.microsoft.com/office/drawing/2014/main" id="{68C21BFB-BBCF-2E0B-81CF-2EB6C4B6C4D1}"/>
              </a:ext>
            </a:extLst>
          </p:cNvPr>
          <p:cNvSpPr/>
          <p:nvPr/>
        </p:nvSpPr>
        <p:spPr>
          <a:xfrm>
            <a:off x="1221096" y="2055875"/>
            <a:ext cx="3435793" cy="12087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a:spcBef>
                <a:spcPts val="1200"/>
              </a:spcBef>
              <a:defRPr/>
            </a:pPr>
            <a:r>
              <a:rPr lang="zh-CN" altLang="en-US" sz="1600" b="1" dirty="0">
                <a:solidFill>
                  <a:srgbClr val="1B2733"/>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1B2733"/>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sz="1200" dirty="0">
                <a:solidFill>
                  <a:srgbClr val="1B2733"/>
                </a:solidFill>
                <a:latin typeface="MiSans VF Light" pitchFamily="2" charset="-122"/>
                <a:ea typeface="MiSans VF Light" pitchFamily="2" charset="-122"/>
                <a:cs typeface="MiSans VF Light" pitchFamily="2" charset="-122"/>
                <a:sym typeface="SimHei"/>
              </a:rPr>
              <a:t>这是一句描述文案，简短一点，最多最多不超过两行。</a:t>
            </a:r>
          </a:p>
        </p:txBody>
      </p:sp>
      <p:sp>
        <p:nvSpPr>
          <p:cNvPr id="13" name="矩形 12">
            <a:extLst>
              <a:ext uri="{FF2B5EF4-FFF2-40B4-BE49-F238E27FC236}">
                <a16:creationId xmlns:a16="http://schemas.microsoft.com/office/drawing/2014/main" id="{82D6E84F-B847-C8AA-53DD-5B06FA967181}"/>
              </a:ext>
            </a:extLst>
          </p:cNvPr>
          <p:cNvSpPr/>
          <p:nvPr/>
        </p:nvSpPr>
        <p:spPr>
          <a:xfrm>
            <a:off x="4722357" y="2055875"/>
            <a:ext cx="3435793" cy="12087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a:spcBef>
                <a:spcPts val="1200"/>
              </a:spcBef>
              <a:defRPr/>
            </a:pPr>
            <a:r>
              <a:rPr lang="zh-CN" altLang="en-US" sz="1600" b="1" dirty="0">
                <a:solidFill>
                  <a:srgbClr val="1B2733"/>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1B2733"/>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sz="1200" dirty="0">
                <a:solidFill>
                  <a:srgbClr val="1B2733"/>
                </a:solidFill>
                <a:latin typeface="MiSans VF Light" pitchFamily="2" charset="-122"/>
                <a:ea typeface="MiSans VF Light" pitchFamily="2" charset="-122"/>
                <a:cs typeface="MiSans VF Light" pitchFamily="2" charset="-122"/>
                <a:sym typeface="SimHei"/>
              </a:rPr>
              <a:t>这是一句描述文案，简短一点，最多最多不超过两行。</a:t>
            </a:r>
          </a:p>
        </p:txBody>
      </p:sp>
      <p:sp>
        <p:nvSpPr>
          <p:cNvPr id="14" name="矩形 13">
            <a:extLst>
              <a:ext uri="{FF2B5EF4-FFF2-40B4-BE49-F238E27FC236}">
                <a16:creationId xmlns:a16="http://schemas.microsoft.com/office/drawing/2014/main" id="{1D8C7B67-A5C1-424C-BAF9-CD44964A78B7}"/>
              </a:ext>
            </a:extLst>
          </p:cNvPr>
          <p:cNvSpPr/>
          <p:nvPr/>
        </p:nvSpPr>
        <p:spPr>
          <a:xfrm>
            <a:off x="8223624" y="2055875"/>
            <a:ext cx="3435793" cy="12087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a:spcBef>
                <a:spcPts val="1200"/>
              </a:spcBef>
              <a:defRPr/>
            </a:pPr>
            <a:r>
              <a:rPr lang="zh-CN" altLang="en-US" sz="1600" b="1" dirty="0">
                <a:solidFill>
                  <a:srgbClr val="1B2733"/>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1B2733"/>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sz="1200" dirty="0">
                <a:solidFill>
                  <a:srgbClr val="1B2733"/>
                </a:solidFill>
                <a:latin typeface="MiSans VF Light" pitchFamily="2" charset="-122"/>
                <a:ea typeface="MiSans VF Light" pitchFamily="2" charset="-122"/>
                <a:cs typeface="MiSans VF Light" pitchFamily="2" charset="-122"/>
                <a:sym typeface="SimHei"/>
              </a:rPr>
              <a:t>这是一句描述文案，简短一点，最多最多不超过两行。</a:t>
            </a:r>
          </a:p>
        </p:txBody>
      </p:sp>
      <p:sp>
        <p:nvSpPr>
          <p:cNvPr id="20" name="矩形 19">
            <a:extLst>
              <a:ext uri="{FF2B5EF4-FFF2-40B4-BE49-F238E27FC236}">
                <a16:creationId xmlns:a16="http://schemas.microsoft.com/office/drawing/2014/main" id="{771AE2B2-324C-5F48-C326-A8128FC5ADA9}"/>
              </a:ext>
            </a:extLst>
          </p:cNvPr>
          <p:cNvSpPr/>
          <p:nvPr/>
        </p:nvSpPr>
        <p:spPr>
          <a:xfrm>
            <a:off x="1221095" y="3475201"/>
            <a:ext cx="3435793" cy="1208729"/>
          </a:xfrm>
          <a:prstGeom prst="rect">
            <a:avLst/>
          </a:prstGeom>
          <a:solidFill>
            <a:srgbClr val="1F6FB2">
              <a:alpha val="7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a:spcBef>
                <a:spcPts val="600"/>
              </a:spcBef>
              <a:defRPr/>
            </a:pPr>
            <a:r>
              <a:rPr lang="zh-CN" altLang="en-US" sz="1600" b="1" dirty="0">
                <a:solidFill>
                  <a:srgbClr val="1B2733"/>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1B2733"/>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sz="1200" dirty="0">
                <a:solidFill>
                  <a:srgbClr val="1B2733"/>
                </a:solidFill>
                <a:latin typeface="MiSans VF Light" pitchFamily="2" charset="-122"/>
                <a:ea typeface="MiSans VF Light" pitchFamily="2" charset="-122"/>
                <a:cs typeface="MiSans VF Light" pitchFamily="2" charset="-122"/>
                <a:sym typeface="SimHei"/>
              </a:rPr>
              <a:t>这是一句描述文案，简短一点，最多最多不超过两行。</a:t>
            </a:r>
          </a:p>
        </p:txBody>
      </p:sp>
      <p:sp>
        <p:nvSpPr>
          <p:cNvPr id="21" name="矩形 20">
            <a:extLst>
              <a:ext uri="{FF2B5EF4-FFF2-40B4-BE49-F238E27FC236}">
                <a16:creationId xmlns:a16="http://schemas.microsoft.com/office/drawing/2014/main" id="{40B6847F-31F4-9430-0779-69A249ACA4C4}"/>
              </a:ext>
            </a:extLst>
          </p:cNvPr>
          <p:cNvSpPr/>
          <p:nvPr/>
        </p:nvSpPr>
        <p:spPr>
          <a:xfrm>
            <a:off x="4722358" y="3475201"/>
            <a:ext cx="3435793" cy="1208729"/>
          </a:xfrm>
          <a:prstGeom prst="rect">
            <a:avLst/>
          </a:prstGeom>
          <a:solidFill>
            <a:srgbClr val="1F6FB2">
              <a:alpha val="7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a:spcBef>
                <a:spcPts val="1200"/>
              </a:spcBef>
              <a:defRPr/>
            </a:pPr>
            <a:r>
              <a:rPr lang="zh-CN" altLang="en-US" sz="1600" b="1" dirty="0">
                <a:solidFill>
                  <a:srgbClr val="1B2733"/>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1B2733"/>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sz="1200" dirty="0">
                <a:solidFill>
                  <a:srgbClr val="1B2733"/>
                </a:solidFill>
                <a:latin typeface="MiSans VF Light" pitchFamily="2" charset="-122"/>
                <a:ea typeface="MiSans VF Light" pitchFamily="2" charset="-122"/>
                <a:cs typeface="MiSans VF Light" pitchFamily="2" charset="-122"/>
                <a:sym typeface="SimHei"/>
              </a:rPr>
              <a:t>这是一句描述文案，简短一点，最多最多不超过两行。</a:t>
            </a:r>
          </a:p>
        </p:txBody>
      </p:sp>
      <p:sp>
        <p:nvSpPr>
          <p:cNvPr id="22" name="矩形 21">
            <a:extLst>
              <a:ext uri="{FF2B5EF4-FFF2-40B4-BE49-F238E27FC236}">
                <a16:creationId xmlns:a16="http://schemas.microsoft.com/office/drawing/2014/main" id="{7E02C95E-E426-8E94-EC03-C45A46CFC95F}"/>
              </a:ext>
            </a:extLst>
          </p:cNvPr>
          <p:cNvSpPr/>
          <p:nvPr/>
        </p:nvSpPr>
        <p:spPr>
          <a:xfrm>
            <a:off x="8223624" y="3475201"/>
            <a:ext cx="3435793" cy="1208729"/>
          </a:xfrm>
          <a:prstGeom prst="rect">
            <a:avLst/>
          </a:prstGeom>
          <a:solidFill>
            <a:srgbClr val="1F6FB2">
              <a:alpha val="7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a:spcBef>
                <a:spcPts val="1200"/>
              </a:spcBef>
              <a:defRPr/>
            </a:pPr>
            <a:r>
              <a:rPr lang="zh-CN" altLang="en-US" sz="1600" b="1" dirty="0">
                <a:solidFill>
                  <a:srgbClr val="1B2733"/>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1B2733"/>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sz="1200" dirty="0">
                <a:solidFill>
                  <a:srgbClr val="1B2733"/>
                </a:solidFill>
                <a:latin typeface="MiSans VF Light" pitchFamily="2" charset="-122"/>
                <a:ea typeface="MiSans VF Light" pitchFamily="2" charset="-122"/>
                <a:cs typeface="MiSans VF Light" pitchFamily="2" charset="-122"/>
                <a:sym typeface="SimHei"/>
              </a:rPr>
              <a:t>这是一句描述文案，简短一点，最多最多不超过两行。</a:t>
            </a:r>
          </a:p>
        </p:txBody>
      </p:sp>
      <p:sp>
        <p:nvSpPr>
          <p:cNvPr id="23" name="矩形 22">
            <a:extLst>
              <a:ext uri="{FF2B5EF4-FFF2-40B4-BE49-F238E27FC236}">
                <a16:creationId xmlns:a16="http://schemas.microsoft.com/office/drawing/2014/main" id="{FEDD625D-71AB-2A40-F256-EAC2EA632F98}"/>
              </a:ext>
            </a:extLst>
          </p:cNvPr>
          <p:cNvSpPr/>
          <p:nvPr/>
        </p:nvSpPr>
        <p:spPr>
          <a:xfrm>
            <a:off x="1221094" y="4894526"/>
            <a:ext cx="3435793" cy="1208729"/>
          </a:xfrm>
          <a:prstGeom prst="rect">
            <a:avLst/>
          </a:prstGeom>
          <a:solidFill>
            <a:srgbClr val="1F6FB2">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a:spcBef>
                <a:spcPts val="1200"/>
              </a:spcBef>
              <a:defRPr/>
            </a:pPr>
            <a:r>
              <a:rPr lang="zh-CN" altLang="en-US" sz="1600" b="1" dirty="0">
                <a:solidFill>
                  <a:srgbClr val="1B2733"/>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1B2733"/>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sz="1200" dirty="0">
                <a:solidFill>
                  <a:srgbClr val="1B2733"/>
                </a:solidFill>
                <a:latin typeface="MiSans VF Light" pitchFamily="2" charset="-122"/>
                <a:ea typeface="MiSans VF Light" pitchFamily="2" charset="-122"/>
                <a:cs typeface="MiSans VF Light" pitchFamily="2" charset="-122"/>
                <a:sym typeface="SimHei"/>
              </a:rPr>
              <a:t>这是一句描述文案，简短一点，最多最多不超过两行。</a:t>
            </a:r>
          </a:p>
        </p:txBody>
      </p:sp>
      <p:sp>
        <p:nvSpPr>
          <p:cNvPr id="24" name="矩形 23">
            <a:extLst>
              <a:ext uri="{FF2B5EF4-FFF2-40B4-BE49-F238E27FC236}">
                <a16:creationId xmlns:a16="http://schemas.microsoft.com/office/drawing/2014/main" id="{7241070F-70D2-212D-92B1-C42FB514DD35}"/>
              </a:ext>
            </a:extLst>
          </p:cNvPr>
          <p:cNvSpPr/>
          <p:nvPr/>
        </p:nvSpPr>
        <p:spPr>
          <a:xfrm>
            <a:off x="4722359" y="4894526"/>
            <a:ext cx="3435793" cy="1208729"/>
          </a:xfrm>
          <a:prstGeom prst="rect">
            <a:avLst/>
          </a:prstGeom>
          <a:solidFill>
            <a:srgbClr val="1F6FB2">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a:spcBef>
                <a:spcPts val="1200"/>
              </a:spcBef>
              <a:defRPr/>
            </a:pPr>
            <a:r>
              <a:rPr lang="zh-CN" altLang="en-US" sz="1600" b="1" dirty="0">
                <a:solidFill>
                  <a:srgbClr val="1B2733"/>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1B2733"/>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sz="1200" dirty="0">
                <a:solidFill>
                  <a:srgbClr val="1B2733"/>
                </a:solidFill>
                <a:latin typeface="MiSans VF Light" pitchFamily="2" charset="-122"/>
                <a:ea typeface="MiSans VF Light" pitchFamily="2" charset="-122"/>
                <a:cs typeface="MiSans VF Light" pitchFamily="2" charset="-122"/>
                <a:sym typeface="SimHei"/>
              </a:rPr>
              <a:t>这是一句描述文案，简短一点，最多最多不超过两行。</a:t>
            </a:r>
          </a:p>
        </p:txBody>
      </p:sp>
      <p:sp>
        <p:nvSpPr>
          <p:cNvPr id="25" name="矩形 24">
            <a:extLst>
              <a:ext uri="{FF2B5EF4-FFF2-40B4-BE49-F238E27FC236}">
                <a16:creationId xmlns:a16="http://schemas.microsoft.com/office/drawing/2014/main" id="{1C79A228-2822-A6B0-DBC8-791AC83F5BB4}"/>
              </a:ext>
            </a:extLst>
          </p:cNvPr>
          <p:cNvSpPr/>
          <p:nvPr/>
        </p:nvSpPr>
        <p:spPr>
          <a:xfrm>
            <a:off x="8223624" y="4894526"/>
            <a:ext cx="3435793" cy="1208729"/>
          </a:xfrm>
          <a:prstGeom prst="rect">
            <a:avLst/>
          </a:prstGeom>
          <a:solidFill>
            <a:srgbClr val="1F6FB2">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a:spcBef>
                <a:spcPts val="1200"/>
              </a:spcBef>
              <a:defRPr/>
            </a:pPr>
            <a:r>
              <a:rPr lang="zh-CN" altLang="en-US" sz="1600" b="1" dirty="0">
                <a:solidFill>
                  <a:srgbClr val="1B2733"/>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1B2733"/>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sz="1200" dirty="0">
                <a:solidFill>
                  <a:srgbClr val="1B2733"/>
                </a:solidFill>
                <a:latin typeface="MiSans VF Light" pitchFamily="2" charset="-122"/>
                <a:ea typeface="MiSans VF Light" pitchFamily="2" charset="-122"/>
                <a:cs typeface="MiSans VF Light" pitchFamily="2" charset="-122"/>
                <a:sym typeface="SimHei"/>
              </a:rPr>
              <a:t>这是一句描述文案，简短一点，最多最多不超过两行。</a:t>
            </a:r>
          </a:p>
        </p:txBody>
      </p:sp>
      <p:sp>
        <p:nvSpPr>
          <p:cNvPr id="26" name="矩形 25">
            <a:extLst>
              <a:ext uri="{FF2B5EF4-FFF2-40B4-BE49-F238E27FC236}">
                <a16:creationId xmlns:a16="http://schemas.microsoft.com/office/drawing/2014/main" id="{34C43E41-66B9-3094-0367-0F63F250CEDF}"/>
              </a:ext>
            </a:extLst>
          </p:cNvPr>
          <p:cNvSpPr/>
          <p:nvPr/>
        </p:nvSpPr>
        <p:spPr>
          <a:xfrm>
            <a:off x="524797" y="2055875"/>
            <a:ext cx="624861" cy="1208729"/>
          </a:xfrm>
          <a:prstGeom prst="rect">
            <a:avLst/>
          </a:prstGeom>
          <a:solidFill>
            <a:srgbClr val="3A8E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MiSans VF Bold" pitchFamily="2" charset="-122"/>
                <a:ea typeface="MiSans VF Bold" pitchFamily="2" charset="-122"/>
                <a:cs typeface="MiSans VF Bold" pitchFamily="2" charset="-122"/>
                <a:sym typeface="SimHei"/>
              </a:rPr>
              <a:t>01</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28" name="矩形 27">
            <a:extLst>
              <a:ext uri="{FF2B5EF4-FFF2-40B4-BE49-F238E27FC236}">
                <a16:creationId xmlns:a16="http://schemas.microsoft.com/office/drawing/2014/main" id="{1C2E6A38-7BFA-2271-7D46-A11B1C4EDAAB}"/>
              </a:ext>
            </a:extLst>
          </p:cNvPr>
          <p:cNvSpPr/>
          <p:nvPr/>
        </p:nvSpPr>
        <p:spPr>
          <a:xfrm>
            <a:off x="524798" y="3498582"/>
            <a:ext cx="624860" cy="1208729"/>
          </a:xfrm>
          <a:prstGeom prst="rect">
            <a:avLst/>
          </a:prstGeom>
          <a:solidFill>
            <a:srgbClr val="1F6F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MiSans VF Bold" pitchFamily="2" charset="-122"/>
                <a:ea typeface="MiSans VF Bold" pitchFamily="2" charset="-122"/>
                <a:cs typeface="MiSans VF Bold" pitchFamily="2" charset="-122"/>
                <a:sym typeface="SimHei"/>
              </a:rPr>
              <a:t>02</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30" name="矩形 29">
            <a:extLst>
              <a:ext uri="{FF2B5EF4-FFF2-40B4-BE49-F238E27FC236}">
                <a16:creationId xmlns:a16="http://schemas.microsoft.com/office/drawing/2014/main" id="{BE72BC6F-B3BA-35E5-B8E9-9014077EDFBF}"/>
              </a:ext>
            </a:extLst>
          </p:cNvPr>
          <p:cNvSpPr/>
          <p:nvPr/>
        </p:nvSpPr>
        <p:spPr>
          <a:xfrm>
            <a:off x="524797" y="4894526"/>
            <a:ext cx="624859" cy="1208729"/>
          </a:xfrm>
          <a:prstGeom prst="rect">
            <a:avLst/>
          </a:prstGeom>
          <a:solidFill>
            <a:srgbClr val="123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MiSans VF Bold" pitchFamily="2" charset="-122"/>
                <a:ea typeface="MiSans VF Bold" pitchFamily="2" charset="-122"/>
                <a:cs typeface="MiSans VF Bold" pitchFamily="2" charset="-122"/>
                <a:sym typeface="SimHei"/>
              </a:rPr>
              <a:t>03</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Tree>
    <p:extLst>
      <p:ext uri="{BB962C8B-B14F-4D97-AF65-F5344CB8AC3E}">
        <p14:creationId xmlns:p14="http://schemas.microsoft.com/office/powerpoint/2010/main" val="23872241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C14FF-BBBA-25C0-7BE6-8EAD58F76B2F}"/>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9A368B75-543B-961E-8D5B-8B4F58CB3BD2}"/>
              </a:ext>
            </a:extLst>
          </p:cNvPr>
          <p:cNvSpPr/>
          <p:nvPr/>
        </p:nvSpPr>
        <p:spPr>
          <a:xfrm>
            <a:off x="0" y="-1"/>
            <a:ext cx="12192000" cy="6857995"/>
          </a:xfrm>
          <a:prstGeom prst="rect">
            <a:avLst/>
          </a:prstGeom>
          <a:solidFill>
            <a:srgbClr val="1644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 name="组合 1">
            <a:extLst>
              <a:ext uri="{FF2B5EF4-FFF2-40B4-BE49-F238E27FC236}">
                <a16:creationId xmlns:a16="http://schemas.microsoft.com/office/drawing/2014/main" id="{237356EA-39A9-88FA-EC94-98EAA85CC869}"/>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EE19F307-25BE-0003-AF0E-4E555534AF22}"/>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9ED2FF">
                      <a:alpha val="50000"/>
                    </a:srgb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D31BFF41-0F2A-7F16-DABD-D538B5058A1E}"/>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9ED2FF">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9ED2FF">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BC5E80CC-41F9-616C-F688-6BBC7248E488}"/>
              </a:ext>
            </a:extLst>
          </p:cNvPr>
          <p:cNvSpPr/>
          <p:nvPr/>
        </p:nvSpPr>
        <p:spPr>
          <a:xfrm>
            <a:off x="524800" y="2534606"/>
            <a:ext cx="4064785"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chemeClr val="bg1"/>
                </a:solidFill>
                <a:latin typeface="MiSans VF Bold" pitchFamily="2" charset="-122"/>
                <a:ea typeface="MiSans VF Bold" pitchFamily="2" charset="-122"/>
                <a:cs typeface="MiSans VF Bold" pitchFamily="2" charset="-122"/>
                <a:sym typeface="ChillYunmoGothicBold"/>
              </a:rPr>
              <a:t>研究成果与创新</a:t>
            </a:r>
            <a:endParaRPr lang="en-US" altLang="zh-CN" sz="4000" b="1" dirty="0">
              <a:solidFill>
                <a:schemeClr val="bg1"/>
              </a:solidFill>
              <a:latin typeface="MiSans VF Bold" pitchFamily="2" charset="-122"/>
              <a:ea typeface="MiSans VF Bold" pitchFamily="2" charset="-122"/>
              <a:cs typeface="MiSans VF Bold" pitchFamily="2" charset="-122"/>
              <a:sym typeface="ChillYunmoGothicBold"/>
            </a:endParaRPr>
          </a:p>
          <a:p>
            <a:pPr>
              <a:defRPr/>
            </a:pPr>
            <a:r>
              <a:rPr lang="en-US" altLang="zh-CN" sz="4000" b="1" dirty="0">
                <a:solidFill>
                  <a:srgbClr val="9ED2FF"/>
                </a:solidFill>
                <a:latin typeface="Didot" panose="02000503000000020003" pitchFamily="2" charset="-79"/>
                <a:ea typeface="MiSans VF Bold" pitchFamily="2" charset="-122"/>
                <a:cs typeface="Didot" panose="02000503000000020003" pitchFamily="2" charset="-79"/>
                <a:sym typeface="ChillYunmoGothicBold"/>
              </a:rPr>
              <a:t>PART</a:t>
            </a:r>
            <a:r>
              <a:rPr lang="zh-CN" altLang="en-US" sz="4000" b="1" dirty="0">
                <a:solidFill>
                  <a:srgbClr val="9ED2FF"/>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4000" b="1" dirty="0">
                <a:solidFill>
                  <a:srgbClr val="9ED2FF"/>
                </a:solidFill>
                <a:latin typeface="Didot" panose="02000503000000020003" pitchFamily="2" charset="-79"/>
                <a:ea typeface="MiSans VF Bold" pitchFamily="2" charset="-122"/>
                <a:cs typeface="Didot" panose="02000503000000020003" pitchFamily="2" charset="-79"/>
                <a:sym typeface="ChillYunmoGothicBold"/>
              </a:rPr>
              <a:t>06</a:t>
            </a:r>
          </a:p>
        </p:txBody>
      </p:sp>
      <p:sp>
        <p:nvSpPr>
          <p:cNvPr id="16" name="AutoShape 2">
            <a:extLst>
              <a:ext uri="{FF2B5EF4-FFF2-40B4-BE49-F238E27FC236}">
                <a16:creationId xmlns:a16="http://schemas.microsoft.com/office/drawing/2014/main" id="{2D15EE25-F696-3A47-3727-C2D3B8DB20FB}"/>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9ED2FF">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9ED2FF">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4">
            <a:extLst>
              <a:ext uri="{FF2B5EF4-FFF2-40B4-BE49-F238E27FC236}">
                <a16:creationId xmlns:a16="http://schemas.microsoft.com/office/drawing/2014/main" id="{A51DBA92-F408-E9A3-909C-F234C106C4CA}"/>
              </a:ext>
            </a:extLst>
          </p:cNvPr>
          <p:cNvSpPr/>
          <p:nvPr/>
        </p:nvSpPr>
        <p:spPr>
          <a:xfrm>
            <a:off x="524797" y="4004779"/>
            <a:ext cx="5637284"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9ED2FF">
                    <a:alpha val="50000"/>
                  </a:srgbClr>
                </a:solidFill>
                <a:latin typeface="MiSans VF Light" pitchFamily="2" charset="-122"/>
                <a:ea typeface="MiSans VF Light" pitchFamily="2" charset="-122"/>
                <a:cs typeface="MiSans VF Light" pitchFamily="2" charset="-122"/>
                <a:sym typeface="ChillYunmoGothicBold"/>
              </a:rPr>
              <a:t>这是一句高光文案，一句金句总结本章节的内容。</a:t>
            </a:r>
            <a:endParaRPr lang="zh-CN" altLang="en-US" sz="1600" dirty="0">
              <a:solidFill>
                <a:srgbClr val="9ED2FF">
                  <a:alpha val="50000"/>
                </a:srgbClr>
              </a:solidFill>
              <a:latin typeface="MiSans VF Light" pitchFamily="2" charset="-122"/>
              <a:ea typeface="MiSans VF Light" pitchFamily="2" charset="-122"/>
              <a:cs typeface="MiSans VF Light" pitchFamily="2" charset="-122"/>
              <a:sym typeface="SimHei"/>
            </a:endParaRPr>
          </a:p>
        </p:txBody>
      </p:sp>
    </p:spTree>
    <p:extLst>
      <p:ext uri="{BB962C8B-B14F-4D97-AF65-F5344CB8AC3E}">
        <p14:creationId xmlns:p14="http://schemas.microsoft.com/office/powerpoint/2010/main" val="6618033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3FD81-8C4D-2E7A-B231-A433E92FE4EB}"/>
            </a:ext>
          </a:extLst>
        </p:cNvPr>
        <p:cNvGrpSpPr/>
        <p:nvPr/>
      </p:nvGrpSpPr>
      <p:grpSpPr>
        <a:xfrm>
          <a:off x="0" y="0"/>
          <a:ext cx="0" cy="0"/>
          <a:chOff x="0" y="0"/>
          <a:chExt cx="0" cy="0"/>
        </a:xfrm>
      </p:grpSpPr>
      <p:sp>
        <p:nvSpPr>
          <p:cNvPr id="5" name="AutoShape 5">
            <a:extLst>
              <a:ext uri="{FF2B5EF4-FFF2-40B4-BE49-F238E27FC236}">
                <a16:creationId xmlns:a16="http://schemas.microsoft.com/office/drawing/2014/main" id="{E75E1536-6255-3D13-4B36-FE80B00A6C17}"/>
              </a:ext>
            </a:extLst>
          </p:cNvPr>
          <p:cNvSpPr/>
          <p:nvPr/>
        </p:nvSpPr>
        <p:spPr>
          <a:xfrm>
            <a:off x="524798" y="1110092"/>
            <a:ext cx="11142395"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123A5C"/>
                </a:solidFill>
                <a:latin typeface="MiSans VF Bold" pitchFamily="2" charset="-122"/>
                <a:ea typeface="MiSans VF Bold" pitchFamily="2" charset="-122"/>
                <a:cs typeface="MiSans VF Bold" pitchFamily="2" charset="-122"/>
                <a:sym typeface="SimHei"/>
              </a:rPr>
              <a:t>预期成果形式与内容</a:t>
            </a:r>
            <a:endParaRPr lang="en-US" altLang="zh-CN" sz="4000" b="1" dirty="0">
              <a:solidFill>
                <a:srgbClr val="123A5C"/>
              </a:solidFill>
              <a:latin typeface="MiSans VF Bold" pitchFamily="2" charset="-122"/>
              <a:ea typeface="MiSans VF Bold" pitchFamily="2" charset="-122"/>
              <a:cs typeface="MiSans VF Bold" pitchFamily="2" charset="-122"/>
              <a:sym typeface="SimHei"/>
            </a:endParaRPr>
          </a:p>
        </p:txBody>
      </p:sp>
      <p:cxnSp>
        <p:nvCxnSpPr>
          <p:cNvPr id="10" name="直线连接符 9">
            <a:extLst>
              <a:ext uri="{FF2B5EF4-FFF2-40B4-BE49-F238E27FC236}">
                <a16:creationId xmlns:a16="http://schemas.microsoft.com/office/drawing/2014/main" id="{6FE85158-B01B-8264-40A9-EA1FDF9EEF7C}"/>
              </a:ext>
            </a:extLst>
          </p:cNvPr>
          <p:cNvCxnSpPr>
            <a:cxnSpLocks/>
          </p:cNvCxnSpPr>
          <p:nvPr/>
        </p:nvCxnSpPr>
        <p:spPr>
          <a:xfrm>
            <a:off x="524799" y="2161018"/>
            <a:ext cx="11208485" cy="0"/>
          </a:xfrm>
          <a:prstGeom prst="line">
            <a:avLst/>
          </a:prstGeom>
          <a:ln>
            <a:solidFill>
              <a:srgbClr val="5B7187">
                <a:alpha val="1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03F4501C-1623-7C4B-5C58-44ED212D5E54}"/>
              </a:ext>
            </a:extLst>
          </p:cNvPr>
          <p:cNvSpPr txBox="1"/>
          <p:nvPr/>
        </p:nvSpPr>
        <p:spPr>
          <a:xfrm>
            <a:off x="514208" y="3519328"/>
            <a:ext cx="2788738" cy="1077218"/>
          </a:xfrm>
          <a:prstGeom prst="rect">
            <a:avLst/>
          </a:prstGeom>
          <a:noFill/>
        </p:spPr>
        <p:txBody>
          <a:bodyPr wrap="square" lIns="0" tIns="0" rIns="0" bIns="0" anchor="t" anchorCtr="0">
            <a:spAutoFit/>
          </a:bodyPr>
          <a:lstStyle/>
          <a:p>
            <a:pPr>
              <a:spcBef>
                <a:spcPts val="1200"/>
              </a:spcBef>
              <a:defRPr/>
            </a:pPr>
            <a:r>
              <a:rPr lang="zh-CN" altLang="en-US" sz="1200" dirty="0">
                <a:solidFill>
                  <a:srgbClr val="1B2733">
                    <a:alpha val="80000"/>
                  </a:srgbClr>
                </a:solidFill>
                <a:latin typeface="MiSans VF Light" pitchFamily="2" charset="-122"/>
                <a:ea typeface="MiSans VF Light" pitchFamily="2" charset="-122"/>
                <a:cs typeface="MiSans VF Light" pitchFamily="2" charset="-122"/>
                <a:sym typeface="SimHei"/>
              </a:rPr>
              <a:t>阐述文案阐述文案，阐述文案。</a:t>
            </a:r>
            <a:endParaRPr lang="en-US" altLang="zh-CN" sz="1200" dirty="0">
              <a:solidFill>
                <a:srgbClr val="1B2733">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1B2733">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p:txBody>
      </p:sp>
      <p:cxnSp>
        <p:nvCxnSpPr>
          <p:cNvPr id="13" name="直线连接符 12">
            <a:extLst>
              <a:ext uri="{FF2B5EF4-FFF2-40B4-BE49-F238E27FC236}">
                <a16:creationId xmlns:a16="http://schemas.microsoft.com/office/drawing/2014/main" id="{5CE4FFE3-0CA0-2F90-2BAD-14975E70E198}"/>
              </a:ext>
            </a:extLst>
          </p:cNvPr>
          <p:cNvCxnSpPr>
            <a:cxnSpLocks/>
          </p:cNvCxnSpPr>
          <p:nvPr/>
        </p:nvCxnSpPr>
        <p:spPr>
          <a:xfrm>
            <a:off x="4270690" y="2161018"/>
            <a:ext cx="0" cy="3724494"/>
          </a:xfrm>
          <a:prstGeom prst="line">
            <a:avLst/>
          </a:prstGeom>
          <a:ln>
            <a:solidFill>
              <a:srgbClr val="5B7187">
                <a:alpha val="10000"/>
              </a:srgbClr>
            </a:solidFill>
          </a:ln>
        </p:spPr>
        <p:style>
          <a:lnRef idx="1">
            <a:schemeClr val="accent1"/>
          </a:lnRef>
          <a:fillRef idx="0">
            <a:schemeClr val="accent1"/>
          </a:fillRef>
          <a:effectRef idx="0">
            <a:schemeClr val="accent1"/>
          </a:effectRef>
          <a:fontRef idx="minor">
            <a:schemeClr val="tx1"/>
          </a:fontRef>
        </p:style>
      </p:cxnSp>
      <p:cxnSp>
        <p:nvCxnSpPr>
          <p:cNvPr id="12" name="直线连接符 11">
            <a:extLst>
              <a:ext uri="{FF2B5EF4-FFF2-40B4-BE49-F238E27FC236}">
                <a16:creationId xmlns:a16="http://schemas.microsoft.com/office/drawing/2014/main" id="{D9E771F4-47D3-FFEF-715F-4E338730B102}"/>
              </a:ext>
            </a:extLst>
          </p:cNvPr>
          <p:cNvCxnSpPr>
            <a:cxnSpLocks/>
          </p:cNvCxnSpPr>
          <p:nvPr/>
        </p:nvCxnSpPr>
        <p:spPr>
          <a:xfrm>
            <a:off x="7998800" y="2161018"/>
            <a:ext cx="0" cy="3724494"/>
          </a:xfrm>
          <a:prstGeom prst="line">
            <a:avLst/>
          </a:prstGeom>
          <a:ln>
            <a:solidFill>
              <a:srgbClr val="5B7187">
                <a:alpha val="10000"/>
              </a:srgbClr>
            </a:solidFill>
          </a:ln>
        </p:spPr>
        <p:style>
          <a:lnRef idx="1">
            <a:schemeClr val="accent1"/>
          </a:lnRef>
          <a:fillRef idx="0">
            <a:schemeClr val="accent1"/>
          </a:fillRef>
          <a:effectRef idx="0">
            <a:schemeClr val="accent1"/>
          </a:effectRef>
          <a:fontRef idx="minor">
            <a:schemeClr val="tx1"/>
          </a:fontRef>
        </p:style>
      </p:cxnSp>
      <p:sp>
        <p:nvSpPr>
          <p:cNvPr id="20" name="AutoShape 5">
            <a:extLst>
              <a:ext uri="{FF2B5EF4-FFF2-40B4-BE49-F238E27FC236}">
                <a16:creationId xmlns:a16="http://schemas.microsoft.com/office/drawing/2014/main" id="{84BD9170-C567-7496-C3B6-F8F6B2332F7A}"/>
              </a:ext>
            </a:extLst>
          </p:cNvPr>
          <p:cNvSpPr/>
          <p:nvPr/>
        </p:nvSpPr>
        <p:spPr>
          <a:xfrm>
            <a:off x="514213" y="2532397"/>
            <a:ext cx="2788733"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1F6FB2"/>
                </a:solidFill>
                <a:latin typeface="MiSans VF Bold" pitchFamily="2" charset="-122"/>
                <a:ea typeface="MiSans VF Bold" pitchFamily="2" charset="-122"/>
                <a:cs typeface="MiSans VF Bold" pitchFamily="2" charset="-122"/>
                <a:sym typeface="SimHei"/>
              </a:rPr>
              <a:t>01</a:t>
            </a:r>
          </a:p>
          <a:p>
            <a:pPr>
              <a:defRPr/>
            </a:pPr>
            <a:r>
              <a:rPr lang="zh-CN" altLang="en-US" sz="2000" b="1" dirty="0">
                <a:solidFill>
                  <a:srgbClr val="1B2733"/>
                </a:solidFill>
                <a:latin typeface="MiSans VF Bold" pitchFamily="2" charset="-122"/>
                <a:ea typeface="MiSans VF Bold" pitchFamily="2" charset="-122"/>
                <a:cs typeface="MiSans VF Bold" pitchFamily="2" charset="-122"/>
                <a:sym typeface="SimHei"/>
              </a:rPr>
              <a:t>这是小标题</a:t>
            </a:r>
            <a:endParaRPr lang="en-US" altLang="zh-CN" sz="2000" b="1" dirty="0">
              <a:solidFill>
                <a:srgbClr val="1B2733"/>
              </a:solidFill>
              <a:latin typeface="MiSans VF Bold" pitchFamily="2" charset="-122"/>
              <a:ea typeface="MiSans VF Bold" pitchFamily="2" charset="-122"/>
              <a:cs typeface="MiSans VF Bold" pitchFamily="2" charset="-122"/>
              <a:sym typeface="SimHei"/>
            </a:endParaRPr>
          </a:p>
        </p:txBody>
      </p:sp>
      <p:sp>
        <p:nvSpPr>
          <p:cNvPr id="11" name="AutoShape 5">
            <a:extLst>
              <a:ext uri="{FF2B5EF4-FFF2-40B4-BE49-F238E27FC236}">
                <a16:creationId xmlns:a16="http://schemas.microsoft.com/office/drawing/2014/main" id="{F4D53DE8-1CEB-53A0-B90A-2BB947781FBA}"/>
              </a:ext>
            </a:extLst>
          </p:cNvPr>
          <p:cNvSpPr/>
          <p:nvPr/>
        </p:nvSpPr>
        <p:spPr>
          <a:xfrm>
            <a:off x="4740376" y="2532397"/>
            <a:ext cx="2788738"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1F6FB2"/>
                </a:solidFill>
                <a:latin typeface="MiSans VF Bold" pitchFamily="2" charset="-122"/>
                <a:ea typeface="MiSans VF Bold" pitchFamily="2" charset="-122"/>
                <a:cs typeface="MiSans VF Bold" pitchFamily="2" charset="-122"/>
                <a:sym typeface="SimHei"/>
              </a:rPr>
              <a:t>02</a:t>
            </a:r>
          </a:p>
          <a:p>
            <a:pPr>
              <a:defRPr/>
            </a:pPr>
            <a:r>
              <a:rPr lang="zh-CN" altLang="en-US" sz="2000" b="1" dirty="0">
                <a:solidFill>
                  <a:srgbClr val="1B2733"/>
                </a:solidFill>
                <a:latin typeface="MiSans VF Bold" pitchFamily="2" charset="-122"/>
                <a:ea typeface="MiSans VF Bold" pitchFamily="2" charset="-122"/>
                <a:cs typeface="MiSans VF Bold" pitchFamily="2" charset="-122"/>
                <a:sym typeface="SimHei"/>
              </a:rPr>
              <a:t>这是小标题</a:t>
            </a:r>
            <a:endParaRPr lang="en-US" altLang="zh-CN" sz="2000" b="1" dirty="0">
              <a:solidFill>
                <a:srgbClr val="1B2733"/>
              </a:solidFill>
              <a:latin typeface="MiSans VF Bold" pitchFamily="2" charset="-122"/>
              <a:ea typeface="MiSans VF Bold" pitchFamily="2" charset="-122"/>
              <a:cs typeface="MiSans VF Bold" pitchFamily="2" charset="-122"/>
              <a:sym typeface="SimHei"/>
            </a:endParaRPr>
          </a:p>
        </p:txBody>
      </p:sp>
      <p:sp>
        <p:nvSpPr>
          <p:cNvPr id="14" name="AutoShape 5">
            <a:extLst>
              <a:ext uri="{FF2B5EF4-FFF2-40B4-BE49-F238E27FC236}">
                <a16:creationId xmlns:a16="http://schemas.microsoft.com/office/drawing/2014/main" id="{5510F43E-1984-9D00-0F7E-643265755C74}"/>
              </a:ext>
            </a:extLst>
          </p:cNvPr>
          <p:cNvSpPr/>
          <p:nvPr/>
        </p:nvSpPr>
        <p:spPr>
          <a:xfrm>
            <a:off x="8582206" y="2532397"/>
            <a:ext cx="2839660"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1F6FB2"/>
                </a:solidFill>
                <a:latin typeface="MiSans VF Bold" pitchFamily="2" charset="-122"/>
                <a:ea typeface="MiSans VF Bold" pitchFamily="2" charset="-122"/>
                <a:cs typeface="MiSans VF Bold" pitchFamily="2" charset="-122"/>
                <a:sym typeface="SimHei"/>
              </a:rPr>
              <a:t>03</a:t>
            </a:r>
          </a:p>
          <a:p>
            <a:pPr>
              <a:defRPr/>
            </a:pPr>
            <a:r>
              <a:rPr lang="zh-CN" altLang="en-US" sz="2000" b="1" dirty="0">
                <a:solidFill>
                  <a:srgbClr val="1B2733"/>
                </a:solidFill>
                <a:latin typeface="MiSans VF Bold" pitchFamily="2" charset="-122"/>
                <a:ea typeface="MiSans VF Bold" pitchFamily="2" charset="-122"/>
                <a:cs typeface="MiSans VF Bold" pitchFamily="2" charset="-122"/>
                <a:sym typeface="SimHei"/>
              </a:rPr>
              <a:t>这是小标题</a:t>
            </a:r>
            <a:endParaRPr lang="en-US" altLang="zh-CN" sz="2000" b="1" dirty="0">
              <a:solidFill>
                <a:srgbClr val="1B2733"/>
              </a:solidFill>
              <a:latin typeface="MiSans VF Bold" pitchFamily="2" charset="-122"/>
              <a:ea typeface="MiSans VF Bold" pitchFamily="2" charset="-122"/>
              <a:cs typeface="MiSans VF Bold" pitchFamily="2" charset="-122"/>
              <a:sym typeface="SimHei"/>
            </a:endParaRPr>
          </a:p>
        </p:txBody>
      </p:sp>
      <p:sp>
        <p:nvSpPr>
          <p:cNvPr id="19" name="文本框 18">
            <a:extLst>
              <a:ext uri="{FF2B5EF4-FFF2-40B4-BE49-F238E27FC236}">
                <a16:creationId xmlns:a16="http://schemas.microsoft.com/office/drawing/2014/main" id="{ED537360-A3A8-496E-9593-6C78A2CFB9C6}"/>
              </a:ext>
            </a:extLst>
          </p:cNvPr>
          <p:cNvSpPr txBox="1"/>
          <p:nvPr/>
        </p:nvSpPr>
        <p:spPr>
          <a:xfrm>
            <a:off x="4740375" y="3519328"/>
            <a:ext cx="2788738" cy="1415772"/>
          </a:xfrm>
          <a:prstGeom prst="rect">
            <a:avLst/>
          </a:prstGeom>
          <a:noFill/>
        </p:spPr>
        <p:txBody>
          <a:bodyPr wrap="square" lIns="0" tIns="0" rIns="0" bIns="0" anchor="t" anchorCtr="0">
            <a:spAutoFit/>
          </a:bodyPr>
          <a:lstStyle/>
          <a:p>
            <a:pPr>
              <a:spcBef>
                <a:spcPts val="1200"/>
              </a:spcBef>
              <a:defRPr/>
            </a:pPr>
            <a:r>
              <a:rPr lang="zh-CN" altLang="en-US" sz="1200" dirty="0">
                <a:solidFill>
                  <a:srgbClr val="1B2733">
                    <a:alpha val="80000"/>
                  </a:srgbClr>
                </a:solidFill>
                <a:latin typeface="MiSans VF Light" pitchFamily="2" charset="-122"/>
                <a:ea typeface="MiSans VF Light" pitchFamily="2" charset="-122"/>
                <a:cs typeface="MiSans VF Light" pitchFamily="2" charset="-122"/>
                <a:sym typeface="SimHei"/>
              </a:rPr>
              <a:t>阐述文案阐述文案，阐述文案。</a:t>
            </a:r>
            <a:endParaRPr lang="en-US" altLang="zh-CN" sz="1200" dirty="0">
              <a:solidFill>
                <a:srgbClr val="1B2733">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1B2733">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endParaRPr lang="en-US" altLang="zh-CN" sz="1200" dirty="0">
              <a:solidFill>
                <a:srgbClr val="1B2733">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1B2733">
                    <a:alpha val="80000"/>
                  </a:srgbClr>
                </a:solidFill>
                <a:latin typeface="MiSans VF Light" pitchFamily="2" charset="-122"/>
                <a:ea typeface="MiSans VF Light" pitchFamily="2" charset="-122"/>
                <a:cs typeface="MiSans VF Light" pitchFamily="2" charset="-122"/>
                <a:sym typeface="SimHei"/>
              </a:rPr>
              <a:t>这里是一段文案。</a:t>
            </a:r>
          </a:p>
        </p:txBody>
      </p:sp>
      <p:sp>
        <p:nvSpPr>
          <p:cNvPr id="21" name="文本框 20">
            <a:extLst>
              <a:ext uri="{FF2B5EF4-FFF2-40B4-BE49-F238E27FC236}">
                <a16:creationId xmlns:a16="http://schemas.microsoft.com/office/drawing/2014/main" id="{D6726CE7-5603-E0C2-752E-9527D88E0FAF}"/>
              </a:ext>
            </a:extLst>
          </p:cNvPr>
          <p:cNvSpPr txBox="1"/>
          <p:nvPr/>
        </p:nvSpPr>
        <p:spPr>
          <a:xfrm>
            <a:off x="8633128" y="3519328"/>
            <a:ext cx="2788738" cy="1415772"/>
          </a:xfrm>
          <a:prstGeom prst="rect">
            <a:avLst/>
          </a:prstGeom>
          <a:noFill/>
        </p:spPr>
        <p:txBody>
          <a:bodyPr wrap="square" lIns="0" tIns="0" rIns="0" bIns="0" anchor="t" anchorCtr="0">
            <a:spAutoFit/>
          </a:bodyPr>
          <a:lstStyle/>
          <a:p>
            <a:pPr>
              <a:spcBef>
                <a:spcPts val="1200"/>
              </a:spcBef>
              <a:defRPr/>
            </a:pPr>
            <a:r>
              <a:rPr lang="zh-CN" altLang="en-US" sz="1200" dirty="0">
                <a:solidFill>
                  <a:srgbClr val="1B2733">
                    <a:alpha val="80000"/>
                  </a:srgbClr>
                </a:solidFill>
                <a:latin typeface="MiSans VF Light" pitchFamily="2" charset="-122"/>
                <a:ea typeface="MiSans VF Light" pitchFamily="2" charset="-122"/>
                <a:cs typeface="MiSans VF Light" pitchFamily="2" charset="-122"/>
                <a:sym typeface="SimHei"/>
              </a:rPr>
              <a:t>阐述文案阐述文案，阐述文案。</a:t>
            </a:r>
            <a:endParaRPr lang="en-US" altLang="zh-CN" sz="1200" dirty="0">
              <a:solidFill>
                <a:srgbClr val="1B2733">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1B2733">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endParaRPr lang="en-US" altLang="zh-CN" sz="1200" dirty="0">
              <a:solidFill>
                <a:srgbClr val="1B2733">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1B2733">
                    <a:alpha val="80000"/>
                  </a:srgbClr>
                </a:solidFill>
                <a:latin typeface="MiSans VF Light" pitchFamily="2" charset="-122"/>
                <a:ea typeface="MiSans VF Light" pitchFamily="2" charset="-122"/>
                <a:cs typeface="MiSans VF Light" pitchFamily="2" charset="-122"/>
                <a:sym typeface="SimHei"/>
              </a:rPr>
              <a:t>这里是一段文案。</a:t>
            </a:r>
          </a:p>
        </p:txBody>
      </p:sp>
      <p:grpSp>
        <p:nvGrpSpPr>
          <p:cNvPr id="6" name="组合 5">
            <a:extLst>
              <a:ext uri="{FF2B5EF4-FFF2-40B4-BE49-F238E27FC236}">
                <a16:creationId xmlns:a16="http://schemas.microsoft.com/office/drawing/2014/main" id="{BEB1BA7D-6B51-1459-4422-7B5B2C6D04B1}"/>
              </a:ext>
            </a:extLst>
          </p:cNvPr>
          <p:cNvGrpSpPr/>
          <p:nvPr/>
        </p:nvGrpSpPr>
        <p:grpSpPr>
          <a:xfrm>
            <a:off x="0" y="0"/>
            <a:ext cx="12192000" cy="420753"/>
            <a:chOff x="0" y="0"/>
            <a:chExt cx="12192000" cy="420753"/>
          </a:xfrm>
        </p:grpSpPr>
        <p:sp>
          <p:nvSpPr>
            <p:cNvPr id="15" name="矩形 14">
              <a:extLst>
                <a:ext uri="{FF2B5EF4-FFF2-40B4-BE49-F238E27FC236}">
                  <a16:creationId xmlns:a16="http://schemas.microsoft.com/office/drawing/2014/main" id="{E07E5C49-90A4-D3DC-D4FB-CEE529144CD7}"/>
                </a:ext>
              </a:extLst>
            </p:cNvPr>
            <p:cNvSpPr/>
            <p:nvPr/>
          </p:nvSpPr>
          <p:spPr>
            <a:xfrm>
              <a:off x="1927073" y="0"/>
              <a:ext cx="1449238" cy="420753"/>
            </a:xfrm>
            <a:prstGeom prst="rect">
              <a:avLst/>
            </a:prstGeom>
            <a:solidFill>
              <a:srgbClr val="E8F1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123A5C">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123A5C">
                    <a:alpha val="50000"/>
                  </a:srgbClr>
                </a:solidFill>
                <a:latin typeface="MiSans VF Light" pitchFamily="2" charset="-122"/>
                <a:ea typeface="MiSans VF Light" pitchFamily="2" charset="-122"/>
                <a:cs typeface="MiSans VF Light" pitchFamily="2" charset="-122"/>
                <a:sym typeface="SimHei"/>
              </a:endParaRPr>
            </a:p>
          </p:txBody>
        </p:sp>
        <p:sp>
          <p:nvSpPr>
            <p:cNvPr id="16" name="矩形 15">
              <a:extLst>
                <a:ext uri="{FF2B5EF4-FFF2-40B4-BE49-F238E27FC236}">
                  <a16:creationId xmlns:a16="http://schemas.microsoft.com/office/drawing/2014/main" id="{29FDDD99-840B-51E4-739D-7A75550A56AE}"/>
                </a:ext>
              </a:extLst>
            </p:cNvPr>
            <p:cNvSpPr/>
            <p:nvPr/>
          </p:nvSpPr>
          <p:spPr>
            <a:xfrm>
              <a:off x="9301626" y="0"/>
              <a:ext cx="1449238" cy="420753"/>
            </a:xfrm>
            <a:prstGeom prst="rect">
              <a:avLst/>
            </a:prstGeom>
            <a:solidFill>
              <a:srgbClr val="1F6F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成果创新</a:t>
              </a:r>
            </a:p>
          </p:txBody>
        </p:sp>
        <p:sp>
          <p:nvSpPr>
            <p:cNvPr id="18" name="矩形 17">
              <a:extLst>
                <a:ext uri="{FF2B5EF4-FFF2-40B4-BE49-F238E27FC236}">
                  <a16:creationId xmlns:a16="http://schemas.microsoft.com/office/drawing/2014/main" id="{0C5FB4F0-2C5A-85E9-FBB8-85A78D4DC124}"/>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现状综述</a:t>
              </a:r>
            </a:p>
          </p:txBody>
        </p:sp>
        <p:sp>
          <p:nvSpPr>
            <p:cNvPr id="22" name="矩形 21">
              <a:extLst>
                <a:ext uri="{FF2B5EF4-FFF2-40B4-BE49-F238E27FC236}">
                  <a16:creationId xmlns:a16="http://schemas.microsoft.com/office/drawing/2014/main" id="{9434A6DD-E9C7-770B-F629-F6745ECB3D4F}"/>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内容目标</a:t>
              </a:r>
            </a:p>
          </p:txBody>
        </p:sp>
        <p:sp>
          <p:nvSpPr>
            <p:cNvPr id="23" name="矩形 22">
              <a:extLst>
                <a:ext uri="{FF2B5EF4-FFF2-40B4-BE49-F238E27FC236}">
                  <a16:creationId xmlns:a16="http://schemas.microsoft.com/office/drawing/2014/main" id="{38259FB1-849A-6A73-6430-F0E8C2F1A1E0}"/>
                </a:ext>
              </a:extLst>
            </p:cNvPr>
            <p:cNvSpPr/>
            <p:nvPr/>
          </p:nvSpPr>
          <p:spPr>
            <a:xfrm>
              <a:off x="635030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方法路线</a:t>
              </a:r>
            </a:p>
          </p:txBody>
        </p:sp>
        <p:sp>
          <p:nvSpPr>
            <p:cNvPr id="24" name="矩形 23">
              <a:extLst>
                <a:ext uri="{FF2B5EF4-FFF2-40B4-BE49-F238E27FC236}">
                  <a16:creationId xmlns:a16="http://schemas.microsoft.com/office/drawing/2014/main" id="{A57F581E-D29C-6527-F734-FFB74583CAE6}"/>
                </a:ext>
              </a:extLst>
            </p:cNvPr>
            <p:cNvSpPr/>
            <p:nvPr/>
          </p:nvSpPr>
          <p:spPr>
            <a:xfrm>
              <a:off x="782596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计划安排</a:t>
              </a:r>
            </a:p>
          </p:txBody>
        </p:sp>
        <p:sp>
          <p:nvSpPr>
            <p:cNvPr id="25" name="矩形 24">
              <a:extLst>
                <a:ext uri="{FF2B5EF4-FFF2-40B4-BE49-F238E27FC236}">
                  <a16:creationId xmlns:a16="http://schemas.microsoft.com/office/drawing/2014/main" id="{3716DD2A-CEC4-6820-0ECB-02202DAFA40E}"/>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参考文献</a:t>
              </a:r>
            </a:p>
          </p:txBody>
        </p:sp>
        <p:grpSp>
          <p:nvGrpSpPr>
            <p:cNvPr id="26" name="组合 25">
              <a:extLst>
                <a:ext uri="{FF2B5EF4-FFF2-40B4-BE49-F238E27FC236}">
                  <a16:creationId xmlns:a16="http://schemas.microsoft.com/office/drawing/2014/main" id="{D7FBA2E6-75C0-7EB3-9868-3209C3AC628A}"/>
                </a:ext>
              </a:extLst>
            </p:cNvPr>
            <p:cNvGrpSpPr/>
            <p:nvPr/>
          </p:nvGrpSpPr>
          <p:grpSpPr>
            <a:xfrm>
              <a:off x="0" y="0"/>
              <a:ext cx="1904698" cy="420753"/>
              <a:chOff x="0" y="0"/>
              <a:chExt cx="1904698" cy="420753"/>
            </a:xfrm>
          </p:grpSpPr>
          <p:sp>
            <p:nvSpPr>
              <p:cNvPr id="27" name="矩形 26">
                <a:extLst>
                  <a:ext uri="{FF2B5EF4-FFF2-40B4-BE49-F238E27FC236}">
                    <a16:creationId xmlns:a16="http://schemas.microsoft.com/office/drawing/2014/main" id="{E7F1618D-7A90-DF15-A77D-C88109D692FC}"/>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164466"/>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164466"/>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8" name="图形 27">
                <a:extLst>
                  <a:ext uri="{FF2B5EF4-FFF2-40B4-BE49-F238E27FC236}">
                    <a16:creationId xmlns:a16="http://schemas.microsoft.com/office/drawing/2014/main" id="{0A494F4D-1698-78CD-8AE8-9801339396F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
        <p:nvSpPr>
          <p:cNvPr id="29" name="AutoShape 2">
            <a:extLst>
              <a:ext uri="{FF2B5EF4-FFF2-40B4-BE49-F238E27FC236}">
                <a16:creationId xmlns:a16="http://schemas.microsoft.com/office/drawing/2014/main" id="{5667B023-1C8E-B99D-C545-89DBA3E7BB55}"/>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spTree>
    <p:extLst>
      <p:ext uri="{BB962C8B-B14F-4D97-AF65-F5344CB8AC3E}">
        <p14:creationId xmlns:p14="http://schemas.microsoft.com/office/powerpoint/2010/main" val="22302499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56D42-03E7-1A8B-E125-C51771EBD336}"/>
            </a:ext>
          </a:extLst>
        </p:cNvPr>
        <p:cNvGrpSpPr/>
        <p:nvPr/>
      </p:nvGrpSpPr>
      <p:grpSpPr>
        <a:xfrm>
          <a:off x="0" y="0"/>
          <a:ext cx="0" cy="0"/>
          <a:chOff x="0" y="0"/>
          <a:chExt cx="0" cy="0"/>
        </a:xfrm>
      </p:grpSpPr>
      <p:sp>
        <p:nvSpPr>
          <p:cNvPr id="9" name="AutoShape 2">
            <a:extLst>
              <a:ext uri="{FF2B5EF4-FFF2-40B4-BE49-F238E27FC236}">
                <a16:creationId xmlns:a16="http://schemas.microsoft.com/office/drawing/2014/main" id="{08F5986F-E04F-2B27-65E9-C8DBB67314B8}"/>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1B2733">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1B2733">
                  <a:alpha val="50000"/>
                </a:srgbClr>
              </a:solidFill>
              <a:latin typeface="MiSans VF Light" pitchFamily="2" charset="-122"/>
              <a:ea typeface="MiSans VF Light" pitchFamily="2" charset="-122"/>
              <a:cs typeface="MiSans VF Light" pitchFamily="2" charset="-122"/>
              <a:sym typeface="JetBrains Mono"/>
            </a:endParaRPr>
          </a:p>
        </p:txBody>
      </p:sp>
      <p:sp>
        <p:nvSpPr>
          <p:cNvPr id="5" name="AutoShape 5">
            <a:extLst>
              <a:ext uri="{FF2B5EF4-FFF2-40B4-BE49-F238E27FC236}">
                <a16:creationId xmlns:a16="http://schemas.microsoft.com/office/drawing/2014/main" id="{E53B9922-51DF-FCFF-E55E-66B08B599EEC}"/>
              </a:ext>
            </a:extLst>
          </p:cNvPr>
          <p:cNvSpPr/>
          <p:nvPr/>
        </p:nvSpPr>
        <p:spPr>
          <a:xfrm>
            <a:off x="524799" y="1110092"/>
            <a:ext cx="4495436"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123A5C"/>
                </a:solidFill>
                <a:latin typeface="MiSans VF Bold" pitchFamily="2" charset="-122"/>
                <a:ea typeface="MiSans VF Bold" pitchFamily="2" charset="-122"/>
                <a:cs typeface="MiSans VF Bold" pitchFamily="2" charset="-122"/>
                <a:sym typeface="SimHei"/>
              </a:rPr>
              <a:t>创新特色与亮点</a:t>
            </a:r>
            <a:endParaRPr lang="en-US" altLang="zh-CN" sz="4000" b="1" dirty="0">
              <a:solidFill>
                <a:srgbClr val="123A5C"/>
              </a:solidFill>
              <a:latin typeface="MiSans VF Bold" pitchFamily="2" charset="-122"/>
              <a:ea typeface="MiSans VF Bold" pitchFamily="2" charset="-122"/>
              <a:cs typeface="MiSans VF Bold" pitchFamily="2" charset="-122"/>
              <a:sym typeface="SimHei"/>
            </a:endParaRPr>
          </a:p>
        </p:txBody>
      </p:sp>
      <p:sp>
        <p:nvSpPr>
          <p:cNvPr id="6" name="矩形 5">
            <a:extLst>
              <a:ext uri="{FF2B5EF4-FFF2-40B4-BE49-F238E27FC236}">
                <a16:creationId xmlns:a16="http://schemas.microsoft.com/office/drawing/2014/main" id="{FEB81666-1C20-1EFA-1D42-2C2AF9CB3990}"/>
              </a:ext>
            </a:extLst>
          </p:cNvPr>
          <p:cNvSpPr/>
          <p:nvPr/>
        </p:nvSpPr>
        <p:spPr>
          <a:xfrm>
            <a:off x="3337401" y="2161017"/>
            <a:ext cx="2770674" cy="3821329"/>
          </a:xfrm>
          <a:prstGeom prst="rect">
            <a:avLst/>
          </a:prstGeom>
          <a:solidFill>
            <a:srgbClr val="5AA7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AA7D8"/>
              </a:solidFill>
            </a:endParaRPr>
          </a:p>
        </p:txBody>
      </p:sp>
      <p:sp>
        <p:nvSpPr>
          <p:cNvPr id="15" name="矩形 14">
            <a:extLst>
              <a:ext uri="{FF2B5EF4-FFF2-40B4-BE49-F238E27FC236}">
                <a16:creationId xmlns:a16="http://schemas.microsoft.com/office/drawing/2014/main" id="{D3A212B5-CE15-6C8C-CF6C-DBEB4EC619C3}"/>
              </a:ext>
            </a:extLst>
          </p:cNvPr>
          <p:cNvSpPr/>
          <p:nvPr/>
        </p:nvSpPr>
        <p:spPr>
          <a:xfrm>
            <a:off x="6150006" y="2161017"/>
            <a:ext cx="2770674" cy="3821329"/>
          </a:xfrm>
          <a:prstGeom prst="rect">
            <a:avLst/>
          </a:prstGeom>
          <a:solidFill>
            <a:srgbClr val="0E426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6" name="矩形 15">
            <a:extLst>
              <a:ext uri="{FF2B5EF4-FFF2-40B4-BE49-F238E27FC236}">
                <a16:creationId xmlns:a16="http://schemas.microsoft.com/office/drawing/2014/main" id="{722DE899-2D2B-01C0-9DB5-77A85CE2AB4D}"/>
              </a:ext>
            </a:extLst>
          </p:cNvPr>
          <p:cNvSpPr/>
          <p:nvPr/>
        </p:nvSpPr>
        <p:spPr>
          <a:xfrm>
            <a:off x="524796" y="2161017"/>
            <a:ext cx="2770674" cy="38213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8" name="矩形 17">
            <a:extLst>
              <a:ext uri="{FF2B5EF4-FFF2-40B4-BE49-F238E27FC236}">
                <a16:creationId xmlns:a16="http://schemas.microsoft.com/office/drawing/2014/main" id="{FFBCF46D-4BC4-5DF1-EFAE-8761B68878B2}"/>
              </a:ext>
            </a:extLst>
          </p:cNvPr>
          <p:cNvSpPr/>
          <p:nvPr/>
        </p:nvSpPr>
        <p:spPr>
          <a:xfrm>
            <a:off x="8962610" y="2161017"/>
            <a:ext cx="2770674" cy="3821329"/>
          </a:xfrm>
          <a:prstGeom prst="rect">
            <a:avLst/>
          </a:prstGeom>
          <a:solidFill>
            <a:srgbClr val="1B27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1B2733"/>
              </a:solidFill>
            </a:endParaRPr>
          </a:p>
        </p:txBody>
      </p:sp>
      <p:sp>
        <p:nvSpPr>
          <p:cNvPr id="22" name="AutoShape 2">
            <a:extLst>
              <a:ext uri="{FF2B5EF4-FFF2-40B4-BE49-F238E27FC236}">
                <a16:creationId xmlns:a16="http://schemas.microsoft.com/office/drawing/2014/main" id="{73E5062A-D3D4-13B8-20D2-C8C6D80254BA}"/>
              </a:ext>
            </a:extLst>
          </p:cNvPr>
          <p:cNvSpPr/>
          <p:nvPr/>
        </p:nvSpPr>
        <p:spPr>
          <a:xfrm>
            <a:off x="690202" y="2295779"/>
            <a:ext cx="2432106"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1B2733"/>
                </a:solidFill>
                <a:latin typeface="Didot" panose="02000503000000020003" pitchFamily="2" charset="-79"/>
                <a:ea typeface="MiSans VF Bold" pitchFamily="2" charset="-122"/>
                <a:cs typeface="Didot" panose="02000503000000020003" pitchFamily="2" charset="-79"/>
                <a:sym typeface="ChillYunmoGothicBold"/>
              </a:rPr>
              <a:t>01</a:t>
            </a:r>
          </a:p>
        </p:txBody>
      </p:sp>
      <p:sp>
        <p:nvSpPr>
          <p:cNvPr id="23" name="AutoShape 5">
            <a:extLst>
              <a:ext uri="{FF2B5EF4-FFF2-40B4-BE49-F238E27FC236}">
                <a16:creationId xmlns:a16="http://schemas.microsoft.com/office/drawing/2014/main" id="{493DAB02-3340-2E61-8696-44B5A9480EB7}"/>
              </a:ext>
            </a:extLst>
          </p:cNvPr>
          <p:cNvSpPr/>
          <p:nvPr/>
        </p:nvSpPr>
        <p:spPr>
          <a:xfrm>
            <a:off x="694080"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1B2733"/>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1B2733"/>
              </a:solidFill>
              <a:latin typeface="MiSans VF Demibold" pitchFamily="2" charset="-122"/>
              <a:ea typeface="MiSans VF Demibold" pitchFamily="2" charset="-122"/>
              <a:cs typeface="MiSans VF Demibold" pitchFamily="2" charset="-122"/>
              <a:sym typeface="SimHei"/>
            </a:endParaRPr>
          </a:p>
        </p:txBody>
      </p:sp>
      <p:sp>
        <p:nvSpPr>
          <p:cNvPr id="24" name="文本框 23">
            <a:extLst>
              <a:ext uri="{FF2B5EF4-FFF2-40B4-BE49-F238E27FC236}">
                <a16:creationId xmlns:a16="http://schemas.microsoft.com/office/drawing/2014/main" id="{80E520F8-7FD7-2A5E-CBDF-E9FFB2E9FB9E}"/>
              </a:ext>
            </a:extLst>
          </p:cNvPr>
          <p:cNvSpPr txBox="1"/>
          <p:nvPr/>
        </p:nvSpPr>
        <p:spPr>
          <a:xfrm>
            <a:off x="694080"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1B2733">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26" name="AutoShape 5">
            <a:extLst>
              <a:ext uri="{FF2B5EF4-FFF2-40B4-BE49-F238E27FC236}">
                <a16:creationId xmlns:a16="http://schemas.microsoft.com/office/drawing/2014/main" id="{95F6DFF3-EC29-1BEB-7134-12FF3940FFA1}"/>
              </a:ext>
            </a:extLst>
          </p:cNvPr>
          <p:cNvSpPr/>
          <p:nvPr/>
        </p:nvSpPr>
        <p:spPr>
          <a:xfrm>
            <a:off x="3509199"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1B2733"/>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1B2733"/>
              </a:solidFill>
              <a:latin typeface="MiSans VF Demibold" pitchFamily="2" charset="-122"/>
              <a:ea typeface="MiSans VF Demibold" pitchFamily="2" charset="-122"/>
              <a:cs typeface="MiSans VF Demibold" pitchFamily="2" charset="-122"/>
              <a:sym typeface="SimHei"/>
            </a:endParaRPr>
          </a:p>
        </p:txBody>
      </p:sp>
      <p:sp>
        <p:nvSpPr>
          <p:cNvPr id="27" name="文本框 26">
            <a:extLst>
              <a:ext uri="{FF2B5EF4-FFF2-40B4-BE49-F238E27FC236}">
                <a16:creationId xmlns:a16="http://schemas.microsoft.com/office/drawing/2014/main" id="{C92C47EB-CFA7-4A32-3B20-F7328BD33BD4}"/>
              </a:ext>
            </a:extLst>
          </p:cNvPr>
          <p:cNvSpPr txBox="1"/>
          <p:nvPr/>
        </p:nvSpPr>
        <p:spPr>
          <a:xfrm>
            <a:off x="3509199"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1B2733">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29" name="AutoShape 2">
            <a:extLst>
              <a:ext uri="{FF2B5EF4-FFF2-40B4-BE49-F238E27FC236}">
                <a16:creationId xmlns:a16="http://schemas.microsoft.com/office/drawing/2014/main" id="{7F0AAD2C-9B4C-02E9-F19C-37848927CBEA}"/>
              </a:ext>
            </a:extLst>
          </p:cNvPr>
          <p:cNvSpPr/>
          <p:nvPr/>
        </p:nvSpPr>
        <p:spPr>
          <a:xfrm>
            <a:off x="3509199" y="2295779"/>
            <a:ext cx="2363139"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1B2733"/>
                </a:solidFill>
                <a:latin typeface="Didot" panose="02000503000000020003" pitchFamily="2" charset="-79"/>
                <a:ea typeface="MiSans VF Bold" pitchFamily="2" charset="-122"/>
                <a:cs typeface="Didot" panose="02000503000000020003" pitchFamily="2" charset="-79"/>
                <a:sym typeface="ChillYunmoGothicBold"/>
              </a:rPr>
              <a:t>02</a:t>
            </a:r>
          </a:p>
        </p:txBody>
      </p:sp>
      <p:sp>
        <p:nvSpPr>
          <p:cNvPr id="31" name="AutoShape 5">
            <a:extLst>
              <a:ext uri="{FF2B5EF4-FFF2-40B4-BE49-F238E27FC236}">
                <a16:creationId xmlns:a16="http://schemas.microsoft.com/office/drawing/2014/main" id="{2BA66D56-EE33-C6F7-877B-F2CF6050D06F}"/>
              </a:ext>
            </a:extLst>
          </p:cNvPr>
          <p:cNvSpPr/>
          <p:nvPr/>
        </p:nvSpPr>
        <p:spPr>
          <a:xfrm>
            <a:off x="6316793"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EEF6FC"/>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EEF6FC"/>
              </a:solidFill>
              <a:latin typeface="MiSans VF Demibold" pitchFamily="2" charset="-122"/>
              <a:ea typeface="MiSans VF Demibold" pitchFamily="2" charset="-122"/>
              <a:cs typeface="MiSans VF Demibold" pitchFamily="2" charset="-122"/>
              <a:sym typeface="SimHei"/>
            </a:endParaRPr>
          </a:p>
        </p:txBody>
      </p:sp>
      <p:sp>
        <p:nvSpPr>
          <p:cNvPr id="32" name="文本框 31">
            <a:extLst>
              <a:ext uri="{FF2B5EF4-FFF2-40B4-BE49-F238E27FC236}">
                <a16:creationId xmlns:a16="http://schemas.microsoft.com/office/drawing/2014/main" id="{A4AB5211-EAF9-5E86-92D5-7C933B2E9B74}"/>
              </a:ext>
            </a:extLst>
          </p:cNvPr>
          <p:cNvSpPr txBox="1"/>
          <p:nvPr/>
        </p:nvSpPr>
        <p:spPr>
          <a:xfrm>
            <a:off x="6316793"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EEF6FC">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33" name="AutoShape 2">
            <a:extLst>
              <a:ext uri="{FF2B5EF4-FFF2-40B4-BE49-F238E27FC236}">
                <a16:creationId xmlns:a16="http://schemas.microsoft.com/office/drawing/2014/main" id="{621AF9BD-F6EB-1276-E8FB-CCEAA09D0BD0}"/>
              </a:ext>
            </a:extLst>
          </p:cNvPr>
          <p:cNvSpPr/>
          <p:nvPr/>
        </p:nvSpPr>
        <p:spPr>
          <a:xfrm>
            <a:off x="6316793" y="2295779"/>
            <a:ext cx="2363139"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EEF6FC"/>
                </a:solidFill>
                <a:latin typeface="Didot" panose="02000503000000020003" pitchFamily="2" charset="-79"/>
                <a:ea typeface="MiSans VF Bold" pitchFamily="2" charset="-122"/>
                <a:cs typeface="Didot" panose="02000503000000020003" pitchFamily="2" charset="-79"/>
                <a:sym typeface="ChillYunmoGothicBold"/>
              </a:rPr>
              <a:t>03</a:t>
            </a:r>
          </a:p>
        </p:txBody>
      </p:sp>
      <p:sp>
        <p:nvSpPr>
          <p:cNvPr id="34" name="AutoShape 5">
            <a:extLst>
              <a:ext uri="{FF2B5EF4-FFF2-40B4-BE49-F238E27FC236}">
                <a16:creationId xmlns:a16="http://schemas.microsoft.com/office/drawing/2014/main" id="{23BDED98-DD94-A756-4A86-D8C9F7E4B51F}"/>
              </a:ext>
            </a:extLst>
          </p:cNvPr>
          <p:cNvSpPr/>
          <p:nvPr/>
        </p:nvSpPr>
        <p:spPr>
          <a:xfrm>
            <a:off x="9137266"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EEF6FC"/>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EEF6FC"/>
              </a:solidFill>
              <a:latin typeface="MiSans VF Demibold" pitchFamily="2" charset="-122"/>
              <a:ea typeface="MiSans VF Demibold" pitchFamily="2" charset="-122"/>
              <a:cs typeface="MiSans VF Demibold" pitchFamily="2" charset="-122"/>
              <a:sym typeface="SimHei"/>
            </a:endParaRPr>
          </a:p>
        </p:txBody>
      </p:sp>
      <p:sp>
        <p:nvSpPr>
          <p:cNvPr id="35" name="文本框 34">
            <a:extLst>
              <a:ext uri="{FF2B5EF4-FFF2-40B4-BE49-F238E27FC236}">
                <a16:creationId xmlns:a16="http://schemas.microsoft.com/office/drawing/2014/main" id="{7881EBDD-B6A6-7D0E-915F-3F06878DF33A}"/>
              </a:ext>
            </a:extLst>
          </p:cNvPr>
          <p:cNvSpPr txBox="1"/>
          <p:nvPr/>
        </p:nvSpPr>
        <p:spPr>
          <a:xfrm>
            <a:off x="9137266"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EEF6FC">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36" name="AutoShape 2">
            <a:extLst>
              <a:ext uri="{FF2B5EF4-FFF2-40B4-BE49-F238E27FC236}">
                <a16:creationId xmlns:a16="http://schemas.microsoft.com/office/drawing/2014/main" id="{EA2C6C3F-2767-43CA-A5B5-E4FE8311C370}"/>
              </a:ext>
            </a:extLst>
          </p:cNvPr>
          <p:cNvSpPr/>
          <p:nvPr/>
        </p:nvSpPr>
        <p:spPr>
          <a:xfrm>
            <a:off x="9137266" y="2295779"/>
            <a:ext cx="2363139"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EEF6FC"/>
                </a:solidFill>
                <a:latin typeface="Didot" panose="02000503000000020003" pitchFamily="2" charset="-79"/>
                <a:ea typeface="MiSans VF Bold" pitchFamily="2" charset="-122"/>
                <a:cs typeface="Didot" panose="02000503000000020003" pitchFamily="2" charset="-79"/>
                <a:sym typeface="ChillYunmoGothicBold"/>
              </a:rPr>
              <a:t>04</a:t>
            </a:r>
          </a:p>
        </p:txBody>
      </p:sp>
      <p:grpSp>
        <p:nvGrpSpPr>
          <p:cNvPr id="8" name="组合 7">
            <a:extLst>
              <a:ext uri="{FF2B5EF4-FFF2-40B4-BE49-F238E27FC236}">
                <a16:creationId xmlns:a16="http://schemas.microsoft.com/office/drawing/2014/main" id="{45CD900C-3B31-115C-2576-E4C040FB480E}"/>
              </a:ext>
            </a:extLst>
          </p:cNvPr>
          <p:cNvGrpSpPr/>
          <p:nvPr/>
        </p:nvGrpSpPr>
        <p:grpSpPr>
          <a:xfrm>
            <a:off x="0" y="0"/>
            <a:ext cx="12192000" cy="420753"/>
            <a:chOff x="0" y="0"/>
            <a:chExt cx="12192000" cy="420753"/>
          </a:xfrm>
        </p:grpSpPr>
        <p:sp>
          <p:nvSpPr>
            <p:cNvPr id="10" name="矩形 9">
              <a:extLst>
                <a:ext uri="{FF2B5EF4-FFF2-40B4-BE49-F238E27FC236}">
                  <a16:creationId xmlns:a16="http://schemas.microsoft.com/office/drawing/2014/main" id="{57512BA4-760B-0A6E-15E1-3B6D25EFE483}"/>
                </a:ext>
              </a:extLst>
            </p:cNvPr>
            <p:cNvSpPr/>
            <p:nvPr/>
          </p:nvSpPr>
          <p:spPr>
            <a:xfrm>
              <a:off x="1927073" y="0"/>
              <a:ext cx="1449238" cy="420753"/>
            </a:xfrm>
            <a:prstGeom prst="rect">
              <a:avLst/>
            </a:prstGeom>
            <a:solidFill>
              <a:srgbClr val="E8F1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123A5C">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123A5C">
                    <a:alpha val="50000"/>
                  </a:srgbClr>
                </a:solidFill>
                <a:latin typeface="MiSans VF Light" pitchFamily="2" charset="-122"/>
                <a:ea typeface="MiSans VF Light" pitchFamily="2" charset="-122"/>
                <a:cs typeface="MiSans VF Light" pitchFamily="2" charset="-122"/>
                <a:sym typeface="SimHei"/>
              </a:endParaRPr>
            </a:p>
          </p:txBody>
        </p:sp>
        <p:sp>
          <p:nvSpPr>
            <p:cNvPr id="11" name="矩形 10">
              <a:extLst>
                <a:ext uri="{FF2B5EF4-FFF2-40B4-BE49-F238E27FC236}">
                  <a16:creationId xmlns:a16="http://schemas.microsoft.com/office/drawing/2014/main" id="{2E768B91-87DD-6A17-D7D7-137BD302CDC0}"/>
                </a:ext>
              </a:extLst>
            </p:cNvPr>
            <p:cNvSpPr/>
            <p:nvPr/>
          </p:nvSpPr>
          <p:spPr>
            <a:xfrm>
              <a:off x="9301626" y="0"/>
              <a:ext cx="1449238" cy="420753"/>
            </a:xfrm>
            <a:prstGeom prst="rect">
              <a:avLst/>
            </a:prstGeom>
            <a:solidFill>
              <a:srgbClr val="1F6F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成果创新</a:t>
              </a:r>
            </a:p>
          </p:txBody>
        </p:sp>
        <p:sp>
          <p:nvSpPr>
            <p:cNvPr id="12" name="矩形 11">
              <a:extLst>
                <a:ext uri="{FF2B5EF4-FFF2-40B4-BE49-F238E27FC236}">
                  <a16:creationId xmlns:a16="http://schemas.microsoft.com/office/drawing/2014/main" id="{98D42BAD-630C-1D6F-98E8-53F5090D7114}"/>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现状综述</a:t>
              </a:r>
            </a:p>
          </p:txBody>
        </p:sp>
        <p:sp>
          <p:nvSpPr>
            <p:cNvPr id="13" name="矩形 12">
              <a:extLst>
                <a:ext uri="{FF2B5EF4-FFF2-40B4-BE49-F238E27FC236}">
                  <a16:creationId xmlns:a16="http://schemas.microsoft.com/office/drawing/2014/main" id="{CC768B1C-A8B8-56F7-6E99-BD5AE3C90BC5}"/>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内容目标</a:t>
              </a:r>
            </a:p>
          </p:txBody>
        </p:sp>
        <p:sp>
          <p:nvSpPr>
            <p:cNvPr id="14" name="矩形 13">
              <a:extLst>
                <a:ext uri="{FF2B5EF4-FFF2-40B4-BE49-F238E27FC236}">
                  <a16:creationId xmlns:a16="http://schemas.microsoft.com/office/drawing/2014/main" id="{8F32A2B5-0458-D8E2-8928-592D75DF2F11}"/>
                </a:ext>
              </a:extLst>
            </p:cNvPr>
            <p:cNvSpPr/>
            <p:nvPr/>
          </p:nvSpPr>
          <p:spPr>
            <a:xfrm>
              <a:off x="635030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方法路线</a:t>
              </a:r>
            </a:p>
          </p:txBody>
        </p:sp>
        <p:sp>
          <p:nvSpPr>
            <p:cNvPr id="19" name="矩形 18">
              <a:extLst>
                <a:ext uri="{FF2B5EF4-FFF2-40B4-BE49-F238E27FC236}">
                  <a16:creationId xmlns:a16="http://schemas.microsoft.com/office/drawing/2014/main" id="{882A211A-D350-2C8C-6A63-5416B04DC531}"/>
                </a:ext>
              </a:extLst>
            </p:cNvPr>
            <p:cNvSpPr/>
            <p:nvPr/>
          </p:nvSpPr>
          <p:spPr>
            <a:xfrm>
              <a:off x="782596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计划安排</a:t>
              </a:r>
            </a:p>
          </p:txBody>
        </p:sp>
        <p:sp>
          <p:nvSpPr>
            <p:cNvPr id="20" name="矩形 19">
              <a:extLst>
                <a:ext uri="{FF2B5EF4-FFF2-40B4-BE49-F238E27FC236}">
                  <a16:creationId xmlns:a16="http://schemas.microsoft.com/office/drawing/2014/main" id="{6CE4D517-4215-1CBC-3C80-FBE9A3C8F95E}"/>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参考文献</a:t>
              </a:r>
            </a:p>
          </p:txBody>
        </p:sp>
        <p:grpSp>
          <p:nvGrpSpPr>
            <p:cNvPr id="21" name="组合 20">
              <a:extLst>
                <a:ext uri="{FF2B5EF4-FFF2-40B4-BE49-F238E27FC236}">
                  <a16:creationId xmlns:a16="http://schemas.microsoft.com/office/drawing/2014/main" id="{B5BD7523-D457-DA3D-31E7-4A0EAD9DB08B}"/>
                </a:ext>
              </a:extLst>
            </p:cNvPr>
            <p:cNvGrpSpPr/>
            <p:nvPr/>
          </p:nvGrpSpPr>
          <p:grpSpPr>
            <a:xfrm>
              <a:off x="0" y="0"/>
              <a:ext cx="1904698" cy="420753"/>
              <a:chOff x="0" y="0"/>
              <a:chExt cx="1904698" cy="420753"/>
            </a:xfrm>
          </p:grpSpPr>
          <p:sp>
            <p:nvSpPr>
              <p:cNvPr id="25" name="矩形 24">
                <a:extLst>
                  <a:ext uri="{FF2B5EF4-FFF2-40B4-BE49-F238E27FC236}">
                    <a16:creationId xmlns:a16="http://schemas.microsoft.com/office/drawing/2014/main" id="{894AF486-5DF2-E3F8-E195-30194AAA0314}"/>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164466"/>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164466"/>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8" name="图形 27">
                <a:extLst>
                  <a:ext uri="{FF2B5EF4-FFF2-40B4-BE49-F238E27FC236}">
                    <a16:creationId xmlns:a16="http://schemas.microsoft.com/office/drawing/2014/main" id="{921AD143-3B0D-67A3-DC90-76DCAEC826C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Tree>
    <p:extLst>
      <p:ext uri="{BB962C8B-B14F-4D97-AF65-F5344CB8AC3E}">
        <p14:creationId xmlns:p14="http://schemas.microsoft.com/office/powerpoint/2010/main" val="37620494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F403A-B27C-BB06-D6BB-CA85AAB8C82A}"/>
            </a:ext>
          </a:extLst>
        </p:cNvPr>
        <p:cNvGrpSpPr/>
        <p:nvPr/>
      </p:nvGrpSpPr>
      <p:grpSpPr>
        <a:xfrm>
          <a:off x="0" y="0"/>
          <a:ext cx="0" cy="0"/>
          <a:chOff x="0" y="0"/>
          <a:chExt cx="0" cy="0"/>
        </a:xfrm>
      </p:grpSpPr>
      <p:sp>
        <p:nvSpPr>
          <p:cNvPr id="9" name="AutoShape 2">
            <a:extLst>
              <a:ext uri="{FF2B5EF4-FFF2-40B4-BE49-F238E27FC236}">
                <a16:creationId xmlns:a16="http://schemas.microsoft.com/office/drawing/2014/main" id="{794FB8AC-E1B9-82C9-69C4-056882A0938F}"/>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1B2733">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1B2733">
                  <a:alpha val="50000"/>
                </a:srgbClr>
              </a:solidFill>
              <a:latin typeface="MiSans VF Light" pitchFamily="2" charset="-122"/>
              <a:ea typeface="MiSans VF Light" pitchFamily="2" charset="-122"/>
              <a:cs typeface="MiSans VF Light" pitchFamily="2" charset="-122"/>
              <a:sym typeface="JetBrains Mono"/>
            </a:endParaRPr>
          </a:p>
        </p:txBody>
      </p:sp>
      <p:sp>
        <p:nvSpPr>
          <p:cNvPr id="5" name="AutoShape 5">
            <a:extLst>
              <a:ext uri="{FF2B5EF4-FFF2-40B4-BE49-F238E27FC236}">
                <a16:creationId xmlns:a16="http://schemas.microsoft.com/office/drawing/2014/main" id="{75A6231D-79F6-3A94-0B78-D5712152604C}"/>
              </a:ext>
            </a:extLst>
          </p:cNvPr>
          <p:cNvSpPr/>
          <p:nvPr/>
        </p:nvSpPr>
        <p:spPr>
          <a:xfrm>
            <a:off x="524798" y="1110092"/>
            <a:ext cx="11208485"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123A5C"/>
                </a:solidFill>
                <a:latin typeface="MiSans VF Bold" pitchFamily="2" charset="-122"/>
                <a:ea typeface="MiSans VF Bold" pitchFamily="2" charset="-122"/>
                <a:cs typeface="MiSans VF Bold" pitchFamily="2" charset="-122"/>
                <a:sym typeface="SimHei"/>
              </a:rPr>
              <a:t>创新特色与亮点</a:t>
            </a:r>
            <a:endParaRPr lang="en-US" altLang="zh-CN" sz="4000" b="1" dirty="0">
              <a:solidFill>
                <a:srgbClr val="123A5C"/>
              </a:solidFill>
              <a:latin typeface="MiSans VF Bold" pitchFamily="2" charset="-122"/>
              <a:ea typeface="MiSans VF Bold" pitchFamily="2" charset="-122"/>
              <a:cs typeface="MiSans VF Bold" pitchFamily="2" charset="-122"/>
              <a:sym typeface="SimHei"/>
            </a:endParaRPr>
          </a:p>
        </p:txBody>
      </p:sp>
      <p:grpSp>
        <p:nvGrpSpPr>
          <p:cNvPr id="8" name="组合 7">
            <a:extLst>
              <a:ext uri="{FF2B5EF4-FFF2-40B4-BE49-F238E27FC236}">
                <a16:creationId xmlns:a16="http://schemas.microsoft.com/office/drawing/2014/main" id="{F8D3F8BB-368C-9F7E-7357-E010A63D7151}"/>
              </a:ext>
            </a:extLst>
          </p:cNvPr>
          <p:cNvGrpSpPr/>
          <p:nvPr/>
        </p:nvGrpSpPr>
        <p:grpSpPr>
          <a:xfrm>
            <a:off x="0" y="0"/>
            <a:ext cx="12192000" cy="420753"/>
            <a:chOff x="0" y="0"/>
            <a:chExt cx="12192000" cy="420753"/>
          </a:xfrm>
        </p:grpSpPr>
        <p:sp>
          <p:nvSpPr>
            <p:cNvPr id="10" name="矩形 9">
              <a:extLst>
                <a:ext uri="{FF2B5EF4-FFF2-40B4-BE49-F238E27FC236}">
                  <a16:creationId xmlns:a16="http://schemas.microsoft.com/office/drawing/2014/main" id="{414414DD-D7B0-CCB7-203F-B369F7B9D110}"/>
                </a:ext>
              </a:extLst>
            </p:cNvPr>
            <p:cNvSpPr/>
            <p:nvPr/>
          </p:nvSpPr>
          <p:spPr>
            <a:xfrm>
              <a:off x="1927073" y="0"/>
              <a:ext cx="1449238" cy="420753"/>
            </a:xfrm>
            <a:prstGeom prst="rect">
              <a:avLst/>
            </a:prstGeom>
            <a:solidFill>
              <a:srgbClr val="E8F1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123A5C">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123A5C">
                    <a:alpha val="50000"/>
                  </a:srgbClr>
                </a:solidFill>
                <a:latin typeface="MiSans VF Light" pitchFamily="2" charset="-122"/>
                <a:ea typeface="MiSans VF Light" pitchFamily="2" charset="-122"/>
                <a:cs typeface="MiSans VF Light" pitchFamily="2" charset="-122"/>
                <a:sym typeface="SimHei"/>
              </a:endParaRPr>
            </a:p>
          </p:txBody>
        </p:sp>
        <p:sp>
          <p:nvSpPr>
            <p:cNvPr id="11" name="矩形 10">
              <a:extLst>
                <a:ext uri="{FF2B5EF4-FFF2-40B4-BE49-F238E27FC236}">
                  <a16:creationId xmlns:a16="http://schemas.microsoft.com/office/drawing/2014/main" id="{F9020B74-046B-1614-4DEC-D77ACA74A42E}"/>
                </a:ext>
              </a:extLst>
            </p:cNvPr>
            <p:cNvSpPr/>
            <p:nvPr/>
          </p:nvSpPr>
          <p:spPr>
            <a:xfrm>
              <a:off x="9301626" y="0"/>
              <a:ext cx="1449238" cy="420753"/>
            </a:xfrm>
            <a:prstGeom prst="rect">
              <a:avLst/>
            </a:prstGeom>
            <a:solidFill>
              <a:srgbClr val="1F6F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成果创新</a:t>
              </a:r>
            </a:p>
          </p:txBody>
        </p:sp>
        <p:sp>
          <p:nvSpPr>
            <p:cNvPr id="12" name="矩形 11">
              <a:extLst>
                <a:ext uri="{FF2B5EF4-FFF2-40B4-BE49-F238E27FC236}">
                  <a16:creationId xmlns:a16="http://schemas.microsoft.com/office/drawing/2014/main" id="{3FA4E9E9-1573-E620-7603-07D01D212F9C}"/>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现状综述</a:t>
              </a:r>
            </a:p>
          </p:txBody>
        </p:sp>
        <p:sp>
          <p:nvSpPr>
            <p:cNvPr id="13" name="矩形 12">
              <a:extLst>
                <a:ext uri="{FF2B5EF4-FFF2-40B4-BE49-F238E27FC236}">
                  <a16:creationId xmlns:a16="http://schemas.microsoft.com/office/drawing/2014/main" id="{B5327F8E-19AA-2819-37F6-A5BE6716FE60}"/>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内容目标</a:t>
              </a:r>
            </a:p>
          </p:txBody>
        </p:sp>
        <p:sp>
          <p:nvSpPr>
            <p:cNvPr id="14" name="矩形 13">
              <a:extLst>
                <a:ext uri="{FF2B5EF4-FFF2-40B4-BE49-F238E27FC236}">
                  <a16:creationId xmlns:a16="http://schemas.microsoft.com/office/drawing/2014/main" id="{ACF9E180-3119-C0D5-78F0-ABACD36AD453}"/>
                </a:ext>
              </a:extLst>
            </p:cNvPr>
            <p:cNvSpPr/>
            <p:nvPr/>
          </p:nvSpPr>
          <p:spPr>
            <a:xfrm>
              <a:off x="635030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方法路线</a:t>
              </a:r>
            </a:p>
          </p:txBody>
        </p:sp>
        <p:sp>
          <p:nvSpPr>
            <p:cNvPr id="19" name="矩形 18">
              <a:extLst>
                <a:ext uri="{FF2B5EF4-FFF2-40B4-BE49-F238E27FC236}">
                  <a16:creationId xmlns:a16="http://schemas.microsoft.com/office/drawing/2014/main" id="{9C790B4F-C114-C1F9-E9BB-47E9F0219707}"/>
                </a:ext>
              </a:extLst>
            </p:cNvPr>
            <p:cNvSpPr/>
            <p:nvPr/>
          </p:nvSpPr>
          <p:spPr>
            <a:xfrm>
              <a:off x="782596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计划安排</a:t>
              </a:r>
            </a:p>
          </p:txBody>
        </p:sp>
        <p:sp>
          <p:nvSpPr>
            <p:cNvPr id="20" name="矩形 19">
              <a:extLst>
                <a:ext uri="{FF2B5EF4-FFF2-40B4-BE49-F238E27FC236}">
                  <a16:creationId xmlns:a16="http://schemas.microsoft.com/office/drawing/2014/main" id="{4B24DED7-E2CA-970E-E572-E9864D30B4B2}"/>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参考文献</a:t>
              </a:r>
            </a:p>
          </p:txBody>
        </p:sp>
        <p:grpSp>
          <p:nvGrpSpPr>
            <p:cNvPr id="21" name="组合 20">
              <a:extLst>
                <a:ext uri="{FF2B5EF4-FFF2-40B4-BE49-F238E27FC236}">
                  <a16:creationId xmlns:a16="http://schemas.microsoft.com/office/drawing/2014/main" id="{4AC68247-B47F-341A-E1C3-157F5568FE49}"/>
                </a:ext>
              </a:extLst>
            </p:cNvPr>
            <p:cNvGrpSpPr/>
            <p:nvPr/>
          </p:nvGrpSpPr>
          <p:grpSpPr>
            <a:xfrm>
              <a:off x="0" y="0"/>
              <a:ext cx="1904698" cy="420753"/>
              <a:chOff x="0" y="0"/>
              <a:chExt cx="1904698" cy="420753"/>
            </a:xfrm>
          </p:grpSpPr>
          <p:sp>
            <p:nvSpPr>
              <p:cNvPr id="25" name="矩形 24">
                <a:extLst>
                  <a:ext uri="{FF2B5EF4-FFF2-40B4-BE49-F238E27FC236}">
                    <a16:creationId xmlns:a16="http://schemas.microsoft.com/office/drawing/2014/main" id="{42362223-7C42-442F-199B-0AEB2F7831F3}"/>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164466"/>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164466"/>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8" name="图形 27">
                <a:extLst>
                  <a:ext uri="{FF2B5EF4-FFF2-40B4-BE49-F238E27FC236}">
                    <a16:creationId xmlns:a16="http://schemas.microsoft.com/office/drawing/2014/main" id="{B59C0DC2-0E1D-6189-1998-B63BE9D07C1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cxnSp>
        <p:nvCxnSpPr>
          <p:cNvPr id="2" name="直线连接符 1">
            <a:extLst>
              <a:ext uri="{FF2B5EF4-FFF2-40B4-BE49-F238E27FC236}">
                <a16:creationId xmlns:a16="http://schemas.microsoft.com/office/drawing/2014/main" id="{44B99ACC-0D29-8C8A-03A8-AF2583D6AC2C}"/>
              </a:ext>
            </a:extLst>
          </p:cNvPr>
          <p:cNvCxnSpPr>
            <a:cxnSpLocks/>
          </p:cNvCxnSpPr>
          <p:nvPr/>
        </p:nvCxnSpPr>
        <p:spPr>
          <a:xfrm>
            <a:off x="524799" y="2791846"/>
            <a:ext cx="11208485" cy="0"/>
          </a:xfrm>
          <a:prstGeom prst="line">
            <a:avLst/>
          </a:prstGeom>
          <a:ln>
            <a:solidFill>
              <a:srgbClr val="5B7187">
                <a:alpha val="10000"/>
              </a:srgbClr>
            </a:solidFill>
          </a:ln>
        </p:spPr>
        <p:style>
          <a:lnRef idx="1">
            <a:schemeClr val="accent1"/>
          </a:lnRef>
          <a:fillRef idx="0">
            <a:schemeClr val="accent1"/>
          </a:fillRef>
          <a:effectRef idx="0">
            <a:schemeClr val="accent1"/>
          </a:effectRef>
          <a:fontRef idx="minor">
            <a:schemeClr val="tx1"/>
          </a:fontRef>
        </p:style>
      </p:cxnSp>
      <p:cxnSp>
        <p:nvCxnSpPr>
          <p:cNvPr id="4" name="直线连接符 3">
            <a:extLst>
              <a:ext uri="{FF2B5EF4-FFF2-40B4-BE49-F238E27FC236}">
                <a16:creationId xmlns:a16="http://schemas.microsoft.com/office/drawing/2014/main" id="{A5C529B8-8D95-9387-4EF8-36F99510FB35}"/>
              </a:ext>
            </a:extLst>
          </p:cNvPr>
          <p:cNvCxnSpPr>
            <a:cxnSpLocks/>
          </p:cNvCxnSpPr>
          <p:nvPr/>
        </p:nvCxnSpPr>
        <p:spPr>
          <a:xfrm>
            <a:off x="524799" y="3930914"/>
            <a:ext cx="11208485" cy="0"/>
          </a:xfrm>
          <a:prstGeom prst="line">
            <a:avLst/>
          </a:prstGeom>
          <a:ln>
            <a:solidFill>
              <a:srgbClr val="5B7187">
                <a:alpha val="10000"/>
              </a:srgbClr>
            </a:solidFill>
          </a:ln>
        </p:spPr>
        <p:style>
          <a:lnRef idx="1">
            <a:schemeClr val="accent1"/>
          </a:lnRef>
          <a:fillRef idx="0">
            <a:schemeClr val="accent1"/>
          </a:fillRef>
          <a:effectRef idx="0">
            <a:schemeClr val="accent1"/>
          </a:effectRef>
          <a:fontRef idx="minor">
            <a:schemeClr val="tx1"/>
          </a:fontRef>
        </p:style>
      </p:cxnSp>
      <p:cxnSp>
        <p:nvCxnSpPr>
          <p:cNvPr id="17" name="直线连接符 16">
            <a:extLst>
              <a:ext uri="{FF2B5EF4-FFF2-40B4-BE49-F238E27FC236}">
                <a16:creationId xmlns:a16="http://schemas.microsoft.com/office/drawing/2014/main" id="{2C6A8327-50BA-F4BE-CCC1-4D3272CD7577}"/>
              </a:ext>
            </a:extLst>
          </p:cNvPr>
          <p:cNvCxnSpPr>
            <a:cxnSpLocks/>
          </p:cNvCxnSpPr>
          <p:nvPr/>
        </p:nvCxnSpPr>
        <p:spPr>
          <a:xfrm>
            <a:off x="524799" y="5069982"/>
            <a:ext cx="11208485" cy="0"/>
          </a:xfrm>
          <a:prstGeom prst="line">
            <a:avLst/>
          </a:prstGeom>
          <a:ln>
            <a:solidFill>
              <a:srgbClr val="5B7187">
                <a:alpha val="10000"/>
              </a:srgbClr>
            </a:solidFill>
          </a:ln>
        </p:spPr>
        <p:style>
          <a:lnRef idx="1">
            <a:schemeClr val="accent1"/>
          </a:lnRef>
          <a:fillRef idx="0">
            <a:schemeClr val="accent1"/>
          </a:fillRef>
          <a:effectRef idx="0">
            <a:schemeClr val="accent1"/>
          </a:effectRef>
          <a:fontRef idx="minor">
            <a:schemeClr val="tx1"/>
          </a:fontRef>
        </p:style>
      </p:cxnSp>
      <p:cxnSp>
        <p:nvCxnSpPr>
          <p:cNvPr id="37" name="直线连接符 36">
            <a:extLst>
              <a:ext uri="{FF2B5EF4-FFF2-40B4-BE49-F238E27FC236}">
                <a16:creationId xmlns:a16="http://schemas.microsoft.com/office/drawing/2014/main" id="{117D948E-7C3A-835D-2AD3-A25054C7C16F}"/>
              </a:ext>
            </a:extLst>
          </p:cNvPr>
          <p:cNvCxnSpPr>
            <a:cxnSpLocks/>
          </p:cNvCxnSpPr>
          <p:nvPr/>
        </p:nvCxnSpPr>
        <p:spPr>
          <a:xfrm>
            <a:off x="524799" y="6209050"/>
            <a:ext cx="11208485" cy="0"/>
          </a:xfrm>
          <a:prstGeom prst="line">
            <a:avLst/>
          </a:prstGeom>
          <a:ln>
            <a:solidFill>
              <a:srgbClr val="5B7187">
                <a:alpha val="10000"/>
              </a:srgbClr>
            </a:solidFill>
          </a:ln>
        </p:spPr>
        <p:style>
          <a:lnRef idx="1">
            <a:schemeClr val="accent1"/>
          </a:lnRef>
          <a:fillRef idx="0">
            <a:schemeClr val="accent1"/>
          </a:fillRef>
          <a:effectRef idx="0">
            <a:schemeClr val="accent1"/>
          </a:effectRef>
          <a:fontRef idx="minor">
            <a:schemeClr val="tx1"/>
          </a:fontRef>
        </p:style>
      </p:cxnSp>
      <p:sp>
        <p:nvSpPr>
          <p:cNvPr id="41" name="文本框 40">
            <a:extLst>
              <a:ext uri="{FF2B5EF4-FFF2-40B4-BE49-F238E27FC236}">
                <a16:creationId xmlns:a16="http://schemas.microsoft.com/office/drawing/2014/main" id="{B9627269-EAD1-90A9-7048-07D02C0BF926}"/>
              </a:ext>
            </a:extLst>
          </p:cNvPr>
          <p:cNvSpPr txBox="1"/>
          <p:nvPr/>
        </p:nvSpPr>
        <p:spPr>
          <a:xfrm>
            <a:off x="2257123" y="1892309"/>
            <a:ext cx="5181599" cy="692497"/>
          </a:xfrm>
          <a:prstGeom prst="rect">
            <a:avLst/>
          </a:prstGeom>
          <a:noFill/>
        </p:spPr>
        <p:txBody>
          <a:bodyPr wrap="square" lIns="0" tIns="0" rIns="0" bIns="0" anchor="t" anchorCtr="0">
            <a:spAutoFit/>
          </a:bodyPr>
          <a:lstStyle/>
          <a:p>
            <a:pPr>
              <a:spcBef>
                <a:spcPts val="1200"/>
              </a:spcBef>
              <a:defRPr/>
            </a:pPr>
            <a:r>
              <a:rPr lang="zh-CN" altLang="en-US" sz="1600" b="1" dirty="0">
                <a:solidFill>
                  <a:srgbClr val="123A5C"/>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123A5C"/>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1B2733"/>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a:t>
            </a:r>
          </a:p>
        </p:txBody>
      </p:sp>
      <p:sp>
        <p:nvSpPr>
          <p:cNvPr id="42" name="AutoShape 5">
            <a:extLst>
              <a:ext uri="{FF2B5EF4-FFF2-40B4-BE49-F238E27FC236}">
                <a16:creationId xmlns:a16="http://schemas.microsoft.com/office/drawing/2014/main" id="{2E044C39-B9B5-B970-5368-7A6404992D2A}"/>
              </a:ext>
            </a:extLst>
          </p:cNvPr>
          <p:cNvSpPr/>
          <p:nvPr/>
        </p:nvSpPr>
        <p:spPr>
          <a:xfrm>
            <a:off x="524799" y="1930781"/>
            <a:ext cx="7960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123A5C"/>
                </a:solidFill>
                <a:latin typeface="MiSans VF Light" pitchFamily="2" charset="-122"/>
                <a:ea typeface="MiSans VF Light" pitchFamily="2" charset="-122"/>
                <a:cs typeface="MiSans VF Light" pitchFamily="2" charset="-122"/>
                <a:sym typeface="SimHei"/>
              </a:rPr>
              <a:t>01</a:t>
            </a:r>
          </a:p>
        </p:txBody>
      </p:sp>
      <p:sp>
        <p:nvSpPr>
          <p:cNvPr id="47" name="文本框 46">
            <a:extLst>
              <a:ext uri="{FF2B5EF4-FFF2-40B4-BE49-F238E27FC236}">
                <a16:creationId xmlns:a16="http://schemas.microsoft.com/office/drawing/2014/main" id="{7F3D6C2D-A383-F7FD-2FDF-46BB8678545B}"/>
              </a:ext>
            </a:extLst>
          </p:cNvPr>
          <p:cNvSpPr txBox="1"/>
          <p:nvPr/>
        </p:nvSpPr>
        <p:spPr>
          <a:xfrm>
            <a:off x="2257123" y="3063382"/>
            <a:ext cx="5181599" cy="692497"/>
          </a:xfrm>
          <a:prstGeom prst="rect">
            <a:avLst/>
          </a:prstGeom>
          <a:noFill/>
        </p:spPr>
        <p:txBody>
          <a:bodyPr wrap="square" lIns="0" tIns="0" rIns="0" bIns="0" anchor="t" anchorCtr="0">
            <a:spAutoFit/>
          </a:bodyPr>
          <a:lstStyle/>
          <a:p>
            <a:pPr>
              <a:spcBef>
                <a:spcPts val="1200"/>
              </a:spcBef>
              <a:defRPr/>
            </a:pPr>
            <a:r>
              <a:rPr lang="zh-CN" altLang="en-US" sz="1600" b="1" dirty="0">
                <a:solidFill>
                  <a:srgbClr val="123A5C"/>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123A5C"/>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1B2733"/>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a:t>
            </a:r>
          </a:p>
        </p:txBody>
      </p:sp>
      <p:sp>
        <p:nvSpPr>
          <p:cNvPr id="48" name="AutoShape 5">
            <a:extLst>
              <a:ext uri="{FF2B5EF4-FFF2-40B4-BE49-F238E27FC236}">
                <a16:creationId xmlns:a16="http://schemas.microsoft.com/office/drawing/2014/main" id="{7F5ADDE1-827E-9BBF-6453-943A92D99A70}"/>
              </a:ext>
            </a:extLst>
          </p:cNvPr>
          <p:cNvSpPr/>
          <p:nvPr/>
        </p:nvSpPr>
        <p:spPr>
          <a:xfrm>
            <a:off x="524799" y="3101854"/>
            <a:ext cx="7960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123A5C"/>
                </a:solidFill>
                <a:latin typeface="MiSans VF Light" pitchFamily="2" charset="-122"/>
                <a:ea typeface="MiSans VF Light" pitchFamily="2" charset="-122"/>
                <a:cs typeface="MiSans VF Light" pitchFamily="2" charset="-122"/>
                <a:sym typeface="SimHei"/>
              </a:rPr>
              <a:t>02</a:t>
            </a:r>
          </a:p>
        </p:txBody>
      </p:sp>
      <p:sp>
        <p:nvSpPr>
          <p:cNvPr id="49" name="文本框 48">
            <a:extLst>
              <a:ext uri="{FF2B5EF4-FFF2-40B4-BE49-F238E27FC236}">
                <a16:creationId xmlns:a16="http://schemas.microsoft.com/office/drawing/2014/main" id="{BB2F048A-2E84-E759-2F0D-D1B17FF39672}"/>
              </a:ext>
            </a:extLst>
          </p:cNvPr>
          <p:cNvSpPr txBox="1"/>
          <p:nvPr/>
        </p:nvSpPr>
        <p:spPr>
          <a:xfrm>
            <a:off x="2257123" y="4168366"/>
            <a:ext cx="5181599" cy="692497"/>
          </a:xfrm>
          <a:prstGeom prst="rect">
            <a:avLst/>
          </a:prstGeom>
          <a:noFill/>
        </p:spPr>
        <p:txBody>
          <a:bodyPr wrap="square" lIns="0" tIns="0" rIns="0" bIns="0" anchor="t" anchorCtr="0">
            <a:spAutoFit/>
          </a:bodyPr>
          <a:lstStyle/>
          <a:p>
            <a:pPr>
              <a:spcBef>
                <a:spcPts val="1200"/>
              </a:spcBef>
              <a:defRPr/>
            </a:pPr>
            <a:r>
              <a:rPr lang="zh-CN" altLang="en-US" sz="1600" b="1" dirty="0">
                <a:solidFill>
                  <a:srgbClr val="123A5C"/>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123A5C"/>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1B2733"/>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a:t>
            </a:r>
          </a:p>
        </p:txBody>
      </p:sp>
      <p:sp>
        <p:nvSpPr>
          <p:cNvPr id="50" name="AutoShape 5">
            <a:extLst>
              <a:ext uri="{FF2B5EF4-FFF2-40B4-BE49-F238E27FC236}">
                <a16:creationId xmlns:a16="http://schemas.microsoft.com/office/drawing/2014/main" id="{4D2F0467-2090-941D-CA29-3127F717A816}"/>
              </a:ext>
            </a:extLst>
          </p:cNvPr>
          <p:cNvSpPr/>
          <p:nvPr/>
        </p:nvSpPr>
        <p:spPr>
          <a:xfrm>
            <a:off x="524799" y="4168366"/>
            <a:ext cx="7960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123A5C"/>
                </a:solidFill>
                <a:latin typeface="MiSans VF Light" pitchFamily="2" charset="-122"/>
                <a:ea typeface="MiSans VF Light" pitchFamily="2" charset="-122"/>
                <a:cs typeface="MiSans VF Light" pitchFamily="2" charset="-122"/>
                <a:sym typeface="SimHei"/>
              </a:rPr>
              <a:t>03</a:t>
            </a:r>
          </a:p>
        </p:txBody>
      </p:sp>
      <p:sp>
        <p:nvSpPr>
          <p:cNvPr id="51" name="文本框 50">
            <a:extLst>
              <a:ext uri="{FF2B5EF4-FFF2-40B4-BE49-F238E27FC236}">
                <a16:creationId xmlns:a16="http://schemas.microsoft.com/office/drawing/2014/main" id="{F76A73EE-8857-E2A6-29E6-F5F0E8B46AC2}"/>
              </a:ext>
            </a:extLst>
          </p:cNvPr>
          <p:cNvSpPr txBox="1"/>
          <p:nvPr/>
        </p:nvSpPr>
        <p:spPr>
          <a:xfrm>
            <a:off x="2257123" y="5293235"/>
            <a:ext cx="5181599" cy="692497"/>
          </a:xfrm>
          <a:prstGeom prst="rect">
            <a:avLst/>
          </a:prstGeom>
          <a:noFill/>
        </p:spPr>
        <p:txBody>
          <a:bodyPr wrap="square" lIns="0" tIns="0" rIns="0" bIns="0" anchor="t" anchorCtr="0">
            <a:spAutoFit/>
          </a:bodyPr>
          <a:lstStyle/>
          <a:p>
            <a:pPr>
              <a:spcBef>
                <a:spcPts val="1200"/>
              </a:spcBef>
              <a:defRPr/>
            </a:pPr>
            <a:r>
              <a:rPr lang="zh-CN" altLang="en-US" sz="1600" b="1" dirty="0">
                <a:solidFill>
                  <a:srgbClr val="123A5C"/>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123A5C"/>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1B2733"/>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a:t>
            </a:r>
          </a:p>
        </p:txBody>
      </p:sp>
      <p:sp>
        <p:nvSpPr>
          <p:cNvPr id="52" name="AutoShape 5">
            <a:extLst>
              <a:ext uri="{FF2B5EF4-FFF2-40B4-BE49-F238E27FC236}">
                <a16:creationId xmlns:a16="http://schemas.microsoft.com/office/drawing/2014/main" id="{2F4F8A96-FE01-A188-639E-07924A64FCE8}"/>
              </a:ext>
            </a:extLst>
          </p:cNvPr>
          <p:cNvSpPr/>
          <p:nvPr/>
        </p:nvSpPr>
        <p:spPr>
          <a:xfrm>
            <a:off x="524799" y="5331707"/>
            <a:ext cx="7960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123A5C"/>
                </a:solidFill>
                <a:latin typeface="MiSans VF Light" pitchFamily="2" charset="-122"/>
                <a:ea typeface="MiSans VF Light" pitchFamily="2" charset="-122"/>
                <a:cs typeface="MiSans VF Light" pitchFamily="2" charset="-122"/>
                <a:sym typeface="SimHei"/>
              </a:rPr>
              <a:t>04</a:t>
            </a:r>
          </a:p>
        </p:txBody>
      </p:sp>
      <p:sp>
        <p:nvSpPr>
          <p:cNvPr id="53" name="矩形 52">
            <a:extLst>
              <a:ext uri="{FF2B5EF4-FFF2-40B4-BE49-F238E27FC236}">
                <a16:creationId xmlns:a16="http://schemas.microsoft.com/office/drawing/2014/main" id="{95B17748-FD30-B1DD-88A2-F564E37AEF03}"/>
              </a:ext>
            </a:extLst>
          </p:cNvPr>
          <p:cNvSpPr/>
          <p:nvPr/>
        </p:nvSpPr>
        <p:spPr>
          <a:xfrm>
            <a:off x="9496926" y="1725645"/>
            <a:ext cx="2236358" cy="1025825"/>
          </a:xfrm>
          <a:prstGeom prst="rect">
            <a:avLst/>
          </a:prstGeom>
          <a:pattFill prst="ltUpDiag">
            <a:fgClr>
              <a:srgbClr val="3A8ED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54" name="矩形 53">
            <a:extLst>
              <a:ext uri="{FF2B5EF4-FFF2-40B4-BE49-F238E27FC236}">
                <a16:creationId xmlns:a16="http://schemas.microsoft.com/office/drawing/2014/main" id="{2D2314EF-4FBA-A136-C347-9FC85DA593C7}"/>
              </a:ext>
            </a:extLst>
          </p:cNvPr>
          <p:cNvSpPr/>
          <p:nvPr/>
        </p:nvSpPr>
        <p:spPr>
          <a:xfrm>
            <a:off x="9496926" y="2859287"/>
            <a:ext cx="2236358" cy="1025825"/>
          </a:xfrm>
          <a:prstGeom prst="rect">
            <a:avLst/>
          </a:prstGeom>
          <a:pattFill prst="narVert">
            <a:fgClr>
              <a:srgbClr val="3A8ED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55" name="矩形 54">
            <a:extLst>
              <a:ext uri="{FF2B5EF4-FFF2-40B4-BE49-F238E27FC236}">
                <a16:creationId xmlns:a16="http://schemas.microsoft.com/office/drawing/2014/main" id="{727BFA7D-F0C1-75A7-9D38-CC060749EA2D}"/>
              </a:ext>
            </a:extLst>
          </p:cNvPr>
          <p:cNvSpPr/>
          <p:nvPr/>
        </p:nvSpPr>
        <p:spPr>
          <a:xfrm>
            <a:off x="9496926" y="5126571"/>
            <a:ext cx="2236358" cy="1025825"/>
          </a:xfrm>
          <a:prstGeom prst="rect">
            <a:avLst/>
          </a:prstGeom>
          <a:pattFill prst="narVert">
            <a:fgClr>
              <a:srgbClr val="3A8ED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56" name="矩形 55">
            <a:extLst>
              <a:ext uri="{FF2B5EF4-FFF2-40B4-BE49-F238E27FC236}">
                <a16:creationId xmlns:a16="http://schemas.microsoft.com/office/drawing/2014/main" id="{9A2E90BE-667A-3314-F497-2D0032B873CC}"/>
              </a:ext>
            </a:extLst>
          </p:cNvPr>
          <p:cNvSpPr/>
          <p:nvPr/>
        </p:nvSpPr>
        <p:spPr>
          <a:xfrm>
            <a:off x="9496926" y="3992929"/>
            <a:ext cx="2236358" cy="1025825"/>
          </a:xfrm>
          <a:prstGeom prst="rect">
            <a:avLst/>
          </a:prstGeom>
          <a:pattFill prst="ltUpDiag">
            <a:fgClr>
              <a:srgbClr val="3A8ED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Tree>
    <p:extLst>
      <p:ext uri="{BB962C8B-B14F-4D97-AF65-F5344CB8AC3E}">
        <p14:creationId xmlns:p14="http://schemas.microsoft.com/office/powerpoint/2010/main" val="36070665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76FAD-7597-439F-05C5-883AB45EFE71}"/>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EA7038C3-AEA4-9BEB-F937-288312780EA9}"/>
              </a:ext>
            </a:extLst>
          </p:cNvPr>
          <p:cNvSpPr/>
          <p:nvPr/>
        </p:nvSpPr>
        <p:spPr>
          <a:xfrm>
            <a:off x="0" y="-1"/>
            <a:ext cx="12192000" cy="6857995"/>
          </a:xfrm>
          <a:prstGeom prst="rect">
            <a:avLst/>
          </a:prstGeom>
          <a:solidFill>
            <a:srgbClr val="1644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 name="组合 1">
            <a:extLst>
              <a:ext uri="{FF2B5EF4-FFF2-40B4-BE49-F238E27FC236}">
                <a16:creationId xmlns:a16="http://schemas.microsoft.com/office/drawing/2014/main" id="{CAD245E4-6CD1-9725-FE5A-E07BD22D0043}"/>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3DD1ED64-F5D3-F03A-DBD6-40625306B1A1}"/>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9ED2FF">
                      <a:alpha val="50000"/>
                    </a:srgb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76AE6DB1-D23D-C8D7-0330-AEF0103A18EA}"/>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9ED2FF">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9ED2FF">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67D1143F-DD75-6324-72BD-DBC68DF1079E}"/>
              </a:ext>
            </a:extLst>
          </p:cNvPr>
          <p:cNvSpPr/>
          <p:nvPr/>
        </p:nvSpPr>
        <p:spPr>
          <a:xfrm>
            <a:off x="524800" y="2534606"/>
            <a:ext cx="4064785"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chemeClr val="bg1"/>
                </a:solidFill>
                <a:latin typeface="MiSans VF Bold" pitchFamily="2" charset="-122"/>
                <a:ea typeface="MiSans VF Bold" pitchFamily="2" charset="-122"/>
                <a:cs typeface="MiSans VF Bold" pitchFamily="2" charset="-122"/>
                <a:sym typeface="ChillYunmoGothicBold"/>
              </a:rPr>
              <a:t>主要参考文献</a:t>
            </a:r>
            <a:endParaRPr lang="en-US" altLang="zh-CN" sz="4000" b="1" dirty="0">
              <a:solidFill>
                <a:schemeClr val="bg1"/>
              </a:solidFill>
              <a:latin typeface="MiSans VF Bold" pitchFamily="2" charset="-122"/>
              <a:ea typeface="MiSans VF Bold" pitchFamily="2" charset="-122"/>
              <a:cs typeface="MiSans VF Bold" pitchFamily="2" charset="-122"/>
              <a:sym typeface="ChillYunmoGothicBold"/>
            </a:endParaRPr>
          </a:p>
          <a:p>
            <a:pPr>
              <a:defRPr/>
            </a:pPr>
            <a:r>
              <a:rPr lang="en-US" altLang="zh-CN" sz="4000" b="1" dirty="0">
                <a:solidFill>
                  <a:srgbClr val="9ED2FF"/>
                </a:solidFill>
                <a:latin typeface="Didot" panose="02000503000000020003" pitchFamily="2" charset="-79"/>
                <a:ea typeface="MiSans VF Bold" pitchFamily="2" charset="-122"/>
                <a:cs typeface="Didot" panose="02000503000000020003" pitchFamily="2" charset="-79"/>
                <a:sym typeface="ChillYunmoGothicBold"/>
              </a:rPr>
              <a:t>PART</a:t>
            </a:r>
            <a:r>
              <a:rPr lang="zh-CN" altLang="en-US" sz="4000" b="1" dirty="0">
                <a:solidFill>
                  <a:srgbClr val="9ED2FF"/>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4000" b="1" dirty="0">
                <a:solidFill>
                  <a:srgbClr val="9ED2FF"/>
                </a:solidFill>
                <a:latin typeface="Didot" panose="02000503000000020003" pitchFamily="2" charset="-79"/>
                <a:ea typeface="MiSans VF Bold" pitchFamily="2" charset="-122"/>
                <a:cs typeface="Didot" panose="02000503000000020003" pitchFamily="2" charset="-79"/>
                <a:sym typeface="ChillYunmoGothicBold"/>
              </a:rPr>
              <a:t>07</a:t>
            </a:r>
          </a:p>
        </p:txBody>
      </p:sp>
      <p:sp>
        <p:nvSpPr>
          <p:cNvPr id="16" name="AutoShape 2">
            <a:extLst>
              <a:ext uri="{FF2B5EF4-FFF2-40B4-BE49-F238E27FC236}">
                <a16:creationId xmlns:a16="http://schemas.microsoft.com/office/drawing/2014/main" id="{584A3255-ED09-078B-CBE7-52237E17AAA9}"/>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9ED2FF">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9ED2FF">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4">
            <a:extLst>
              <a:ext uri="{FF2B5EF4-FFF2-40B4-BE49-F238E27FC236}">
                <a16:creationId xmlns:a16="http://schemas.microsoft.com/office/drawing/2014/main" id="{B12CA355-3F03-49BA-1931-E6DA9E9499CB}"/>
              </a:ext>
            </a:extLst>
          </p:cNvPr>
          <p:cNvSpPr/>
          <p:nvPr/>
        </p:nvSpPr>
        <p:spPr>
          <a:xfrm>
            <a:off x="524797" y="4004779"/>
            <a:ext cx="5637284"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9ED2FF">
                    <a:alpha val="50000"/>
                  </a:srgbClr>
                </a:solidFill>
                <a:latin typeface="MiSans VF Light" pitchFamily="2" charset="-122"/>
                <a:ea typeface="MiSans VF Light" pitchFamily="2" charset="-122"/>
                <a:cs typeface="MiSans VF Light" pitchFamily="2" charset="-122"/>
                <a:sym typeface="ChillYunmoGothicBold"/>
              </a:rPr>
              <a:t>这是一句高光文案，一句金句总结本章节的内容。</a:t>
            </a:r>
            <a:endParaRPr lang="zh-CN" altLang="en-US" sz="1600" dirty="0">
              <a:solidFill>
                <a:srgbClr val="9ED2FF">
                  <a:alpha val="50000"/>
                </a:srgbClr>
              </a:solidFill>
              <a:latin typeface="MiSans VF Light" pitchFamily="2" charset="-122"/>
              <a:ea typeface="MiSans VF Light" pitchFamily="2" charset="-122"/>
              <a:cs typeface="MiSans VF Light" pitchFamily="2" charset="-122"/>
              <a:sym typeface="SimHei"/>
            </a:endParaRPr>
          </a:p>
        </p:txBody>
      </p:sp>
    </p:spTree>
    <p:extLst>
      <p:ext uri="{BB962C8B-B14F-4D97-AF65-F5344CB8AC3E}">
        <p14:creationId xmlns:p14="http://schemas.microsoft.com/office/powerpoint/2010/main" val="20954395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6AB28-F790-4E9F-0A27-A9026995C1B0}"/>
            </a:ext>
          </a:extLst>
        </p:cNvPr>
        <p:cNvGrpSpPr/>
        <p:nvPr/>
      </p:nvGrpSpPr>
      <p:grpSpPr>
        <a:xfrm>
          <a:off x="0" y="0"/>
          <a:ext cx="0" cy="0"/>
          <a:chOff x="0" y="0"/>
          <a:chExt cx="0" cy="0"/>
        </a:xfrm>
      </p:grpSpPr>
      <p:sp>
        <p:nvSpPr>
          <p:cNvPr id="9" name="AutoShape 2">
            <a:extLst>
              <a:ext uri="{FF2B5EF4-FFF2-40B4-BE49-F238E27FC236}">
                <a16:creationId xmlns:a16="http://schemas.microsoft.com/office/drawing/2014/main" id="{F471B9AC-12BB-5BF4-DFF1-D859EFCC0739}"/>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1B2733">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1B2733">
                  <a:alpha val="50000"/>
                </a:srgbClr>
              </a:solidFill>
              <a:latin typeface="MiSans VF Light" pitchFamily="2" charset="-122"/>
              <a:ea typeface="MiSans VF Light" pitchFamily="2" charset="-122"/>
              <a:cs typeface="MiSans VF Light" pitchFamily="2" charset="-122"/>
              <a:sym typeface="JetBrains Mono"/>
            </a:endParaRPr>
          </a:p>
        </p:txBody>
      </p:sp>
      <p:grpSp>
        <p:nvGrpSpPr>
          <p:cNvPr id="8" name="组合 7">
            <a:extLst>
              <a:ext uri="{FF2B5EF4-FFF2-40B4-BE49-F238E27FC236}">
                <a16:creationId xmlns:a16="http://schemas.microsoft.com/office/drawing/2014/main" id="{6F1600B3-24D2-50CB-70F5-E6EAE1549DD2}"/>
              </a:ext>
            </a:extLst>
          </p:cNvPr>
          <p:cNvGrpSpPr/>
          <p:nvPr/>
        </p:nvGrpSpPr>
        <p:grpSpPr>
          <a:xfrm>
            <a:off x="0" y="0"/>
            <a:ext cx="12192000" cy="420753"/>
            <a:chOff x="0" y="0"/>
            <a:chExt cx="12192000" cy="420753"/>
          </a:xfrm>
        </p:grpSpPr>
        <p:sp>
          <p:nvSpPr>
            <p:cNvPr id="10" name="矩形 9">
              <a:extLst>
                <a:ext uri="{FF2B5EF4-FFF2-40B4-BE49-F238E27FC236}">
                  <a16:creationId xmlns:a16="http://schemas.microsoft.com/office/drawing/2014/main" id="{12B24DEE-C2B0-76AF-2EEE-DAF21B632B50}"/>
                </a:ext>
              </a:extLst>
            </p:cNvPr>
            <p:cNvSpPr/>
            <p:nvPr/>
          </p:nvSpPr>
          <p:spPr>
            <a:xfrm>
              <a:off x="1927073" y="0"/>
              <a:ext cx="1449238" cy="420753"/>
            </a:xfrm>
            <a:prstGeom prst="rect">
              <a:avLst/>
            </a:prstGeom>
            <a:solidFill>
              <a:srgbClr val="E8F1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123A5C">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123A5C">
                    <a:alpha val="50000"/>
                  </a:srgbClr>
                </a:solidFill>
                <a:latin typeface="MiSans VF Light" pitchFamily="2" charset="-122"/>
                <a:ea typeface="MiSans VF Light" pitchFamily="2" charset="-122"/>
                <a:cs typeface="MiSans VF Light" pitchFamily="2" charset="-122"/>
                <a:sym typeface="SimHei"/>
              </a:endParaRPr>
            </a:p>
          </p:txBody>
        </p:sp>
        <p:sp>
          <p:nvSpPr>
            <p:cNvPr id="11" name="矩形 10">
              <a:extLst>
                <a:ext uri="{FF2B5EF4-FFF2-40B4-BE49-F238E27FC236}">
                  <a16:creationId xmlns:a16="http://schemas.microsoft.com/office/drawing/2014/main" id="{102E730B-B268-CF1B-3D69-9D73B0BF838C}"/>
                </a:ext>
              </a:extLst>
            </p:cNvPr>
            <p:cNvSpPr/>
            <p:nvPr/>
          </p:nvSpPr>
          <p:spPr>
            <a:xfrm>
              <a:off x="9301626" y="0"/>
              <a:ext cx="1449238" cy="420753"/>
            </a:xfrm>
            <a:prstGeom prst="rect">
              <a:avLst/>
            </a:prstGeom>
            <a:solidFill>
              <a:srgbClr val="1F6F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成果创新</a:t>
              </a:r>
            </a:p>
          </p:txBody>
        </p:sp>
        <p:sp>
          <p:nvSpPr>
            <p:cNvPr id="12" name="矩形 11">
              <a:extLst>
                <a:ext uri="{FF2B5EF4-FFF2-40B4-BE49-F238E27FC236}">
                  <a16:creationId xmlns:a16="http://schemas.microsoft.com/office/drawing/2014/main" id="{FBF469A1-A119-16F9-7B7F-DCFCB501F8F9}"/>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现状综述</a:t>
              </a:r>
            </a:p>
          </p:txBody>
        </p:sp>
        <p:sp>
          <p:nvSpPr>
            <p:cNvPr id="13" name="矩形 12">
              <a:extLst>
                <a:ext uri="{FF2B5EF4-FFF2-40B4-BE49-F238E27FC236}">
                  <a16:creationId xmlns:a16="http://schemas.microsoft.com/office/drawing/2014/main" id="{3E595F26-E399-1D72-C395-8397192F87D6}"/>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内容目标</a:t>
              </a:r>
            </a:p>
          </p:txBody>
        </p:sp>
        <p:sp>
          <p:nvSpPr>
            <p:cNvPr id="14" name="矩形 13">
              <a:extLst>
                <a:ext uri="{FF2B5EF4-FFF2-40B4-BE49-F238E27FC236}">
                  <a16:creationId xmlns:a16="http://schemas.microsoft.com/office/drawing/2014/main" id="{FB5ED04B-072A-D675-69FB-0CE6EEFCD6C1}"/>
                </a:ext>
              </a:extLst>
            </p:cNvPr>
            <p:cNvSpPr/>
            <p:nvPr/>
          </p:nvSpPr>
          <p:spPr>
            <a:xfrm>
              <a:off x="635030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方法路线</a:t>
              </a:r>
            </a:p>
          </p:txBody>
        </p:sp>
        <p:sp>
          <p:nvSpPr>
            <p:cNvPr id="19" name="矩形 18">
              <a:extLst>
                <a:ext uri="{FF2B5EF4-FFF2-40B4-BE49-F238E27FC236}">
                  <a16:creationId xmlns:a16="http://schemas.microsoft.com/office/drawing/2014/main" id="{59853AE5-50E1-74D7-1F1F-A880B74E57AA}"/>
                </a:ext>
              </a:extLst>
            </p:cNvPr>
            <p:cNvSpPr/>
            <p:nvPr/>
          </p:nvSpPr>
          <p:spPr>
            <a:xfrm>
              <a:off x="782596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计划安排</a:t>
              </a:r>
            </a:p>
          </p:txBody>
        </p:sp>
        <p:sp>
          <p:nvSpPr>
            <p:cNvPr id="20" name="矩形 19">
              <a:extLst>
                <a:ext uri="{FF2B5EF4-FFF2-40B4-BE49-F238E27FC236}">
                  <a16:creationId xmlns:a16="http://schemas.microsoft.com/office/drawing/2014/main" id="{0B3D8E53-8906-A235-0F53-F864F642F01D}"/>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64466">
                      <a:alpha val="50000"/>
                    </a:srgbClr>
                  </a:solidFill>
                  <a:latin typeface="MiSans VF Light" pitchFamily="2" charset="-122"/>
                  <a:ea typeface="MiSans VF Light" pitchFamily="2" charset="-122"/>
                  <a:cs typeface="MiSans VF Light" pitchFamily="2" charset="-122"/>
                </a:rPr>
                <a:t>参考文献</a:t>
              </a:r>
            </a:p>
          </p:txBody>
        </p:sp>
        <p:grpSp>
          <p:nvGrpSpPr>
            <p:cNvPr id="21" name="组合 20">
              <a:extLst>
                <a:ext uri="{FF2B5EF4-FFF2-40B4-BE49-F238E27FC236}">
                  <a16:creationId xmlns:a16="http://schemas.microsoft.com/office/drawing/2014/main" id="{313A69AD-D052-4FEE-B4DA-3689ECF38019}"/>
                </a:ext>
              </a:extLst>
            </p:cNvPr>
            <p:cNvGrpSpPr/>
            <p:nvPr/>
          </p:nvGrpSpPr>
          <p:grpSpPr>
            <a:xfrm>
              <a:off x="0" y="0"/>
              <a:ext cx="1904698" cy="420753"/>
              <a:chOff x="0" y="0"/>
              <a:chExt cx="1904698" cy="420753"/>
            </a:xfrm>
          </p:grpSpPr>
          <p:sp>
            <p:nvSpPr>
              <p:cNvPr id="25" name="矩形 24">
                <a:extLst>
                  <a:ext uri="{FF2B5EF4-FFF2-40B4-BE49-F238E27FC236}">
                    <a16:creationId xmlns:a16="http://schemas.microsoft.com/office/drawing/2014/main" id="{1D790070-F269-6C1F-8B98-DD138F72BBFD}"/>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164466"/>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164466"/>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8" name="图形 27">
                <a:extLst>
                  <a:ext uri="{FF2B5EF4-FFF2-40B4-BE49-F238E27FC236}">
                    <a16:creationId xmlns:a16="http://schemas.microsoft.com/office/drawing/2014/main" id="{9AD1095E-374B-D1E1-774C-16150913A39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graphicFrame>
        <p:nvGraphicFramePr>
          <p:cNvPr id="3" name="Table 4">
            <a:extLst>
              <a:ext uri="{FF2B5EF4-FFF2-40B4-BE49-F238E27FC236}">
                <a16:creationId xmlns:a16="http://schemas.microsoft.com/office/drawing/2014/main" id="{EB431748-7504-807D-37F1-A25628145558}"/>
              </a:ext>
            </a:extLst>
          </p:cNvPr>
          <p:cNvGraphicFramePr/>
          <p:nvPr>
            <p:extLst>
              <p:ext uri="{D42A27DB-BD31-4B8C-83A1-F6EECF244321}">
                <p14:modId xmlns:p14="http://schemas.microsoft.com/office/powerpoint/2010/main" val="763029053"/>
              </p:ext>
            </p:extLst>
          </p:nvPr>
        </p:nvGraphicFramePr>
        <p:xfrm>
          <a:off x="487680" y="823645"/>
          <a:ext cx="11220226" cy="5210710"/>
        </p:xfrm>
        <a:graphic>
          <a:graphicData uri="http://schemas.openxmlformats.org/drawingml/2006/table">
            <a:tbl>
              <a:tblPr>
                <a:tableStyleId>{2D5ABB26-0587-4C30-8999-92F81FD0307C}</a:tableStyleId>
              </a:tblPr>
              <a:tblGrid>
                <a:gridCol w="1408488">
                  <a:extLst>
                    <a:ext uri="{9D8B030D-6E8A-4147-A177-3AD203B41FA5}">
                      <a16:colId xmlns:a16="http://schemas.microsoft.com/office/drawing/2014/main" val="1"/>
                    </a:ext>
                  </a:extLst>
                </a:gridCol>
                <a:gridCol w="2549218">
                  <a:extLst>
                    <a:ext uri="{9D8B030D-6E8A-4147-A177-3AD203B41FA5}">
                      <a16:colId xmlns:a16="http://schemas.microsoft.com/office/drawing/2014/main" val="2"/>
                    </a:ext>
                  </a:extLst>
                </a:gridCol>
                <a:gridCol w="7262520">
                  <a:extLst>
                    <a:ext uri="{9D8B030D-6E8A-4147-A177-3AD203B41FA5}">
                      <a16:colId xmlns:a16="http://schemas.microsoft.com/office/drawing/2014/main" val="3"/>
                    </a:ext>
                  </a:extLst>
                </a:gridCol>
              </a:tblGrid>
              <a:tr h="608364">
                <a:tc>
                  <a:txBody>
                    <a:bodyPr/>
                    <a:lstStyle/>
                    <a:p>
                      <a:pPr indent="0" algn="l">
                        <a:lnSpc>
                          <a:spcPct val="100000"/>
                        </a:lnSpc>
                        <a:defRPr/>
                      </a:pPr>
                      <a:r>
                        <a:rPr lang="en-US" sz="1600" b="1" i="0" u="none" strike="noStrike" dirty="0" err="1">
                          <a:solidFill>
                            <a:srgbClr val="123A5C"/>
                          </a:solidFill>
                          <a:latin typeface="MiSans VF Bold" pitchFamily="2" charset="-122"/>
                          <a:ea typeface="MiSans VF Bold" pitchFamily="2" charset="-122"/>
                          <a:cs typeface="MiSans VF Bold" pitchFamily="2" charset="-122"/>
                          <a:sym typeface="SimHei"/>
                        </a:rPr>
                        <a:t>序号</a:t>
                      </a:r>
                      <a:endParaRPr lang="en-US" sz="1600" b="1" i="0" dirty="0">
                        <a:solidFill>
                          <a:srgbClr val="123A5C"/>
                        </a:solidFill>
                        <a:latin typeface="MiSans VF Bold" pitchFamily="2" charset="-122"/>
                        <a:ea typeface="MiSans VF Bold" pitchFamily="2" charset="-122"/>
                        <a:cs typeface="MiSans VF Bold" pitchFamily="2" charset="-122"/>
                      </a:endParaRPr>
                    </a:p>
                  </a:txBody>
                  <a:tcPr marL="288000" marR="137160" marT="137160" marB="137160" anchor="ctr">
                    <a:lnL>
                      <a:noFill/>
                    </a:lnL>
                    <a:lnR>
                      <a:noFill/>
                    </a:lnR>
                    <a:lnT w="6350" cap="flat" cmpd="sng" algn="ctr">
                      <a:solidFill>
                        <a:srgbClr val="1F6FB2"/>
                      </a:solidFill>
                      <a:prstDash val="solid"/>
                      <a:round/>
                      <a:headEnd type="none" w="med" len="med"/>
                      <a:tailEnd type="none" w="med" len="med"/>
                    </a:lnT>
                    <a:lnB w="6350" cap="flat" cmpd="sng" algn="ctr">
                      <a:solidFill>
                        <a:srgbClr val="1F6FB2"/>
                      </a:solidFill>
                      <a:prstDash val="solid"/>
                      <a:round/>
                      <a:headEnd type="none" w="med" len="med"/>
                      <a:tailEnd type="none" w="med" len="med"/>
                    </a:lnB>
                    <a:lnTlToBr w="12700" cmpd="sng">
                      <a:noFill/>
                      <a:prstDash val="solid"/>
                    </a:lnTlToBr>
                    <a:lnBlToTr w="12700" cmpd="sng">
                      <a:noFill/>
                      <a:prstDash val="solid"/>
                    </a:lnBlToTr>
                    <a:solidFill>
                      <a:srgbClr val="1F6FB2">
                        <a:alpha val="4706"/>
                      </a:srgbClr>
                    </a:solidFill>
                  </a:tcPr>
                </a:tc>
                <a:tc>
                  <a:txBody>
                    <a:bodyPr/>
                    <a:lstStyle/>
                    <a:p>
                      <a:pPr indent="0" algn="l">
                        <a:lnSpc>
                          <a:spcPct val="100000"/>
                        </a:lnSpc>
                        <a:defRPr/>
                      </a:pPr>
                      <a:r>
                        <a:rPr lang="en-US" sz="1600" b="1" i="0" u="none" strike="noStrike" dirty="0" err="1">
                          <a:solidFill>
                            <a:srgbClr val="123A5C"/>
                          </a:solidFill>
                          <a:latin typeface="MiSans VF Bold" pitchFamily="2" charset="-122"/>
                          <a:ea typeface="MiSans VF Bold" pitchFamily="2" charset="-122"/>
                          <a:cs typeface="MiSans VF Bold" pitchFamily="2" charset="-122"/>
                          <a:sym typeface="SimHei"/>
                        </a:rPr>
                        <a:t>参考来源</a:t>
                      </a:r>
                      <a:endParaRPr lang="en-US" sz="1600" b="1" i="0" dirty="0">
                        <a:solidFill>
                          <a:srgbClr val="123A5C"/>
                        </a:solidFill>
                        <a:latin typeface="MiSans VF Bold" pitchFamily="2" charset="-122"/>
                        <a:ea typeface="MiSans VF Bold" pitchFamily="2" charset="-122"/>
                        <a:cs typeface="MiSans VF Bold" pitchFamily="2" charset="-122"/>
                      </a:endParaRPr>
                    </a:p>
                  </a:txBody>
                  <a:tcPr marL="101600" marR="101600" marT="101600" marB="101600" anchor="ctr">
                    <a:lnL>
                      <a:noFill/>
                    </a:lnL>
                    <a:lnR>
                      <a:noFill/>
                    </a:lnR>
                    <a:lnT w="6350" cap="flat" cmpd="sng" algn="ctr">
                      <a:solidFill>
                        <a:srgbClr val="1F6FB2"/>
                      </a:solidFill>
                      <a:prstDash val="solid"/>
                      <a:round/>
                      <a:headEnd type="none" w="med" len="med"/>
                      <a:tailEnd type="none" w="med" len="med"/>
                    </a:lnT>
                    <a:lnB w="6350" cap="flat" cmpd="sng" algn="ctr">
                      <a:solidFill>
                        <a:srgbClr val="1F6FB2"/>
                      </a:solidFill>
                      <a:prstDash val="solid"/>
                      <a:round/>
                      <a:headEnd type="none" w="med" len="med"/>
                      <a:tailEnd type="none" w="med" len="med"/>
                    </a:lnB>
                    <a:lnTlToBr w="12700" cmpd="sng">
                      <a:noFill/>
                      <a:prstDash val="solid"/>
                    </a:lnTlToBr>
                    <a:lnBlToTr w="12700" cmpd="sng">
                      <a:noFill/>
                      <a:prstDash val="solid"/>
                    </a:lnBlToTr>
                    <a:solidFill>
                      <a:srgbClr val="1F6FB2">
                        <a:alpha val="4706"/>
                      </a:srgbClr>
                    </a:solidFill>
                  </a:tcPr>
                </a:tc>
                <a:tc>
                  <a:txBody>
                    <a:bodyPr/>
                    <a:lstStyle/>
                    <a:p>
                      <a:pPr indent="0" algn="l">
                        <a:lnSpc>
                          <a:spcPct val="100000"/>
                        </a:lnSpc>
                        <a:defRPr/>
                      </a:pPr>
                      <a:r>
                        <a:rPr lang="en-US" sz="1600" b="1" i="0" u="none" strike="noStrike" dirty="0" err="1">
                          <a:solidFill>
                            <a:srgbClr val="123A5C"/>
                          </a:solidFill>
                          <a:latin typeface="MiSans VF Bold" pitchFamily="2" charset="-122"/>
                          <a:ea typeface="MiSans VF Bold" pitchFamily="2" charset="-122"/>
                          <a:cs typeface="MiSans VF Bold" pitchFamily="2" charset="-122"/>
                          <a:sym typeface="SimHei"/>
                        </a:rPr>
                        <a:t>详细内容</a:t>
                      </a:r>
                      <a:endParaRPr lang="en-US" sz="1600" b="1" i="0" dirty="0">
                        <a:solidFill>
                          <a:srgbClr val="123A5C"/>
                        </a:solidFill>
                        <a:latin typeface="MiSans VF Bold" pitchFamily="2" charset="-122"/>
                        <a:ea typeface="MiSans VF Bold" pitchFamily="2" charset="-122"/>
                        <a:cs typeface="MiSans VF Bold" pitchFamily="2" charset="-122"/>
                      </a:endParaRPr>
                    </a:p>
                  </a:txBody>
                  <a:tcPr marL="101600" marR="101600" marT="101600" marB="101600" anchor="ctr">
                    <a:lnL>
                      <a:noFill/>
                    </a:lnL>
                    <a:lnR>
                      <a:noFill/>
                    </a:lnR>
                    <a:lnT w="6350" cap="flat" cmpd="sng" algn="ctr">
                      <a:solidFill>
                        <a:srgbClr val="1F6FB2"/>
                      </a:solidFill>
                      <a:prstDash val="solid"/>
                      <a:round/>
                      <a:headEnd type="none" w="med" len="med"/>
                      <a:tailEnd type="none" w="med" len="med"/>
                    </a:lnT>
                    <a:lnB w="6350" cap="flat" cmpd="sng" algn="ctr">
                      <a:solidFill>
                        <a:srgbClr val="1F6FB2"/>
                      </a:solidFill>
                      <a:prstDash val="solid"/>
                      <a:round/>
                      <a:headEnd type="none" w="med" len="med"/>
                      <a:tailEnd type="none" w="med" len="med"/>
                    </a:lnB>
                    <a:lnTlToBr w="12700" cmpd="sng">
                      <a:noFill/>
                      <a:prstDash val="solid"/>
                    </a:lnTlToBr>
                    <a:lnBlToTr w="12700" cmpd="sng">
                      <a:noFill/>
                      <a:prstDash val="solid"/>
                    </a:lnBlToTr>
                    <a:solidFill>
                      <a:srgbClr val="1F6FB2">
                        <a:alpha val="4706"/>
                      </a:srgbClr>
                    </a:solidFill>
                  </a:tcPr>
                </a:tc>
                <a:extLst>
                  <a:ext uri="{0D108BD9-81ED-4DB2-BD59-A6C34878D82A}">
                    <a16:rowId xmlns:a16="http://schemas.microsoft.com/office/drawing/2014/main" val="1"/>
                  </a:ext>
                </a:extLst>
              </a:tr>
              <a:tr h="657478">
                <a:tc>
                  <a:txBody>
                    <a:bodyPr/>
                    <a:lstStyle/>
                    <a:p>
                      <a:pPr indent="0" algn="l">
                        <a:lnSpc>
                          <a:spcPct val="100000"/>
                        </a:lnSpc>
                        <a:defRPr/>
                      </a:pPr>
                      <a:r>
                        <a:rPr lang="en-US" altLang="zh-CN" sz="1400" b="0" i="0" u="none" strike="noStrike" dirty="0">
                          <a:solidFill>
                            <a:srgbClr val="123A5C"/>
                          </a:solidFill>
                          <a:latin typeface="MiSans VF Light" pitchFamily="2" charset="-122"/>
                          <a:ea typeface="MiSans VF Light" pitchFamily="2" charset="-122"/>
                          <a:cs typeface="MiSans VF Light" pitchFamily="2" charset="-122"/>
                          <a:sym typeface="SimHei"/>
                        </a:rPr>
                        <a:t>01</a:t>
                      </a:r>
                      <a:endParaRPr lang="en-US" sz="1100" b="0" i="0" dirty="0">
                        <a:solidFill>
                          <a:srgbClr val="123A5C"/>
                        </a:solidFill>
                        <a:latin typeface="MiSans VF Light" pitchFamily="2" charset="-122"/>
                        <a:ea typeface="MiSans VF Light" pitchFamily="2" charset="-122"/>
                        <a:cs typeface="MiSans VF Light" pitchFamily="2" charset="-122"/>
                      </a:endParaRPr>
                    </a:p>
                  </a:txBody>
                  <a:tcPr marL="288000" marR="137160" marT="137160" marB="137160" anchor="ctr">
                    <a:lnT w="6350" cap="flat" cmpd="sng" algn="ctr">
                      <a:solidFill>
                        <a:srgbClr val="1F6FB2"/>
                      </a:solidFill>
                      <a:prstDash val="solid"/>
                      <a:round/>
                      <a:headEnd type="none" w="med" len="med"/>
                      <a:tailEnd type="none" w="med" len="med"/>
                    </a:lnT>
                    <a:lnB w="6350" cap="flat" cmpd="sng" algn="ctr">
                      <a:solidFill>
                        <a:srgbClr val="123A5C">
                          <a:alpha val="9804"/>
                        </a:srgbClr>
                      </a:solidFill>
                      <a:prstDash val="solid"/>
                      <a:round/>
                      <a:headEnd type="none" w="med" len="med"/>
                      <a:tailEnd type="none" w="med" len="med"/>
                    </a:lnB>
                    <a:noFill/>
                  </a:tcPr>
                </a:tc>
                <a:tc>
                  <a:txBody>
                    <a:bodyPr/>
                    <a:lstStyle/>
                    <a:p>
                      <a:pPr indent="0" algn="l">
                        <a:lnSpc>
                          <a:spcPct val="100000"/>
                        </a:lnSpc>
                        <a:spcBef>
                          <a:spcPts val="600"/>
                        </a:spcBef>
                        <a:defRPr/>
                      </a:pPr>
                      <a:r>
                        <a:rPr lang="zh-CN" altLang="en-US" sz="1400" b="0" i="0" u="none" strike="noStrike" dirty="0">
                          <a:solidFill>
                            <a:srgbClr val="123A5C"/>
                          </a:solidFill>
                          <a:latin typeface="MiSans VF Light" pitchFamily="2" charset="-122"/>
                          <a:ea typeface="MiSans VF Light" pitchFamily="2" charset="-122"/>
                          <a:cs typeface="MiSans VF Light" pitchFamily="2" charset="-122"/>
                          <a:sym typeface="SimHei"/>
                        </a:rPr>
                        <a:t>学术期刊</a:t>
                      </a:r>
                      <a:endParaRPr lang="en-US" sz="1100" b="0" i="0" dirty="0">
                        <a:solidFill>
                          <a:srgbClr val="123A5C"/>
                        </a:solidFill>
                        <a:latin typeface="MiSans VF Light" pitchFamily="2" charset="-122"/>
                        <a:ea typeface="MiSans VF Light" pitchFamily="2" charset="-122"/>
                        <a:cs typeface="MiSans VF Light" pitchFamily="2" charset="-122"/>
                      </a:endParaRPr>
                    </a:p>
                  </a:txBody>
                  <a:tcPr marL="101600" marR="101600" marT="101600" marB="101600" anchor="ctr">
                    <a:lnT w="6350" cap="flat" cmpd="sng" algn="ctr">
                      <a:solidFill>
                        <a:srgbClr val="1F6FB2"/>
                      </a:solidFill>
                      <a:prstDash val="solid"/>
                      <a:round/>
                      <a:headEnd type="none" w="med" len="med"/>
                      <a:tailEnd type="none" w="med" len="med"/>
                    </a:lnT>
                    <a:lnB w="6350" cap="flat" cmpd="sng" algn="ctr">
                      <a:solidFill>
                        <a:srgbClr val="123A5C">
                          <a:alpha val="9804"/>
                        </a:srgbClr>
                      </a:solidFill>
                      <a:prstDash val="solid"/>
                      <a:round/>
                      <a:headEnd type="none" w="med" len="med"/>
                      <a:tailEnd type="none" w="med" len="med"/>
                    </a:lnB>
                    <a:noFill/>
                  </a:tcPr>
                </a:tc>
                <a:tc>
                  <a:txBody>
                    <a:bodyPr/>
                    <a:lstStyle/>
                    <a:p>
                      <a:pPr indent="0" algn="l">
                        <a:lnSpc>
                          <a:spcPct val="100000"/>
                        </a:lnSpc>
                        <a:defRPr/>
                      </a:pPr>
                      <a:r>
                        <a:rPr lang="zh-CN" altLang="en-US" sz="1400" b="0" i="0" u="none" strike="noStrike" dirty="0">
                          <a:solidFill>
                            <a:srgbClr val="123A5C"/>
                          </a:solidFill>
                          <a:latin typeface="MiSans VF Light" pitchFamily="2" charset="-122"/>
                          <a:ea typeface="MiSans VF Light" pitchFamily="2" charset="-122"/>
                          <a:cs typeface="MiSans VF Light" pitchFamily="2" charset="-122"/>
                          <a:sym typeface="SimHei"/>
                        </a:rPr>
                        <a:t>主要责任者</a:t>
                      </a:r>
                      <a:r>
                        <a:rPr lang="en-US" altLang="zh-CN" sz="1400" b="0" i="0" u="none" strike="noStrike" dirty="0">
                          <a:solidFill>
                            <a:srgbClr val="123A5C"/>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123A5C"/>
                          </a:solidFill>
                          <a:latin typeface="MiSans VF Light" pitchFamily="2" charset="-122"/>
                          <a:ea typeface="MiSans VF Light" pitchFamily="2" charset="-122"/>
                          <a:cs typeface="MiSans VF Light" pitchFamily="2" charset="-122"/>
                          <a:sym typeface="SimHei"/>
                        </a:rPr>
                        <a:t> 文献题名</a:t>
                      </a:r>
                      <a:r>
                        <a:rPr lang="en-US" altLang="zh-CN" sz="1400" b="0" i="0" u="none" strike="noStrike" dirty="0">
                          <a:solidFill>
                            <a:srgbClr val="123A5C"/>
                          </a:solidFill>
                          <a:latin typeface="MiSans VF Light" pitchFamily="2" charset="-122"/>
                          <a:ea typeface="MiSans VF Light" pitchFamily="2" charset="-122"/>
                          <a:cs typeface="MiSans VF Light" pitchFamily="2" charset="-122"/>
                          <a:sym typeface="SimHei"/>
                        </a:rPr>
                        <a:t>[J].</a:t>
                      </a:r>
                      <a:r>
                        <a:rPr lang="zh-CN" altLang="en-US" sz="1400" b="0" i="0" u="none" strike="noStrike" dirty="0">
                          <a:solidFill>
                            <a:srgbClr val="123A5C"/>
                          </a:solidFill>
                          <a:latin typeface="MiSans VF Light" pitchFamily="2" charset="-122"/>
                          <a:ea typeface="MiSans VF Light" pitchFamily="2" charset="-122"/>
                          <a:cs typeface="MiSans VF Light" pitchFamily="2" charset="-122"/>
                          <a:sym typeface="SimHei"/>
                        </a:rPr>
                        <a:t> 刊名</a:t>
                      </a:r>
                      <a:r>
                        <a:rPr lang="en-US" altLang="zh-CN" sz="1400" b="0" i="0" u="none" strike="noStrike" dirty="0">
                          <a:solidFill>
                            <a:srgbClr val="123A5C"/>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123A5C"/>
                          </a:solidFill>
                          <a:latin typeface="MiSans VF Light" pitchFamily="2" charset="-122"/>
                          <a:ea typeface="MiSans VF Light" pitchFamily="2" charset="-122"/>
                          <a:cs typeface="MiSans VF Light" pitchFamily="2" charset="-122"/>
                          <a:sym typeface="SimHei"/>
                        </a:rPr>
                        <a:t>年</a:t>
                      </a:r>
                      <a:r>
                        <a:rPr lang="en-US" altLang="zh-CN" sz="1400" b="0" i="0" u="none" strike="noStrike" dirty="0">
                          <a:solidFill>
                            <a:srgbClr val="123A5C"/>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123A5C"/>
                          </a:solidFill>
                          <a:latin typeface="MiSans VF Light" pitchFamily="2" charset="-122"/>
                          <a:ea typeface="MiSans VF Light" pitchFamily="2" charset="-122"/>
                          <a:cs typeface="MiSans VF Light" pitchFamily="2" charset="-122"/>
                          <a:sym typeface="SimHei"/>
                        </a:rPr>
                        <a:t>卷</a:t>
                      </a:r>
                      <a:r>
                        <a:rPr lang="en-US" altLang="zh-CN" sz="1400" b="0" i="0" u="none" strike="noStrike" dirty="0">
                          <a:solidFill>
                            <a:srgbClr val="123A5C"/>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123A5C"/>
                          </a:solidFill>
                          <a:latin typeface="MiSans VF Light" pitchFamily="2" charset="-122"/>
                          <a:ea typeface="MiSans VF Light" pitchFamily="2" charset="-122"/>
                          <a:cs typeface="MiSans VF Light" pitchFamily="2" charset="-122"/>
                          <a:sym typeface="SimHei"/>
                        </a:rPr>
                        <a:t>期</a:t>
                      </a:r>
                      <a:r>
                        <a:rPr lang="en-US" altLang="zh-CN" sz="1400" b="0" i="0" u="none" strike="noStrike" dirty="0">
                          <a:solidFill>
                            <a:srgbClr val="123A5C"/>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123A5C"/>
                          </a:solidFill>
                          <a:latin typeface="MiSans VF Light" pitchFamily="2" charset="-122"/>
                          <a:ea typeface="MiSans VF Light" pitchFamily="2" charset="-122"/>
                          <a:cs typeface="MiSans VF Light" pitchFamily="2" charset="-122"/>
                          <a:sym typeface="SimHei"/>
                        </a:rPr>
                        <a:t>起止页码</a:t>
                      </a:r>
                      <a:r>
                        <a:rPr lang="en-US" altLang="zh-CN" sz="1400" b="0" i="0" u="none" strike="noStrike" dirty="0">
                          <a:solidFill>
                            <a:srgbClr val="123A5C"/>
                          </a:solidFill>
                          <a:latin typeface="MiSans VF Light" pitchFamily="2" charset="-122"/>
                          <a:ea typeface="MiSans VF Light" pitchFamily="2" charset="-122"/>
                          <a:cs typeface="MiSans VF Light" pitchFamily="2" charset="-122"/>
                          <a:sym typeface="SimHei"/>
                        </a:rPr>
                        <a:t> </a:t>
                      </a:r>
                      <a:endParaRPr lang="en-US" sz="1100" b="0" i="0" dirty="0">
                        <a:solidFill>
                          <a:srgbClr val="123A5C"/>
                        </a:solidFill>
                        <a:latin typeface="MiSans VF Light" pitchFamily="2" charset="-122"/>
                        <a:ea typeface="MiSans VF Light" pitchFamily="2" charset="-122"/>
                        <a:cs typeface="MiSans VF Light" pitchFamily="2" charset="-122"/>
                      </a:endParaRPr>
                    </a:p>
                  </a:txBody>
                  <a:tcPr marL="101600" marR="101600" marT="101600" marB="101600" anchor="ctr">
                    <a:lnT w="6350" cap="flat" cmpd="sng" algn="ctr">
                      <a:solidFill>
                        <a:srgbClr val="1F6FB2"/>
                      </a:solidFill>
                      <a:prstDash val="solid"/>
                      <a:round/>
                      <a:headEnd type="none" w="med" len="med"/>
                      <a:tailEnd type="none" w="med" len="med"/>
                    </a:lnT>
                    <a:lnB w="6350" cap="flat" cmpd="sng" algn="ctr">
                      <a:solidFill>
                        <a:srgbClr val="123A5C">
                          <a:alpha val="9804"/>
                        </a:srgbClr>
                      </a:solidFill>
                      <a:prstDash val="solid"/>
                      <a:round/>
                      <a:headEnd type="none" w="med" len="med"/>
                      <a:tailEnd type="none" w="med" len="med"/>
                    </a:lnB>
                    <a:noFill/>
                  </a:tcPr>
                </a:tc>
                <a:extLst>
                  <a:ext uri="{0D108BD9-81ED-4DB2-BD59-A6C34878D82A}">
                    <a16:rowId xmlns:a16="http://schemas.microsoft.com/office/drawing/2014/main" val="2"/>
                  </a:ext>
                </a:extLst>
              </a:tr>
              <a:tr h="657478">
                <a:tc>
                  <a:txBody>
                    <a:bodyPr/>
                    <a:lstStyle/>
                    <a:p>
                      <a:pPr indent="0" algn="l">
                        <a:lnSpc>
                          <a:spcPct val="100000"/>
                        </a:lnSpc>
                        <a:defRPr/>
                      </a:pPr>
                      <a:r>
                        <a:rPr lang="en-US" altLang="zh-CN" sz="1400" b="0" i="0" u="none" strike="noStrike" dirty="0">
                          <a:solidFill>
                            <a:srgbClr val="123A5C"/>
                          </a:solidFill>
                          <a:latin typeface="MiSans VF Light" pitchFamily="2" charset="-122"/>
                          <a:ea typeface="MiSans VF Light" pitchFamily="2" charset="-122"/>
                          <a:cs typeface="MiSans VF Light" pitchFamily="2" charset="-122"/>
                          <a:sym typeface="SimHei"/>
                        </a:rPr>
                        <a:t>02</a:t>
                      </a:r>
                      <a:endParaRPr lang="en-US" sz="1100" b="0" i="0" dirty="0">
                        <a:solidFill>
                          <a:srgbClr val="123A5C"/>
                        </a:solidFill>
                        <a:latin typeface="MiSans VF Light" pitchFamily="2" charset="-122"/>
                        <a:ea typeface="MiSans VF Light" pitchFamily="2" charset="-122"/>
                        <a:cs typeface="MiSans VF Light" pitchFamily="2" charset="-122"/>
                      </a:endParaRPr>
                    </a:p>
                  </a:txBody>
                  <a:tcPr marL="288000" marR="137160" marT="137160" marB="137160" anchor="ctr">
                    <a:lnL>
                      <a:noFill/>
                    </a:lnL>
                    <a:lnR>
                      <a:noFill/>
                    </a:lnR>
                    <a:lnT w="6350" cap="flat" cmpd="sng" algn="ctr">
                      <a:solidFill>
                        <a:srgbClr val="123A5C">
                          <a:alpha val="9804"/>
                        </a:srgbClr>
                      </a:solidFill>
                      <a:prstDash val="solid"/>
                      <a:round/>
                      <a:headEnd type="none" w="med" len="med"/>
                      <a:tailEnd type="none" w="med" len="med"/>
                    </a:lnT>
                    <a:lnB w="6350" cap="flat" cmpd="sng" algn="ctr">
                      <a:solidFill>
                        <a:srgbClr val="123A5C">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l">
                        <a:lnSpc>
                          <a:spcPct val="100000"/>
                        </a:lnSpc>
                        <a:spcBef>
                          <a:spcPts val="600"/>
                        </a:spcBef>
                        <a:defRPr/>
                      </a:pPr>
                      <a:r>
                        <a:rPr lang="zh-CN" altLang="en-US" sz="1400" b="0" i="0" u="none" strike="noStrike" dirty="0">
                          <a:solidFill>
                            <a:srgbClr val="123A5C"/>
                          </a:solidFill>
                          <a:latin typeface="MiSans VF Light" pitchFamily="2" charset="-122"/>
                          <a:ea typeface="MiSans VF Light" pitchFamily="2" charset="-122"/>
                          <a:cs typeface="MiSans VF Light" pitchFamily="2" charset="-122"/>
                          <a:sym typeface="SimHei"/>
                        </a:rPr>
                        <a:t>学术期刊</a:t>
                      </a:r>
                      <a:endParaRPr lang="en-US" altLang="zh-CN" sz="1100" b="0" i="0" dirty="0">
                        <a:solidFill>
                          <a:srgbClr val="123A5C"/>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123A5C">
                          <a:alpha val="9804"/>
                        </a:srgbClr>
                      </a:solidFill>
                      <a:prstDash val="solid"/>
                      <a:round/>
                      <a:headEnd type="none" w="med" len="med"/>
                      <a:tailEnd type="none" w="med" len="med"/>
                    </a:lnT>
                    <a:lnB w="6350" cap="flat" cmpd="sng" algn="ctr">
                      <a:solidFill>
                        <a:srgbClr val="123A5C">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l">
                        <a:lnSpc>
                          <a:spcPct val="100000"/>
                        </a:lnSpc>
                        <a:defRPr/>
                      </a:pPr>
                      <a:r>
                        <a:rPr lang="zh-CN" altLang="en-US" sz="1400" b="0" i="0" u="none" strike="noStrike" dirty="0">
                          <a:solidFill>
                            <a:srgbClr val="123A5C"/>
                          </a:solidFill>
                          <a:latin typeface="MiSans VF Light" pitchFamily="2" charset="-122"/>
                          <a:ea typeface="MiSans VF Light" pitchFamily="2" charset="-122"/>
                          <a:cs typeface="MiSans VF Light" pitchFamily="2" charset="-122"/>
                          <a:sym typeface="SimHei"/>
                        </a:rPr>
                        <a:t>主要责任者</a:t>
                      </a:r>
                      <a:r>
                        <a:rPr lang="en-US" altLang="zh-CN" sz="1400" b="0" i="0" u="none" strike="noStrike" dirty="0">
                          <a:solidFill>
                            <a:srgbClr val="123A5C"/>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123A5C"/>
                          </a:solidFill>
                          <a:latin typeface="MiSans VF Light" pitchFamily="2" charset="-122"/>
                          <a:ea typeface="MiSans VF Light" pitchFamily="2" charset="-122"/>
                          <a:cs typeface="MiSans VF Light" pitchFamily="2" charset="-122"/>
                          <a:sym typeface="SimHei"/>
                        </a:rPr>
                        <a:t> 文献题名</a:t>
                      </a:r>
                      <a:r>
                        <a:rPr lang="en-US" altLang="zh-CN" sz="1400" b="0" i="0" u="none" strike="noStrike" dirty="0">
                          <a:solidFill>
                            <a:srgbClr val="123A5C"/>
                          </a:solidFill>
                          <a:latin typeface="MiSans VF Light" pitchFamily="2" charset="-122"/>
                          <a:ea typeface="MiSans VF Light" pitchFamily="2" charset="-122"/>
                          <a:cs typeface="MiSans VF Light" pitchFamily="2" charset="-122"/>
                          <a:sym typeface="SimHei"/>
                        </a:rPr>
                        <a:t>[J].</a:t>
                      </a:r>
                      <a:r>
                        <a:rPr lang="zh-CN" altLang="en-US" sz="1400" b="0" i="0" u="none" strike="noStrike" dirty="0">
                          <a:solidFill>
                            <a:srgbClr val="123A5C"/>
                          </a:solidFill>
                          <a:latin typeface="MiSans VF Light" pitchFamily="2" charset="-122"/>
                          <a:ea typeface="MiSans VF Light" pitchFamily="2" charset="-122"/>
                          <a:cs typeface="MiSans VF Light" pitchFamily="2" charset="-122"/>
                          <a:sym typeface="SimHei"/>
                        </a:rPr>
                        <a:t> 刊名</a:t>
                      </a:r>
                      <a:r>
                        <a:rPr lang="en-US" altLang="zh-CN" sz="1400" b="0" i="0" u="none" strike="noStrike" dirty="0">
                          <a:solidFill>
                            <a:srgbClr val="123A5C"/>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123A5C"/>
                          </a:solidFill>
                          <a:latin typeface="MiSans VF Light" pitchFamily="2" charset="-122"/>
                          <a:ea typeface="MiSans VF Light" pitchFamily="2" charset="-122"/>
                          <a:cs typeface="MiSans VF Light" pitchFamily="2" charset="-122"/>
                          <a:sym typeface="SimHei"/>
                        </a:rPr>
                        <a:t>年</a:t>
                      </a:r>
                      <a:r>
                        <a:rPr lang="en-US" altLang="zh-CN" sz="1400" b="0" i="0" u="none" strike="noStrike" dirty="0">
                          <a:solidFill>
                            <a:srgbClr val="123A5C"/>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123A5C"/>
                          </a:solidFill>
                          <a:latin typeface="MiSans VF Light" pitchFamily="2" charset="-122"/>
                          <a:ea typeface="MiSans VF Light" pitchFamily="2" charset="-122"/>
                          <a:cs typeface="MiSans VF Light" pitchFamily="2" charset="-122"/>
                          <a:sym typeface="SimHei"/>
                        </a:rPr>
                        <a:t>卷</a:t>
                      </a:r>
                      <a:r>
                        <a:rPr lang="en-US" altLang="zh-CN" sz="1400" b="0" i="0" u="none" strike="noStrike" dirty="0">
                          <a:solidFill>
                            <a:srgbClr val="123A5C"/>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123A5C"/>
                          </a:solidFill>
                          <a:latin typeface="MiSans VF Light" pitchFamily="2" charset="-122"/>
                          <a:ea typeface="MiSans VF Light" pitchFamily="2" charset="-122"/>
                          <a:cs typeface="MiSans VF Light" pitchFamily="2" charset="-122"/>
                          <a:sym typeface="SimHei"/>
                        </a:rPr>
                        <a:t>期</a:t>
                      </a:r>
                      <a:r>
                        <a:rPr lang="en-US" altLang="zh-CN" sz="1400" b="0" i="0" u="none" strike="noStrike" dirty="0">
                          <a:solidFill>
                            <a:srgbClr val="123A5C"/>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123A5C"/>
                          </a:solidFill>
                          <a:latin typeface="MiSans VF Light" pitchFamily="2" charset="-122"/>
                          <a:ea typeface="MiSans VF Light" pitchFamily="2" charset="-122"/>
                          <a:cs typeface="MiSans VF Light" pitchFamily="2" charset="-122"/>
                          <a:sym typeface="SimHei"/>
                        </a:rPr>
                        <a:t>起止页码</a:t>
                      </a:r>
                      <a:r>
                        <a:rPr lang="en-US" altLang="zh-CN" sz="1400" b="0" i="0" u="none" strike="noStrike" dirty="0">
                          <a:solidFill>
                            <a:srgbClr val="123A5C"/>
                          </a:solidFill>
                          <a:latin typeface="MiSans VF Light" pitchFamily="2" charset="-122"/>
                          <a:ea typeface="MiSans VF Light" pitchFamily="2" charset="-122"/>
                          <a:cs typeface="MiSans VF Light" pitchFamily="2" charset="-122"/>
                          <a:sym typeface="SimHei"/>
                        </a:rPr>
                        <a:t> </a:t>
                      </a:r>
                      <a:endParaRPr lang="en-US" altLang="zh-CN" sz="1100" b="0" i="0" dirty="0">
                        <a:solidFill>
                          <a:srgbClr val="123A5C"/>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123A5C">
                          <a:alpha val="9804"/>
                        </a:srgbClr>
                      </a:solidFill>
                      <a:prstDash val="solid"/>
                      <a:round/>
                      <a:headEnd type="none" w="med" len="med"/>
                      <a:tailEnd type="none" w="med" len="med"/>
                    </a:lnT>
                    <a:lnB w="6350" cap="flat" cmpd="sng" algn="ctr">
                      <a:solidFill>
                        <a:srgbClr val="123A5C">
                          <a:alpha val="980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
                  </a:ext>
                </a:extLst>
              </a:tr>
              <a:tr h="657478">
                <a:tc>
                  <a:txBody>
                    <a:bodyPr/>
                    <a:lstStyle/>
                    <a:p>
                      <a:pPr indent="0" algn="l">
                        <a:lnSpc>
                          <a:spcPct val="100000"/>
                        </a:lnSpc>
                        <a:defRPr/>
                      </a:pPr>
                      <a:r>
                        <a:rPr lang="en-US" altLang="zh-CN" sz="1400" b="0" i="0" u="none" strike="noStrike" dirty="0">
                          <a:solidFill>
                            <a:srgbClr val="123A5C"/>
                          </a:solidFill>
                          <a:latin typeface="MiSans VF Light" pitchFamily="2" charset="-122"/>
                          <a:ea typeface="MiSans VF Light" pitchFamily="2" charset="-122"/>
                          <a:cs typeface="MiSans VF Light" pitchFamily="2" charset="-122"/>
                          <a:sym typeface="SimHei"/>
                        </a:rPr>
                        <a:t>03</a:t>
                      </a:r>
                      <a:endParaRPr lang="en-US" sz="1100" b="0" i="0" dirty="0">
                        <a:solidFill>
                          <a:srgbClr val="123A5C"/>
                        </a:solidFill>
                        <a:latin typeface="MiSans VF Light" pitchFamily="2" charset="-122"/>
                        <a:ea typeface="MiSans VF Light" pitchFamily="2" charset="-122"/>
                        <a:cs typeface="MiSans VF Light" pitchFamily="2" charset="-122"/>
                      </a:endParaRPr>
                    </a:p>
                  </a:txBody>
                  <a:tcPr marL="288000" marR="137160" marT="137160" marB="137160" anchor="ctr">
                    <a:lnL>
                      <a:noFill/>
                    </a:lnL>
                    <a:lnR>
                      <a:noFill/>
                    </a:lnR>
                    <a:lnT w="6350" cap="flat" cmpd="sng" algn="ctr">
                      <a:solidFill>
                        <a:srgbClr val="123A5C">
                          <a:alpha val="9804"/>
                        </a:srgbClr>
                      </a:solidFill>
                      <a:prstDash val="solid"/>
                      <a:round/>
                      <a:headEnd type="none" w="med" len="med"/>
                      <a:tailEnd type="none" w="med" len="med"/>
                    </a:lnT>
                    <a:lnB w="6350" cap="flat" cmpd="sng" algn="ctr">
                      <a:solidFill>
                        <a:srgbClr val="123A5C">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l">
                        <a:lnSpc>
                          <a:spcPct val="100000"/>
                        </a:lnSpc>
                        <a:defRPr/>
                      </a:pPr>
                      <a:r>
                        <a:rPr lang="zh-CN" altLang="en-US" sz="1400" b="0" i="0" u="none" strike="noStrike" dirty="0">
                          <a:solidFill>
                            <a:srgbClr val="123A5C"/>
                          </a:solidFill>
                          <a:latin typeface="MiSans VF Light" pitchFamily="2" charset="-122"/>
                          <a:ea typeface="MiSans VF Light" pitchFamily="2" charset="-122"/>
                          <a:cs typeface="MiSans VF Light" pitchFamily="2" charset="-122"/>
                          <a:sym typeface="SimHei"/>
                        </a:rPr>
                        <a:t>专利文献</a:t>
                      </a:r>
                      <a:endParaRPr lang="en-US" sz="1100" b="0" i="0" dirty="0">
                        <a:solidFill>
                          <a:srgbClr val="123A5C"/>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123A5C">
                          <a:alpha val="9804"/>
                        </a:srgbClr>
                      </a:solidFill>
                      <a:prstDash val="solid"/>
                      <a:round/>
                      <a:headEnd type="none" w="med" len="med"/>
                      <a:tailEnd type="none" w="med" len="med"/>
                    </a:lnT>
                    <a:lnB w="6350" cap="flat" cmpd="sng" algn="ctr">
                      <a:solidFill>
                        <a:srgbClr val="123A5C">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l">
                        <a:lnSpc>
                          <a:spcPct val="100000"/>
                        </a:lnSpc>
                        <a:defRPr/>
                      </a:pPr>
                      <a:r>
                        <a:rPr lang="zh-CN" altLang="en-US" sz="1400" b="0" i="0" u="none" strike="noStrike" dirty="0">
                          <a:solidFill>
                            <a:srgbClr val="123A5C"/>
                          </a:solidFill>
                          <a:latin typeface="MiSans VF Light" pitchFamily="2" charset="-122"/>
                          <a:ea typeface="MiSans VF Light" pitchFamily="2" charset="-122"/>
                          <a:cs typeface="MiSans VF Light" pitchFamily="2" charset="-122"/>
                          <a:sym typeface="SimHei"/>
                        </a:rPr>
                        <a:t>主要责任者</a:t>
                      </a:r>
                      <a:r>
                        <a:rPr lang="en-US" altLang="zh-CN" sz="1400" b="0" i="0" u="none" strike="noStrike" dirty="0">
                          <a:solidFill>
                            <a:srgbClr val="123A5C"/>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123A5C"/>
                          </a:solidFill>
                          <a:latin typeface="MiSans VF Light" pitchFamily="2" charset="-122"/>
                          <a:ea typeface="MiSans VF Light" pitchFamily="2" charset="-122"/>
                          <a:cs typeface="MiSans VF Light" pitchFamily="2" charset="-122"/>
                          <a:sym typeface="SimHei"/>
                        </a:rPr>
                        <a:t> 文献题名</a:t>
                      </a:r>
                      <a:r>
                        <a:rPr lang="en-US" altLang="zh-CN" sz="1400" b="0" i="0" u="none" strike="noStrike" dirty="0">
                          <a:solidFill>
                            <a:srgbClr val="123A5C"/>
                          </a:solidFill>
                          <a:latin typeface="MiSans VF Light" pitchFamily="2" charset="-122"/>
                          <a:ea typeface="MiSans VF Light" pitchFamily="2" charset="-122"/>
                          <a:cs typeface="MiSans VF Light" pitchFamily="2" charset="-122"/>
                          <a:sym typeface="SimHei"/>
                        </a:rPr>
                        <a:t>[J].</a:t>
                      </a:r>
                      <a:r>
                        <a:rPr lang="zh-CN" altLang="en-US" sz="1400" b="0" i="0" u="none" strike="noStrike" dirty="0">
                          <a:solidFill>
                            <a:srgbClr val="123A5C"/>
                          </a:solidFill>
                          <a:latin typeface="MiSans VF Light" pitchFamily="2" charset="-122"/>
                          <a:ea typeface="MiSans VF Light" pitchFamily="2" charset="-122"/>
                          <a:cs typeface="MiSans VF Light" pitchFamily="2" charset="-122"/>
                          <a:sym typeface="SimHei"/>
                        </a:rPr>
                        <a:t> 刊名</a:t>
                      </a:r>
                      <a:r>
                        <a:rPr lang="en-US" altLang="zh-CN" sz="1400" b="0" i="0" u="none" strike="noStrike" dirty="0">
                          <a:solidFill>
                            <a:srgbClr val="123A5C"/>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123A5C"/>
                          </a:solidFill>
                          <a:latin typeface="MiSans VF Light" pitchFamily="2" charset="-122"/>
                          <a:ea typeface="MiSans VF Light" pitchFamily="2" charset="-122"/>
                          <a:cs typeface="MiSans VF Light" pitchFamily="2" charset="-122"/>
                          <a:sym typeface="SimHei"/>
                        </a:rPr>
                        <a:t>年</a:t>
                      </a:r>
                      <a:r>
                        <a:rPr lang="en-US" altLang="zh-CN" sz="1400" b="0" i="0" u="none" strike="noStrike" dirty="0">
                          <a:solidFill>
                            <a:srgbClr val="123A5C"/>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123A5C"/>
                          </a:solidFill>
                          <a:latin typeface="MiSans VF Light" pitchFamily="2" charset="-122"/>
                          <a:ea typeface="MiSans VF Light" pitchFamily="2" charset="-122"/>
                          <a:cs typeface="MiSans VF Light" pitchFamily="2" charset="-122"/>
                          <a:sym typeface="SimHei"/>
                        </a:rPr>
                        <a:t>卷</a:t>
                      </a:r>
                      <a:r>
                        <a:rPr lang="en-US" altLang="zh-CN" sz="1400" b="0" i="0" u="none" strike="noStrike" dirty="0">
                          <a:solidFill>
                            <a:srgbClr val="123A5C"/>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123A5C"/>
                          </a:solidFill>
                          <a:latin typeface="MiSans VF Light" pitchFamily="2" charset="-122"/>
                          <a:ea typeface="MiSans VF Light" pitchFamily="2" charset="-122"/>
                          <a:cs typeface="MiSans VF Light" pitchFamily="2" charset="-122"/>
                          <a:sym typeface="SimHei"/>
                        </a:rPr>
                        <a:t>期</a:t>
                      </a:r>
                      <a:r>
                        <a:rPr lang="en-US" altLang="zh-CN" sz="1400" b="0" i="0" u="none" strike="noStrike" dirty="0">
                          <a:solidFill>
                            <a:srgbClr val="123A5C"/>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123A5C"/>
                          </a:solidFill>
                          <a:latin typeface="MiSans VF Light" pitchFamily="2" charset="-122"/>
                          <a:ea typeface="MiSans VF Light" pitchFamily="2" charset="-122"/>
                          <a:cs typeface="MiSans VF Light" pitchFamily="2" charset="-122"/>
                          <a:sym typeface="SimHei"/>
                        </a:rPr>
                        <a:t>起止页码</a:t>
                      </a:r>
                      <a:r>
                        <a:rPr lang="en-US" altLang="zh-CN" sz="1400" b="0" i="0" u="none" strike="noStrike" dirty="0">
                          <a:solidFill>
                            <a:srgbClr val="123A5C"/>
                          </a:solidFill>
                          <a:latin typeface="MiSans VF Light" pitchFamily="2" charset="-122"/>
                          <a:ea typeface="MiSans VF Light" pitchFamily="2" charset="-122"/>
                          <a:cs typeface="MiSans VF Light" pitchFamily="2" charset="-122"/>
                          <a:sym typeface="SimHei"/>
                        </a:rPr>
                        <a:t> </a:t>
                      </a:r>
                      <a:endParaRPr lang="en-US" altLang="zh-CN" sz="1100" b="0" i="0" dirty="0">
                        <a:solidFill>
                          <a:srgbClr val="123A5C"/>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123A5C">
                          <a:alpha val="9804"/>
                        </a:srgbClr>
                      </a:solidFill>
                      <a:prstDash val="solid"/>
                      <a:round/>
                      <a:headEnd type="none" w="med" len="med"/>
                      <a:tailEnd type="none" w="med" len="med"/>
                    </a:lnT>
                    <a:lnB w="6350" cap="flat" cmpd="sng" algn="ctr">
                      <a:solidFill>
                        <a:srgbClr val="123A5C">
                          <a:alpha val="980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
                  </a:ext>
                </a:extLst>
              </a:tr>
              <a:tr h="657478">
                <a:tc>
                  <a:txBody>
                    <a:bodyPr/>
                    <a:lstStyle/>
                    <a:p>
                      <a:pPr indent="0" algn="l">
                        <a:lnSpc>
                          <a:spcPct val="100000"/>
                        </a:lnSpc>
                        <a:defRPr/>
                      </a:pPr>
                      <a:r>
                        <a:rPr lang="en-US" altLang="zh-CN" sz="1400" b="0" i="0" u="none" strike="noStrike" dirty="0">
                          <a:solidFill>
                            <a:srgbClr val="123A5C"/>
                          </a:solidFill>
                          <a:latin typeface="MiSans VF Light" pitchFamily="2" charset="-122"/>
                          <a:ea typeface="MiSans VF Light" pitchFamily="2" charset="-122"/>
                          <a:cs typeface="MiSans VF Light" pitchFamily="2" charset="-122"/>
                          <a:sym typeface="SimHei"/>
                        </a:rPr>
                        <a:t>04</a:t>
                      </a:r>
                      <a:endParaRPr lang="en-US" sz="1100" b="0" i="0" dirty="0">
                        <a:solidFill>
                          <a:srgbClr val="123A5C"/>
                        </a:solidFill>
                        <a:latin typeface="MiSans VF Light" pitchFamily="2" charset="-122"/>
                        <a:ea typeface="MiSans VF Light" pitchFamily="2" charset="-122"/>
                        <a:cs typeface="MiSans VF Light" pitchFamily="2" charset="-122"/>
                      </a:endParaRPr>
                    </a:p>
                  </a:txBody>
                  <a:tcPr marL="288000" marR="137160" marT="137160" marB="137160" anchor="ctr">
                    <a:lnL>
                      <a:noFill/>
                    </a:lnL>
                    <a:lnR>
                      <a:noFill/>
                    </a:lnR>
                    <a:lnT w="6350" cap="flat" cmpd="sng" algn="ctr">
                      <a:solidFill>
                        <a:srgbClr val="123A5C">
                          <a:alpha val="9804"/>
                        </a:srgbClr>
                      </a:solidFill>
                      <a:prstDash val="solid"/>
                      <a:round/>
                      <a:headEnd type="none" w="med" len="med"/>
                      <a:tailEnd type="none" w="med" len="med"/>
                    </a:lnT>
                    <a:lnB w="6350" cap="flat" cmpd="sng" algn="ctr">
                      <a:solidFill>
                        <a:srgbClr val="123A5C">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l">
                        <a:lnSpc>
                          <a:spcPct val="100000"/>
                        </a:lnSpc>
                        <a:defRPr/>
                      </a:pPr>
                      <a:r>
                        <a:rPr lang="zh-CN" altLang="en-US" sz="1400" b="0" i="0" u="none" strike="noStrike" dirty="0">
                          <a:solidFill>
                            <a:srgbClr val="123A5C"/>
                          </a:solidFill>
                          <a:latin typeface="MiSans VF Light" pitchFamily="2" charset="-122"/>
                          <a:ea typeface="MiSans VF Light" pitchFamily="2" charset="-122"/>
                          <a:cs typeface="MiSans VF Light" pitchFamily="2" charset="-122"/>
                          <a:sym typeface="SimHei"/>
                        </a:rPr>
                        <a:t>专利文献</a:t>
                      </a:r>
                      <a:endParaRPr lang="en-US" sz="1100" b="0" i="0" dirty="0">
                        <a:solidFill>
                          <a:srgbClr val="123A5C"/>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123A5C">
                          <a:alpha val="9804"/>
                        </a:srgbClr>
                      </a:solidFill>
                      <a:prstDash val="solid"/>
                      <a:round/>
                      <a:headEnd type="none" w="med" len="med"/>
                      <a:tailEnd type="none" w="med" len="med"/>
                    </a:lnT>
                    <a:lnB w="6350" cap="flat" cmpd="sng" algn="ctr">
                      <a:solidFill>
                        <a:srgbClr val="123A5C">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l">
                        <a:lnSpc>
                          <a:spcPct val="100000"/>
                        </a:lnSpc>
                        <a:defRPr/>
                      </a:pPr>
                      <a:r>
                        <a:rPr lang="zh-CN" altLang="en-US" sz="1400" b="0" i="0" u="none" strike="noStrike" dirty="0">
                          <a:solidFill>
                            <a:srgbClr val="123A5C"/>
                          </a:solidFill>
                          <a:latin typeface="MiSans VF Light" pitchFamily="2" charset="-122"/>
                          <a:ea typeface="MiSans VF Light" pitchFamily="2" charset="-122"/>
                          <a:cs typeface="MiSans VF Light" pitchFamily="2" charset="-122"/>
                          <a:sym typeface="SimHei"/>
                        </a:rPr>
                        <a:t>主要责任者</a:t>
                      </a:r>
                      <a:r>
                        <a:rPr lang="en-US" altLang="zh-CN" sz="1400" b="0" i="0" u="none" strike="noStrike" dirty="0">
                          <a:solidFill>
                            <a:srgbClr val="123A5C"/>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123A5C"/>
                          </a:solidFill>
                          <a:latin typeface="MiSans VF Light" pitchFamily="2" charset="-122"/>
                          <a:ea typeface="MiSans VF Light" pitchFamily="2" charset="-122"/>
                          <a:cs typeface="MiSans VF Light" pitchFamily="2" charset="-122"/>
                          <a:sym typeface="SimHei"/>
                        </a:rPr>
                        <a:t> 文献题名</a:t>
                      </a:r>
                      <a:r>
                        <a:rPr lang="en-US" altLang="zh-CN" sz="1400" b="0" i="0" u="none" strike="noStrike" dirty="0">
                          <a:solidFill>
                            <a:srgbClr val="123A5C"/>
                          </a:solidFill>
                          <a:latin typeface="MiSans VF Light" pitchFamily="2" charset="-122"/>
                          <a:ea typeface="MiSans VF Light" pitchFamily="2" charset="-122"/>
                          <a:cs typeface="MiSans VF Light" pitchFamily="2" charset="-122"/>
                          <a:sym typeface="SimHei"/>
                        </a:rPr>
                        <a:t>[J].</a:t>
                      </a:r>
                      <a:r>
                        <a:rPr lang="zh-CN" altLang="en-US" sz="1400" b="0" i="0" u="none" strike="noStrike" dirty="0">
                          <a:solidFill>
                            <a:srgbClr val="123A5C"/>
                          </a:solidFill>
                          <a:latin typeface="MiSans VF Light" pitchFamily="2" charset="-122"/>
                          <a:ea typeface="MiSans VF Light" pitchFamily="2" charset="-122"/>
                          <a:cs typeface="MiSans VF Light" pitchFamily="2" charset="-122"/>
                          <a:sym typeface="SimHei"/>
                        </a:rPr>
                        <a:t> 刊名</a:t>
                      </a:r>
                      <a:r>
                        <a:rPr lang="en-US" altLang="zh-CN" sz="1400" b="0" i="0" u="none" strike="noStrike" dirty="0">
                          <a:solidFill>
                            <a:srgbClr val="123A5C"/>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123A5C"/>
                          </a:solidFill>
                          <a:latin typeface="MiSans VF Light" pitchFamily="2" charset="-122"/>
                          <a:ea typeface="MiSans VF Light" pitchFamily="2" charset="-122"/>
                          <a:cs typeface="MiSans VF Light" pitchFamily="2" charset="-122"/>
                          <a:sym typeface="SimHei"/>
                        </a:rPr>
                        <a:t>年</a:t>
                      </a:r>
                      <a:r>
                        <a:rPr lang="en-US" altLang="zh-CN" sz="1400" b="0" i="0" u="none" strike="noStrike" dirty="0">
                          <a:solidFill>
                            <a:srgbClr val="123A5C"/>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123A5C"/>
                          </a:solidFill>
                          <a:latin typeface="MiSans VF Light" pitchFamily="2" charset="-122"/>
                          <a:ea typeface="MiSans VF Light" pitchFamily="2" charset="-122"/>
                          <a:cs typeface="MiSans VF Light" pitchFamily="2" charset="-122"/>
                          <a:sym typeface="SimHei"/>
                        </a:rPr>
                        <a:t>卷</a:t>
                      </a:r>
                      <a:r>
                        <a:rPr lang="en-US" altLang="zh-CN" sz="1400" b="0" i="0" u="none" strike="noStrike" dirty="0">
                          <a:solidFill>
                            <a:srgbClr val="123A5C"/>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123A5C"/>
                          </a:solidFill>
                          <a:latin typeface="MiSans VF Light" pitchFamily="2" charset="-122"/>
                          <a:ea typeface="MiSans VF Light" pitchFamily="2" charset="-122"/>
                          <a:cs typeface="MiSans VF Light" pitchFamily="2" charset="-122"/>
                          <a:sym typeface="SimHei"/>
                        </a:rPr>
                        <a:t>期</a:t>
                      </a:r>
                      <a:r>
                        <a:rPr lang="en-US" altLang="zh-CN" sz="1400" b="0" i="0" u="none" strike="noStrike" dirty="0">
                          <a:solidFill>
                            <a:srgbClr val="123A5C"/>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123A5C"/>
                          </a:solidFill>
                          <a:latin typeface="MiSans VF Light" pitchFamily="2" charset="-122"/>
                          <a:ea typeface="MiSans VF Light" pitchFamily="2" charset="-122"/>
                          <a:cs typeface="MiSans VF Light" pitchFamily="2" charset="-122"/>
                          <a:sym typeface="SimHei"/>
                        </a:rPr>
                        <a:t>起止页码</a:t>
                      </a:r>
                      <a:r>
                        <a:rPr lang="en-US" altLang="zh-CN" sz="1400" b="0" i="0" u="none" strike="noStrike" dirty="0">
                          <a:solidFill>
                            <a:srgbClr val="123A5C"/>
                          </a:solidFill>
                          <a:latin typeface="MiSans VF Light" pitchFamily="2" charset="-122"/>
                          <a:ea typeface="MiSans VF Light" pitchFamily="2" charset="-122"/>
                          <a:cs typeface="MiSans VF Light" pitchFamily="2" charset="-122"/>
                          <a:sym typeface="SimHei"/>
                        </a:rPr>
                        <a:t> </a:t>
                      </a:r>
                      <a:endParaRPr lang="en-US" altLang="zh-CN" sz="1100" b="0" i="0" dirty="0">
                        <a:solidFill>
                          <a:srgbClr val="123A5C"/>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123A5C">
                          <a:alpha val="9804"/>
                        </a:srgbClr>
                      </a:solidFill>
                      <a:prstDash val="solid"/>
                      <a:round/>
                      <a:headEnd type="none" w="med" len="med"/>
                      <a:tailEnd type="none" w="med" len="med"/>
                    </a:lnT>
                    <a:lnB w="6350" cap="flat" cmpd="sng" algn="ctr">
                      <a:solidFill>
                        <a:srgbClr val="123A5C">
                          <a:alpha val="980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
                  </a:ext>
                </a:extLst>
              </a:tr>
              <a:tr h="657478">
                <a:tc>
                  <a:txBody>
                    <a:bodyPr/>
                    <a:lstStyle/>
                    <a:p>
                      <a:pPr indent="0" algn="l">
                        <a:lnSpc>
                          <a:spcPct val="100000"/>
                        </a:lnSpc>
                        <a:defRPr/>
                      </a:pPr>
                      <a:r>
                        <a:rPr lang="en-US" altLang="zh-CN" sz="1400" b="0" i="0" dirty="0">
                          <a:solidFill>
                            <a:srgbClr val="123A5C"/>
                          </a:solidFill>
                          <a:latin typeface="MiSans VF Light" pitchFamily="2" charset="-122"/>
                          <a:ea typeface="MiSans VF Light" pitchFamily="2" charset="-122"/>
                          <a:cs typeface="MiSans VF Light" pitchFamily="2" charset="-122"/>
                        </a:rPr>
                        <a:t>05</a:t>
                      </a:r>
                      <a:endParaRPr lang="en-US" sz="1400" b="0" i="0" dirty="0">
                        <a:solidFill>
                          <a:srgbClr val="123A5C"/>
                        </a:solidFill>
                        <a:latin typeface="MiSans VF Light" pitchFamily="2" charset="-122"/>
                        <a:ea typeface="MiSans VF Light" pitchFamily="2" charset="-122"/>
                        <a:cs typeface="MiSans VF Light" pitchFamily="2" charset="-122"/>
                      </a:endParaRPr>
                    </a:p>
                  </a:txBody>
                  <a:tcPr marL="288000" marR="137160" marT="137160" marB="137160" anchor="ctr">
                    <a:lnL>
                      <a:noFill/>
                    </a:lnL>
                    <a:lnR>
                      <a:noFill/>
                    </a:lnR>
                    <a:lnT w="6350" cap="flat" cmpd="sng" algn="ctr">
                      <a:solidFill>
                        <a:srgbClr val="123A5C">
                          <a:alpha val="9804"/>
                        </a:srgbClr>
                      </a:solidFill>
                      <a:prstDash val="solid"/>
                      <a:round/>
                      <a:headEnd type="none" w="med" len="med"/>
                      <a:tailEnd type="none" w="med" len="med"/>
                    </a:lnT>
                    <a:lnB w="6350" cap="flat" cmpd="sng" algn="ctr">
                      <a:solidFill>
                        <a:srgbClr val="123A5C">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
                          <a:srgbClr val="1B2733"/>
                        </a:buClr>
                        <a:buSzTx/>
                        <a:buFont typeface="Arial"/>
                        <a:buNone/>
                        <a:tabLst/>
                        <a:defRPr/>
                      </a:pPr>
                      <a:r>
                        <a:rPr kumimoji="0" lang="zh-CN" altLang="en-US" sz="1400" b="0" i="0" u="none" strike="noStrike" kern="0" cap="none" spc="0" normalizeH="0" baseline="0" noProof="0" dirty="0">
                          <a:ln>
                            <a:noFill/>
                          </a:ln>
                          <a:solidFill>
                            <a:srgbClr val="123A5C"/>
                          </a:solidFill>
                          <a:effectLst/>
                          <a:uLnTx/>
                          <a:uFillTx/>
                          <a:latin typeface="MiSans VF Light" pitchFamily="2" charset="-122"/>
                          <a:ea typeface="MiSans VF Light" pitchFamily="2" charset="-122"/>
                          <a:cs typeface="MiSans VF Light" pitchFamily="2" charset="-122"/>
                          <a:sym typeface="SimHei"/>
                        </a:rPr>
                        <a:t>专利文献</a:t>
                      </a:r>
                      <a:endParaRPr kumimoji="0" lang="en-US" altLang="zh-CN" sz="1100" b="0" i="0" u="none" strike="noStrike" kern="0" cap="none" spc="0" normalizeH="0" baseline="0" noProof="0" dirty="0">
                        <a:ln>
                          <a:noFill/>
                        </a:ln>
                        <a:solidFill>
                          <a:srgbClr val="123A5C"/>
                        </a:solidFill>
                        <a:effectLst/>
                        <a:uLnTx/>
                        <a:uFillTx/>
                        <a:latin typeface="MiSans VF Light" pitchFamily="2" charset="-122"/>
                        <a:ea typeface="MiSans VF Light" pitchFamily="2" charset="-122"/>
                        <a:cs typeface="MiSans VF Light" pitchFamily="2" charset="-122"/>
                        <a:sym typeface="Arial"/>
                      </a:endParaRPr>
                    </a:p>
                  </a:txBody>
                  <a:tcPr marL="101600" marR="101600" marT="101600" marB="101600" anchor="ctr">
                    <a:lnL>
                      <a:noFill/>
                    </a:lnL>
                    <a:lnR>
                      <a:noFill/>
                    </a:lnR>
                    <a:lnT w="6350" cap="flat" cmpd="sng" algn="ctr">
                      <a:solidFill>
                        <a:srgbClr val="123A5C">
                          <a:alpha val="9804"/>
                        </a:srgbClr>
                      </a:solidFill>
                      <a:prstDash val="solid"/>
                      <a:round/>
                      <a:headEnd type="none" w="med" len="med"/>
                      <a:tailEnd type="none" w="med" len="med"/>
                    </a:lnT>
                    <a:lnB w="6350" cap="flat" cmpd="sng" algn="ctr">
                      <a:solidFill>
                        <a:srgbClr val="123A5C">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
                          <a:srgbClr val="1B2733"/>
                        </a:buClr>
                        <a:buSzTx/>
                        <a:buFont typeface="Arial"/>
                        <a:buNone/>
                        <a:tabLst/>
                        <a:defRPr/>
                      </a:pPr>
                      <a:r>
                        <a:rPr lang="zh-CN" altLang="en-US" sz="1400" b="0" i="0" u="none" strike="noStrike" dirty="0">
                          <a:solidFill>
                            <a:srgbClr val="123A5C"/>
                          </a:solidFill>
                          <a:latin typeface="MiSans VF Light" pitchFamily="2" charset="-122"/>
                          <a:ea typeface="MiSans VF Light" pitchFamily="2" charset="-122"/>
                          <a:cs typeface="MiSans VF Light" pitchFamily="2" charset="-122"/>
                          <a:sym typeface="SimHei"/>
                        </a:rPr>
                        <a:t>主要责任者</a:t>
                      </a:r>
                      <a:r>
                        <a:rPr lang="en-US" altLang="zh-CN" sz="1400" b="0" i="0" u="none" strike="noStrike" dirty="0">
                          <a:solidFill>
                            <a:srgbClr val="123A5C"/>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123A5C"/>
                          </a:solidFill>
                          <a:latin typeface="MiSans VF Light" pitchFamily="2" charset="-122"/>
                          <a:ea typeface="MiSans VF Light" pitchFamily="2" charset="-122"/>
                          <a:cs typeface="MiSans VF Light" pitchFamily="2" charset="-122"/>
                          <a:sym typeface="SimHei"/>
                        </a:rPr>
                        <a:t> 文献题名</a:t>
                      </a:r>
                      <a:r>
                        <a:rPr lang="en-US" altLang="zh-CN" sz="1400" b="0" i="0" u="none" strike="noStrike" dirty="0">
                          <a:solidFill>
                            <a:srgbClr val="123A5C"/>
                          </a:solidFill>
                          <a:latin typeface="MiSans VF Light" pitchFamily="2" charset="-122"/>
                          <a:ea typeface="MiSans VF Light" pitchFamily="2" charset="-122"/>
                          <a:cs typeface="MiSans VF Light" pitchFamily="2" charset="-122"/>
                          <a:sym typeface="SimHei"/>
                        </a:rPr>
                        <a:t>[J].</a:t>
                      </a:r>
                      <a:r>
                        <a:rPr lang="zh-CN" altLang="en-US" sz="1400" b="0" i="0" u="none" strike="noStrike" dirty="0">
                          <a:solidFill>
                            <a:srgbClr val="123A5C"/>
                          </a:solidFill>
                          <a:latin typeface="MiSans VF Light" pitchFamily="2" charset="-122"/>
                          <a:ea typeface="MiSans VF Light" pitchFamily="2" charset="-122"/>
                          <a:cs typeface="MiSans VF Light" pitchFamily="2" charset="-122"/>
                          <a:sym typeface="SimHei"/>
                        </a:rPr>
                        <a:t> 刊名</a:t>
                      </a:r>
                      <a:r>
                        <a:rPr lang="en-US" altLang="zh-CN" sz="1400" b="0" i="0" u="none" strike="noStrike" dirty="0">
                          <a:solidFill>
                            <a:srgbClr val="123A5C"/>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123A5C"/>
                          </a:solidFill>
                          <a:latin typeface="MiSans VF Light" pitchFamily="2" charset="-122"/>
                          <a:ea typeface="MiSans VF Light" pitchFamily="2" charset="-122"/>
                          <a:cs typeface="MiSans VF Light" pitchFamily="2" charset="-122"/>
                          <a:sym typeface="SimHei"/>
                        </a:rPr>
                        <a:t>年</a:t>
                      </a:r>
                      <a:r>
                        <a:rPr lang="en-US" altLang="zh-CN" sz="1400" b="0" i="0" u="none" strike="noStrike" dirty="0">
                          <a:solidFill>
                            <a:srgbClr val="123A5C"/>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123A5C"/>
                          </a:solidFill>
                          <a:latin typeface="MiSans VF Light" pitchFamily="2" charset="-122"/>
                          <a:ea typeface="MiSans VF Light" pitchFamily="2" charset="-122"/>
                          <a:cs typeface="MiSans VF Light" pitchFamily="2" charset="-122"/>
                          <a:sym typeface="SimHei"/>
                        </a:rPr>
                        <a:t>卷</a:t>
                      </a:r>
                      <a:r>
                        <a:rPr lang="en-US" altLang="zh-CN" sz="1400" b="0" i="0" u="none" strike="noStrike" dirty="0">
                          <a:solidFill>
                            <a:srgbClr val="123A5C"/>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123A5C"/>
                          </a:solidFill>
                          <a:latin typeface="MiSans VF Light" pitchFamily="2" charset="-122"/>
                          <a:ea typeface="MiSans VF Light" pitchFamily="2" charset="-122"/>
                          <a:cs typeface="MiSans VF Light" pitchFamily="2" charset="-122"/>
                          <a:sym typeface="SimHei"/>
                        </a:rPr>
                        <a:t>期</a:t>
                      </a:r>
                      <a:r>
                        <a:rPr lang="en-US" altLang="zh-CN" sz="1400" b="0" i="0" u="none" strike="noStrike" dirty="0">
                          <a:solidFill>
                            <a:srgbClr val="123A5C"/>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123A5C"/>
                          </a:solidFill>
                          <a:latin typeface="MiSans VF Light" pitchFamily="2" charset="-122"/>
                          <a:ea typeface="MiSans VF Light" pitchFamily="2" charset="-122"/>
                          <a:cs typeface="MiSans VF Light" pitchFamily="2" charset="-122"/>
                          <a:sym typeface="SimHei"/>
                        </a:rPr>
                        <a:t>起止页码</a:t>
                      </a:r>
                      <a:r>
                        <a:rPr lang="en-US" altLang="zh-CN" sz="1400" b="0" i="0" u="none" strike="noStrike" dirty="0">
                          <a:solidFill>
                            <a:srgbClr val="123A5C"/>
                          </a:solidFill>
                          <a:latin typeface="MiSans VF Light" pitchFamily="2" charset="-122"/>
                          <a:ea typeface="MiSans VF Light" pitchFamily="2" charset="-122"/>
                          <a:cs typeface="MiSans VF Light" pitchFamily="2" charset="-122"/>
                          <a:sym typeface="SimHei"/>
                        </a:rPr>
                        <a:t> </a:t>
                      </a:r>
                      <a:endParaRPr lang="en-US" altLang="zh-CN" sz="1100" b="0" i="0" dirty="0">
                        <a:solidFill>
                          <a:srgbClr val="123A5C"/>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123A5C">
                          <a:alpha val="9804"/>
                        </a:srgbClr>
                      </a:solidFill>
                      <a:prstDash val="solid"/>
                      <a:round/>
                      <a:headEnd type="none" w="med" len="med"/>
                      <a:tailEnd type="none" w="med" len="med"/>
                    </a:lnT>
                    <a:lnB w="6350" cap="flat" cmpd="sng" algn="ctr">
                      <a:solidFill>
                        <a:srgbClr val="123A5C">
                          <a:alpha val="980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7093233"/>
                  </a:ext>
                </a:extLst>
              </a:tr>
              <a:tr h="657478">
                <a:tc>
                  <a:txBody>
                    <a:bodyPr/>
                    <a:lstStyle/>
                    <a:p>
                      <a:pPr indent="0" algn="l">
                        <a:lnSpc>
                          <a:spcPct val="100000"/>
                        </a:lnSpc>
                        <a:defRPr/>
                      </a:pPr>
                      <a:r>
                        <a:rPr lang="en-US" altLang="zh-CN" sz="1400" b="0" i="0" dirty="0">
                          <a:solidFill>
                            <a:srgbClr val="123A5C"/>
                          </a:solidFill>
                          <a:latin typeface="MiSans VF Light" pitchFamily="2" charset="-122"/>
                          <a:ea typeface="MiSans VF Light" pitchFamily="2" charset="-122"/>
                          <a:cs typeface="MiSans VF Light" pitchFamily="2" charset="-122"/>
                        </a:rPr>
                        <a:t>06</a:t>
                      </a:r>
                      <a:endParaRPr lang="en-US" sz="1400" b="0" i="0" dirty="0">
                        <a:solidFill>
                          <a:srgbClr val="123A5C"/>
                        </a:solidFill>
                        <a:latin typeface="MiSans VF Light" pitchFamily="2" charset="-122"/>
                        <a:ea typeface="MiSans VF Light" pitchFamily="2" charset="-122"/>
                        <a:cs typeface="MiSans VF Light" pitchFamily="2" charset="-122"/>
                      </a:endParaRPr>
                    </a:p>
                  </a:txBody>
                  <a:tcPr marL="288000" marR="137160" marT="137160" marB="137160" anchor="ctr">
                    <a:lnL>
                      <a:noFill/>
                    </a:lnL>
                    <a:lnR>
                      <a:noFill/>
                    </a:lnR>
                    <a:lnT w="6350" cap="flat" cmpd="sng" algn="ctr">
                      <a:solidFill>
                        <a:srgbClr val="123A5C">
                          <a:alpha val="9804"/>
                        </a:srgbClr>
                      </a:solidFill>
                      <a:prstDash val="solid"/>
                      <a:round/>
                      <a:headEnd type="none" w="med" len="med"/>
                      <a:tailEnd type="none" w="med" len="med"/>
                    </a:lnT>
                    <a:lnB w="6350" cap="flat" cmpd="sng" algn="ctr">
                      <a:solidFill>
                        <a:srgbClr val="123A5C">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
                          <a:srgbClr val="1B2733"/>
                        </a:buClr>
                        <a:buSzTx/>
                        <a:buFont typeface="Arial"/>
                        <a:buNone/>
                        <a:tabLst/>
                        <a:defRPr/>
                      </a:pPr>
                      <a:r>
                        <a:rPr kumimoji="0" lang="zh-CN" altLang="en-US" sz="1400" b="0" i="0" u="none" strike="noStrike" kern="0" cap="none" spc="0" normalizeH="0" baseline="0" noProof="0" dirty="0">
                          <a:ln>
                            <a:noFill/>
                          </a:ln>
                          <a:solidFill>
                            <a:srgbClr val="123A5C"/>
                          </a:solidFill>
                          <a:effectLst/>
                          <a:uLnTx/>
                          <a:uFillTx/>
                          <a:latin typeface="MiSans VF Light" pitchFamily="2" charset="-122"/>
                          <a:ea typeface="MiSans VF Light" pitchFamily="2" charset="-122"/>
                          <a:cs typeface="MiSans VF Light" pitchFamily="2" charset="-122"/>
                          <a:sym typeface="SimHei"/>
                        </a:rPr>
                        <a:t>专利文献</a:t>
                      </a:r>
                      <a:endParaRPr kumimoji="0" lang="en-US" altLang="zh-CN" sz="1100" b="0" i="0" u="none" strike="noStrike" kern="0" cap="none" spc="0" normalizeH="0" baseline="0" noProof="0" dirty="0">
                        <a:ln>
                          <a:noFill/>
                        </a:ln>
                        <a:solidFill>
                          <a:srgbClr val="123A5C"/>
                        </a:solidFill>
                        <a:effectLst/>
                        <a:uLnTx/>
                        <a:uFillTx/>
                        <a:latin typeface="MiSans VF Light" pitchFamily="2" charset="-122"/>
                        <a:ea typeface="MiSans VF Light" pitchFamily="2" charset="-122"/>
                        <a:cs typeface="MiSans VF Light" pitchFamily="2" charset="-122"/>
                        <a:sym typeface="Arial"/>
                      </a:endParaRPr>
                    </a:p>
                  </a:txBody>
                  <a:tcPr marL="101600" marR="101600" marT="101600" marB="101600" anchor="ctr">
                    <a:lnL>
                      <a:noFill/>
                    </a:lnL>
                    <a:lnR>
                      <a:noFill/>
                    </a:lnR>
                    <a:lnT w="6350" cap="flat" cmpd="sng" algn="ctr">
                      <a:solidFill>
                        <a:srgbClr val="123A5C">
                          <a:alpha val="9804"/>
                        </a:srgbClr>
                      </a:solidFill>
                      <a:prstDash val="solid"/>
                      <a:round/>
                      <a:headEnd type="none" w="med" len="med"/>
                      <a:tailEnd type="none" w="med" len="med"/>
                    </a:lnT>
                    <a:lnB w="6350" cap="flat" cmpd="sng" algn="ctr">
                      <a:solidFill>
                        <a:srgbClr val="123A5C">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
                          <a:srgbClr val="1B2733"/>
                        </a:buClr>
                        <a:buSzTx/>
                        <a:buFont typeface="Arial"/>
                        <a:buNone/>
                        <a:tabLst/>
                        <a:defRPr/>
                      </a:pPr>
                      <a:r>
                        <a:rPr lang="zh-CN" altLang="en-US" sz="1400" b="0" i="0" u="none" strike="noStrike" dirty="0">
                          <a:solidFill>
                            <a:srgbClr val="123A5C"/>
                          </a:solidFill>
                          <a:latin typeface="MiSans VF Light" pitchFamily="2" charset="-122"/>
                          <a:ea typeface="MiSans VF Light" pitchFamily="2" charset="-122"/>
                          <a:cs typeface="MiSans VF Light" pitchFamily="2" charset="-122"/>
                          <a:sym typeface="SimHei"/>
                        </a:rPr>
                        <a:t>主要责任者</a:t>
                      </a:r>
                      <a:r>
                        <a:rPr lang="en-US" altLang="zh-CN" sz="1400" b="0" i="0" u="none" strike="noStrike" dirty="0">
                          <a:solidFill>
                            <a:srgbClr val="123A5C"/>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123A5C"/>
                          </a:solidFill>
                          <a:latin typeface="MiSans VF Light" pitchFamily="2" charset="-122"/>
                          <a:ea typeface="MiSans VF Light" pitchFamily="2" charset="-122"/>
                          <a:cs typeface="MiSans VF Light" pitchFamily="2" charset="-122"/>
                          <a:sym typeface="SimHei"/>
                        </a:rPr>
                        <a:t> 文献题名</a:t>
                      </a:r>
                      <a:r>
                        <a:rPr lang="en-US" altLang="zh-CN" sz="1400" b="0" i="0" u="none" strike="noStrike" dirty="0">
                          <a:solidFill>
                            <a:srgbClr val="123A5C"/>
                          </a:solidFill>
                          <a:latin typeface="MiSans VF Light" pitchFamily="2" charset="-122"/>
                          <a:ea typeface="MiSans VF Light" pitchFamily="2" charset="-122"/>
                          <a:cs typeface="MiSans VF Light" pitchFamily="2" charset="-122"/>
                          <a:sym typeface="SimHei"/>
                        </a:rPr>
                        <a:t>[J].</a:t>
                      </a:r>
                      <a:r>
                        <a:rPr lang="zh-CN" altLang="en-US" sz="1400" b="0" i="0" u="none" strike="noStrike" dirty="0">
                          <a:solidFill>
                            <a:srgbClr val="123A5C"/>
                          </a:solidFill>
                          <a:latin typeface="MiSans VF Light" pitchFamily="2" charset="-122"/>
                          <a:ea typeface="MiSans VF Light" pitchFamily="2" charset="-122"/>
                          <a:cs typeface="MiSans VF Light" pitchFamily="2" charset="-122"/>
                          <a:sym typeface="SimHei"/>
                        </a:rPr>
                        <a:t> 刊名</a:t>
                      </a:r>
                      <a:r>
                        <a:rPr lang="en-US" altLang="zh-CN" sz="1400" b="0" i="0" u="none" strike="noStrike" dirty="0">
                          <a:solidFill>
                            <a:srgbClr val="123A5C"/>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123A5C"/>
                          </a:solidFill>
                          <a:latin typeface="MiSans VF Light" pitchFamily="2" charset="-122"/>
                          <a:ea typeface="MiSans VF Light" pitchFamily="2" charset="-122"/>
                          <a:cs typeface="MiSans VF Light" pitchFamily="2" charset="-122"/>
                          <a:sym typeface="SimHei"/>
                        </a:rPr>
                        <a:t>年</a:t>
                      </a:r>
                      <a:r>
                        <a:rPr lang="en-US" altLang="zh-CN" sz="1400" b="0" i="0" u="none" strike="noStrike" dirty="0">
                          <a:solidFill>
                            <a:srgbClr val="123A5C"/>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123A5C"/>
                          </a:solidFill>
                          <a:latin typeface="MiSans VF Light" pitchFamily="2" charset="-122"/>
                          <a:ea typeface="MiSans VF Light" pitchFamily="2" charset="-122"/>
                          <a:cs typeface="MiSans VF Light" pitchFamily="2" charset="-122"/>
                          <a:sym typeface="SimHei"/>
                        </a:rPr>
                        <a:t>卷</a:t>
                      </a:r>
                      <a:r>
                        <a:rPr lang="en-US" altLang="zh-CN" sz="1400" b="0" i="0" u="none" strike="noStrike" dirty="0">
                          <a:solidFill>
                            <a:srgbClr val="123A5C"/>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123A5C"/>
                          </a:solidFill>
                          <a:latin typeface="MiSans VF Light" pitchFamily="2" charset="-122"/>
                          <a:ea typeface="MiSans VF Light" pitchFamily="2" charset="-122"/>
                          <a:cs typeface="MiSans VF Light" pitchFamily="2" charset="-122"/>
                          <a:sym typeface="SimHei"/>
                        </a:rPr>
                        <a:t>期</a:t>
                      </a:r>
                      <a:r>
                        <a:rPr lang="en-US" altLang="zh-CN" sz="1400" b="0" i="0" u="none" strike="noStrike" dirty="0">
                          <a:solidFill>
                            <a:srgbClr val="123A5C"/>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123A5C"/>
                          </a:solidFill>
                          <a:latin typeface="MiSans VF Light" pitchFamily="2" charset="-122"/>
                          <a:ea typeface="MiSans VF Light" pitchFamily="2" charset="-122"/>
                          <a:cs typeface="MiSans VF Light" pitchFamily="2" charset="-122"/>
                          <a:sym typeface="SimHei"/>
                        </a:rPr>
                        <a:t>起止页码</a:t>
                      </a:r>
                      <a:r>
                        <a:rPr lang="en-US" altLang="zh-CN" sz="1400" b="0" i="0" u="none" strike="noStrike" dirty="0">
                          <a:solidFill>
                            <a:srgbClr val="123A5C"/>
                          </a:solidFill>
                          <a:latin typeface="MiSans VF Light" pitchFamily="2" charset="-122"/>
                          <a:ea typeface="MiSans VF Light" pitchFamily="2" charset="-122"/>
                          <a:cs typeface="MiSans VF Light" pitchFamily="2" charset="-122"/>
                          <a:sym typeface="SimHei"/>
                        </a:rPr>
                        <a:t> </a:t>
                      </a:r>
                      <a:endParaRPr lang="en-US" altLang="zh-CN" sz="1100" b="0" i="0" dirty="0">
                        <a:solidFill>
                          <a:srgbClr val="123A5C"/>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123A5C">
                          <a:alpha val="9804"/>
                        </a:srgbClr>
                      </a:solidFill>
                      <a:prstDash val="solid"/>
                      <a:round/>
                      <a:headEnd type="none" w="med" len="med"/>
                      <a:tailEnd type="none" w="med" len="med"/>
                    </a:lnT>
                    <a:lnB w="6350" cap="flat" cmpd="sng" algn="ctr">
                      <a:solidFill>
                        <a:srgbClr val="123A5C">
                          <a:alpha val="980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1744136"/>
                  </a:ext>
                </a:extLst>
              </a:tr>
              <a:tr h="657478">
                <a:tc>
                  <a:txBody>
                    <a:bodyPr/>
                    <a:lstStyle/>
                    <a:p>
                      <a:pPr indent="0" algn="l">
                        <a:lnSpc>
                          <a:spcPct val="100000"/>
                        </a:lnSpc>
                        <a:defRPr/>
                      </a:pPr>
                      <a:r>
                        <a:rPr lang="en-US" altLang="zh-CN" sz="1400" b="0" i="0" dirty="0">
                          <a:solidFill>
                            <a:srgbClr val="123A5C"/>
                          </a:solidFill>
                          <a:latin typeface="MiSans VF Light" pitchFamily="2" charset="-122"/>
                          <a:ea typeface="MiSans VF Light" pitchFamily="2" charset="-122"/>
                          <a:cs typeface="MiSans VF Light" pitchFamily="2" charset="-122"/>
                        </a:rPr>
                        <a:t>07</a:t>
                      </a:r>
                      <a:endParaRPr lang="en-US" sz="1400" b="0" i="0" dirty="0">
                        <a:solidFill>
                          <a:srgbClr val="123A5C"/>
                        </a:solidFill>
                        <a:latin typeface="MiSans VF Light" pitchFamily="2" charset="-122"/>
                        <a:ea typeface="MiSans VF Light" pitchFamily="2" charset="-122"/>
                        <a:cs typeface="MiSans VF Light" pitchFamily="2" charset="-122"/>
                      </a:endParaRPr>
                    </a:p>
                  </a:txBody>
                  <a:tcPr marL="288000" marR="137160" marT="137160" marB="137160" anchor="ctr">
                    <a:lnL>
                      <a:noFill/>
                    </a:lnL>
                    <a:lnR>
                      <a:noFill/>
                    </a:lnR>
                    <a:lnT w="6350" cap="flat" cmpd="sng" algn="ctr">
                      <a:solidFill>
                        <a:srgbClr val="123A5C">
                          <a:alpha val="9804"/>
                        </a:srgbClr>
                      </a:solidFill>
                      <a:prstDash val="solid"/>
                      <a:round/>
                      <a:headEnd type="none" w="med" len="med"/>
                      <a:tailEnd type="none" w="med" len="med"/>
                    </a:lnT>
                    <a:lnB w="6350" cap="flat" cmpd="sng" algn="ctr">
                      <a:solidFill>
                        <a:srgbClr val="123A5C">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
                          <a:srgbClr val="1B2733"/>
                        </a:buClr>
                        <a:buSzTx/>
                        <a:buFont typeface="Arial"/>
                        <a:buNone/>
                        <a:tabLst/>
                        <a:defRPr/>
                      </a:pPr>
                      <a:r>
                        <a:rPr kumimoji="0" lang="zh-CN" altLang="en-US" sz="1400" b="0" i="0" u="none" strike="noStrike" kern="0" cap="none" spc="0" normalizeH="0" baseline="0" noProof="0" dirty="0">
                          <a:ln>
                            <a:noFill/>
                          </a:ln>
                          <a:solidFill>
                            <a:srgbClr val="123A5C"/>
                          </a:solidFill>
                          <a:effectLst/>
                          <a:uLnTx/>
                          <a:uFillTx/>
                          <a:latin typeface="MiSans VF Light" pitchFamily="2" charset="-122"/>
                          <a:ea typeface="MiSans VF Light" pitchFamily="2" charset="-122"/>
                          <a:cs typeface="MiSans VF Light" pitchFamily="2" charset="-122"/>
                          <a:sym typeface="SimHei"/>
                        </a:rPr>
                        <a:t>专利文献</a:t>
                      </a:r>
                      <a:endParaRPr kumimoji="0" lang="en-US" altLang="zh-CN" sz="1100" b="0" i="0" u="none" strike="noStrike" kern="0" cap="none" spc="0" normalizeH="0" baseline="0" noProof="0" dirty="0">
                        <a:ln>
                          <a:noFill/>
                        </a:ln>
                        <a:solidFill>
                          <a:srgbClr val="123A5C"/>
                        </a:solidFill>
                        <a:effectLst/>
                        <a:uLnTx/>
                        <a:uFillTx/>
                        <a:latin typeface="MiSans VF Light" pitchFamily="2" charset="-122"/>
                        <a:ea typeface="MiSans VF Light" pitchFamily="2" charset="-122"/>
                        <a:cs typeface="MiSans VF Light" pitchFamily="2" charset="-122"/>
                        <a:sym typeface="Arial"/>
                      </a:endParaRPr>
                    </a:p>
                  </a:txBody>
                  <a:tcPr marL="101600" marR="101600" marT="101600" marB="101600" anchor="ctr">
                    <a:lnL>
                      <a:noFill/>
                    </a:lnL>
                    <a:lnR>
                      <a:noFill/>
                    </a:lnR>
                    <a:lnT w="6350" cap="flat" cmpd="sng" algn="ctr">
                      <a:solidFill>
                        <a:srgbClr val="123A5C">
                          <a:alpha val="9804"/>
                        </a:srgbClr>
                      </a:solidFill>
                      <a:prstDash val="solid"/>
                      <a:round/>
                      <a:headEnd type="none" w="med" len="med"/>
                      <a:tailEnd type="none" w="med" len="med"/>
                    </a:lnT>
                    <a:lnB w="6350" cap="flat" cmpd="sng" algn="ctr">
                      <a:solidFill>
                        <a:srgbClr val="123A5C">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
                          <a:srgbClr val="1B2733"/>
                        </a:buClr>
                        <a:buSzTx/>
                        <a:buFont typeface="Arial"/>
                        <a:buNone/>
                        <a:tabLst/>
                        <a:defRPr/>
                      </a:pPr>
                      <a:r>
                        <a:rPr lang="zh-CN" altLang="en-US" sz="1400" b="0" i="0" u="none" strike="noStrike" dirty="0">
                          <a:solidFill>
                            <a:srgbClr val="123A5C"/>
                          </a:solidFill>
                          <a:latin typeface="MiSans VF Light" pitchFamily="2" charset="-122"/>
                          <a:ea typeface="MiSans VF Light" pitchFamily="2" charset="-122"/>
                          <a:cs typeface="MiSans VF Light" pitchFamily="2" charset="-122"/>
                          <a:sym typeface="SimHei"/>
                        </a:rPr>
                        <a:t>主要责任者</a:t>
                      </a:r>
                      <a:r>
                        <a:rPr lang="en-US" altLang="zh-CN" sz="1400" b="0" i="0" u="none" strike="noStrike" dirty="0">
                          <a:solidFill>
                            <a:srgbClr val="123A5C"/>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123A5C"/>
                          </a:solidFill>
                          <a:latin typeface="MiSans VF Light" pitchFamily="2" charset="-122"/>
                          <a:ea typeface="MiSans VF Light" pitchFamily="2" charset="-122"/>
                          <a:cs typeface="MiSans VF Light" pitchFamily="2" charset="-122"/>
                          <a:sym typeface="SimHei"/>
                        </a:rPr>
                        <a:t> 文献题名</a:t>
                      </a:r>
                      <a:r>
                        <a:rPr lang="en-US" altLang="zh-CN" sz="1400" b="0" i="0" u="none" strike="noStrike" dirty="0">
                          <a:solidFill>
                            <a:srgbClr val="123A5C"/>
                          </a:solidFill>
                          <a:latin typeface="MiSans VF Light" pitchFamily="2" charset="-122"/>
                          <a:ea typeface="MiSans VF Light" pitchFamily="2" charset="-122"/>
                          <a:cs typeface="MiSans VF Light" pitchFamily="2" charset="-122"/>
                          <a:sym typeface="SimHei"/>
                        </a:rPr>
                        <a:t>[J].</a:t>
                      </a:r>
                      <a:r>
                        <a:rPr lang="zh-CN" altLang="en-US" sz="1400" b="0" i="0" u="none" strike="noStrike" dirty="0">
                          <a:solidFill>
                            <a:srgbClr val="123A5C"/>
                          </a:solidFill>
                          <a:latin typeface="MiSans VF Light" pitchFamily="2" charset="-122"/>
                          <a:ea typeface="MiSans VF Light" pitchFamily="2" charset="-122"/>
                          <a:cs typeface="MiSans VF Light" pitchFamily="2" charset="-122"/>
                          <a:sym typeface="SimHei"/>
                        </a:rPr>
                        <a:t> 刊名</a:t>
                      </a:r>
                      <a:r>
                        <a:rPr lang="en-US" altLang="zh-CN" sz="1400" b="0" i="0" u="none" strike="noStrike" dirty="0">
                          <a:solidFill>
                            <a:srgbClr val="123A5C"/>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123A5C"/>
                          </a:solidFill>
                          <a:latin typeface="MiSans VF Light" pitchFamily="2" charset="-122"/>
                          <a:ea typeface="MiSans VF Light" pitchFamily="2" charset="-122"/>
                          <a:cs typeface="MiSans VF Light" pitchFamily="2" charset="-122"/>
                          <a:sym typeface="SimHei"/>
                        </a:rPr>
                        <a:t>年</a:t>
                      </a:r>
                      <a:r>
                        <a:rPr lang="en-US" altLang="zh-CN" sz="1400" b="0" i="0" u="none" strike="noStrike" dirty="0">
                          <a:solidFill>
                            <a:srgbClr val="123A5C"/>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123A5C"/>
                          </a:solidFill>
                          <a:latin typeface="MiSans VF Light" pitchFamily="2" charset="-122"/>
                          <a:ea typeface="MiSans VF Light" pitchFamily="2" charset="-122"/>
                          <a:cs typeface="MiSans VF Light" pitchFamily="2" charset="-122"/>
                          <a:sym typeface="SimHei"/>
                        </a:rPr>
                        <a:t>卷</a:t>
                      </a:r>
                      <a:r>
                        <a:rPr lang="en-US" altLang="zh-CN" sz="1400" b="0" i="0" u="none" strike="noStrike" dirty="0">
                          <a:solidFill>
                            <a:srgbClr val="123A5C"/>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123A5C"/>
                          </a:solidFill>
                          <a:latin typeface="MiSans VF Light" pitchFamily="2" charset="-122"/>
                          <a:ea typeface="MiSans VF Light" pitchFamily="2" charset="-122"/>
                          <a:cs typeface="MiSans VF Light" pitchFamily="2" charset="-122"/>
                          <a:sym typeface="SimHei"/>
                        </a:rPr>
                        <a:t>期</a:t>
                      </a:r>
                      <a:r>
                        <a:rPr lang="en-US" altLang="zh-CN" sz="1400" b="0" i="0" u="none" strike="noStrike" dirty="0">
                          <a:solidFill>
                            <a:srgbClr val="123A5C"/>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123A5C"/>
                          </a:solidFill>
                          <a:latin typeface="MiSans VF Light" pitchFamily="2" charset="-122"/>
                          <a:ea typeface="MiSans VF Light" pitchFamily="2" charset="-122"/>
                          <a:cs typeface="MiSans VF Light" pitchFamily="2" charset="-122"/>
                          <a:sym typeface="SimHei"/>
                        </a:rPr>
                        <a:t>起止页码</a:t>
                      </a:r>
                      <a:r>
                        <a:rPr lang="en-US" altLang="zh-CN" sz="1400" b="0" i="0" u="none" strike="noStrike" dirty="0">
                          <a:solidFill>
                            <a:srgbClr val="123A5C"/>
                          </a:solidFill>
                          <a:latin typeface="MiSans VF Light" pitchFamily="2" charset="-122"/>
                          <a:ea typeface="MiSans VF Light" pitchFamily="2" charset="-122"/>
                          <a:cs typeface="MiSans VF Light" pitchFamily="2" charset="-122"/>
                          <a:sym typeface="SimHei"/>
                        </a:rPr>
                        <a:t> </a:t>
                      </a:r>
                      <a:endParaRPr lang="en-US" altLang="zh-CN" sz="1100" b="0" i="0" dirty="0">
                        <a:solidFill>
                          <a:srgbClr val="123A5C"/>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123A5C">
                          <a:alpha val="9804"/>
                        </a:srgbClr>
                      </a:solidFill>
                      <a:prstDash val="solid"/>
                      <a:round/>
                      <a:headEnd type="none" w="med" len="med"/>
                      <a:tailEnd type="none" w="med" len="med"/>
                    </a:lnT>
                    <a:lnB w="6350" cap="flat" cmpd="sng" algn="ctr">
                      <a:solidFill>
                        <a:srgbClr val="123A5C">
                          <a:alpha val="980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7655275"/>
                  </a:ext>
                </a:extLst>
              </a:tr>
            </a:tbl>
          </a:graphicData>
        </a:graphic>
      </p:graphicFrame>
    </p:spTree>
    <p:extLst>
      <p:ext uri="{BB962C8B-B14F-4D97-AF65-F5344CB8AC3E}">
        <p14:creationId xmlns:p14="http://schemas.microsoft.com/office/powerpoint/2010/main" val="2903356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181B8-6CD6-3990-9DF9-91B4E28CC8CB}"/>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8A76A2F2-111A-C31D-43FF-20834DED995A}"/>
              </a:ext>
            </a:extLst>
          </p:cNvPr>
          <p:cNvSpPr/>
          <p:nvPr/>
        </p:nvSpPr>
        <p:spPr>
          <a:xfrm>
            <a:off x="0" y="-1"/>
            <a:ext cx="12192000" cy="6857995"/>
          </a:xfrm>
          <a:prstGeom prst="rect">
            <a:avLst/>
          </a:prstGeom>
          <a:solidFill>
            <a:srgbClr val="1644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 name="组合 1">
            <a:extLst>
              <a:ext uri="{FF2B5EF4-FFF2-40B4-BE49-F238E27FC236}">
                <a16:creationId xmlns:a16="http://schemas.microsoft.com/office/drawing/2014/main" id="{018BC839-02EE-0265-D268-35085AC5325B}"/>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72D94CBC-2100-847E-55AD-7376784ED8C4}"/>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9ED2FF">
                      <a:alpha val="50000"/>
                    </a:srgb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E5139025-D29D-3BE1-4571-CFE175E62747}"/>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9ED2FF">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9ED2FF">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FFAFC100-931E-0DC5-C610-C6009675272B}"/>
              </a:ext>
            </a:extLst>
          </p:cNvPr>
          <p:cNvSpPr/>
          <p:nvPr/>
        </p:nvSpPr>
        <p:spPr>
          <a:xfrm>
            <a:off x="524800" y="2534606"/>
            <a:ext cx="7417929"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chemeClr val="bg1"/>
                </a:solidFill>
                <a:latin typeface="MiSans VF Bold" pitchFamily="2" charset="-122"/>
                <a:ea typeface="MiSans VF Bold" pitchFamily="2" charset="-122"/>
                <a:cs typeface="MiSans VF Bold" pitchFamily="2" charset="-122"/>
                <a:sym typeface="ChillYunmoGothicBold"/>
              </a:rPr>
              <a:t>谢谢观看</a:t>
            </a:r>
            <a:endParaRPr lang="en-US" altLang="zh-CN" sz="4000" b="1" dirty="0">
              <a:solidFill>
                <a:schemeClr val="bg1"/>
              </a:solidFill>
              <a:latin typeface="MiSans VF Bold" pitchFamily="2" charset="-122"/>
              <a:ea typeface="MiSans VF Bold" pitchFamily="2" charset="-122"/>
              <a:cs typeface="MiSans VF Bold" pitchFamily="2" charset="-122"/>
              <a:sym typeface="ChillYunmoGothicBold"/>
            </a:endParaRPr>
          </a:p>
          <a:p>
            <a:pPr>
              <a:defRPr/>
            </a:pPr>
            <a:r>
              <a:rPr lang="en-US" altLang="zh-CN" sz="4000" b="1" dirty="0">
                <a:solidFill>
                  <a:srgbClr val="9ED2FF"/>
                </a:solidFill>
                <a:latin typeface="Didot" panose="02000503000000020003" pitchFamily="2" charset="-79"/>
                <a:ea typeface="MiSans VF Bold" pitchFamily="2" charset="-122"/>
                <a:cs typeface="Didot" panose="02000503000000020003" pitchFamily="2" charset="-79"/>
                <a:sym typeface="ChillYunmoGothicBold"/>
              </a:rPr>
              <a:t>THANKS</a:t>
            </a:r>
            <a:r>
              <a:rPr lang="zh-CN" altLang="en-US" sz="4000" b="1" dirty="0">
                <a:solidFill>
                  <a:srgbClr val="9ED2FF"/>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4000" b="1" dirty="0">
                <a:solidFill>
                  <a:srgbClr val="9ED2FF"/>
                </a:solidFill>
                <a:latin typeface="Didot" panose="02000503000000020003" pitchFamily="2" charset="-79"/>
                <a:ea typeface="MiSans VF Bold" pitchFamily="2" charset="-122"/>
                <a:cs typeface="Didot" panose="02000503000000020003" pitchFamily="2" charset="-79"/>
                <a:sym typeface="ChillYunmoGothicBold"/>
              </a:rPr>
              <a:t>FOR</a:t>
            </a:r>
            <a:r>
              <a:rPr lang="zh-CN" altLang="en-US" sz="4000" b="1" dirty="0">
                <a:solidFill>
                  <a:srgbClr val="9ED2FF"/>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4000" b="1" dirty="0">
                <a:solidFill>
                  <a:srgbClr val="9ED2FF"/>
                </a:solidFill>
                <a:latin typeface="Didot" panose="02000503000000020003" pitchFamily="2" charset="-79"/>
                <a:ea typeface="MiSans VF Bold" pitchFamily="2" charset="-122"/>
                <a:cs typeface="Didot" panose="02000503000000020003" pitchFamily="2" charset="-79"/>
                <a:sym typeface="ChillYunmoGothicBold"/>
              </a:rPr>
              <a:t>WATCHING</a:t>
            </a:r>
          </a:p>
        </p:txBody>
      </p:sp>
      <p:sp>
        <p:nvSpPr>
          <p:cNvPr id="16" name="AutoShape 2">
            <a:extLst>
              <a:ext uri="{FF2B5EF4-FFF2-40B4-BE49-F238E27FC236}">
                <a16:creationId xmlns:a16="http://schemas.microsoft.com/office/drawing/2014/main" id="{27893B78-1DE1-760F-1C55-F409C6E7F74C}"/>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9ED2FF">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9ED2FF">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4">
            <a:extLst>
              <a:ext uri="{FF2B5EF4-FFF2-40B4-BE49-F238E27FC236}">
                <a16:creationId xmlns:a16="http://schemas.microsoft.com/office/drawing/2014/main" id="{B60739E4-4DEF-6F8C-12D6-5031BCDD2841}"/>
              </a:ext>
            </a:extLst>
          </p:cNvPr>
          <p:cNvSpPr/>
          <p:nvPr/>
        </p:nvSpPr>
        <p:spPr>
          <a:xfrm>
            <a:off x="524797" y="4004779"/>
            <a:ext cx="5637284"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9ED2FF">
                    <a:alpha val="50000"/>
                  </a:srgbClr>
                </a:solidFill>
                <a:latin typeface="MiSans VF Light" pitchFamily="2" charset="-122"/>
                <a:ea typeface="MiSans VF Light" pitchFamily="2" charset="-122"/>
                <a:cs typeface="MiSans VF Light" pitchFamily="2" charset="-122"/>
                <a:sym typeface="ChillYunmoGothicBold"/>
              </a:rPr>
              <a:t>这是一句高光文案，一句金句总结本章节的内容。</a:t>
            </a:r>
            <a:endParaRPr lang="zh-CN" altLang="en-US" sz="1600" dirty="0">
              <a:solidFill>
                <a:srgbClr val="9ED2FF">
                  <a:alpha val="50000"/>
                </a:srgbClr>
              </a:solidFill>
              <a:latin typeface="MiSans VF Light" pitchFamily="2" charset="-122"/>
              <a:ea typeface="MiSans VF Light" pitchFamily="2" charset="-122"/>
              <a:cs typeface="MiSans VF Light" pitchFamily="2" charset="-122"/>
              <a:sym typeface="SimHei"/>
            </a:endParaRPr>
          </a:p>
        </p:txBody>
      </p:sp>
    </p:spTree>
    <p:extLst>
      <p:ext uri="{BB962C8B-B14F-4D97-AF65-F5344CB8AC3E}">
        <p14:creationId xmlns:p14="http://schemas.microsoft.com/office/powerpoint/2010/main" val="1274819976"/>
      </p:ext>
    </p:extLst>
  </p:cSld>
  <p:clrMapOvr>
    <a:masterClrMapping/>
  </p:clrMapOvr>
</p:sld>
</file>

<file path=ppt/theme/theme1.xml><?xml version="1.0" encoding="utf-8"?>
<a:theme xmlns:a="http://schemas.openxmlformats.org/drawingml/2006/main" name="Office 主题​​">
  <a:themeElements>
    <a:clrScheme name="Office">
      <a:dk1>
        <a:srgbClr val="1B2733"/>
      </a:dk1>
      <a:lt1>
        <a:srgbClr val="FFFFFF"/>
      </a:lt1>
      <a:dk2>
        <a:srgbClr val="506477"/>
      </a:dk2>
      <a:lt2>
        <a:srgbClr val="E5EEF6"/>
      </a:lt2>
      <a:accent1>
        <a:srgbClr val="1F6FB2"/>
      </a:accent1>
      <a:accent2>
        <a:srgbClr val="C8952E"/>
      </a:accent2>
      <a:accent3>
        <a:srgbClr val="9CAAB7"/>
      </a:accent3>
      <a:accent4>
        <a:srgbClr val="E0B33F"/>
      </a:accent4>
      <a:accent5>
        <a:srgbClr val="5AA7D8"/>
      </a:accent5>
      <a:accent6>
        <a:srgbClr val="6EA35D"/>
      </a:accent6>
      <a:hlink>
        <a:srgbClr val="0A6F63"/>
      </a:hlink>
      <a:folHlink>
        <a:srgbClr val="6E6AA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1B2733">
                <a:alpha val="38000"/>
              </a:srgbClr>
            </a:outerShdw>
          </a:effectLst>
        </a:effectStyle>
        <a:effectStyle>
          <a:effectLst>
            <a:outerShdw blurRad="40000" dist="23000" dir="5400000" rotWithShape="0">
              <a:srgbClr val="1B2733">
                <a:alpha val="35000"/>
              </a:srgbClr>
            </a:outerShdw>
          </a:effectLst>
        </a:effectStyle>
        <a:effectStyle>
          <a:effectLst>
            <a:outerShdw blurRad="40000" dist="23000" dir="5400000" rotWithShape="0">
              <a:srgbClr val="1B2733">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商务-橙黑" id="{CA2A6BEA-C645-764A-85DF-7208A746DD44}" vid="{3F1BCB72-47A7-154D-B48F-676CE577D7B9}"/>
    </a:ext>
  </a:extLst>
</a:theme>
</file>

<file path=ppt/theme/theme2.xml><?xml version="1.0" encoding="utf-8"?>
<a:theme xmlns:a="http://schemas.openxmlformats.org/drawingml/2006/main" name="默认主题">
  <a:themeElements>
    <a:clrScheme name="Office">
      <a:dk1>
        <a:srgbClr val="1B2733"/>
      </a:dk1>
      <a:lt1>
        <a:srgbClr val="FFFFFF"/>
      </a:lt1>
      <a:dk2>
        <a:srgbClr val="506477"/>
      </a:dk2>
      <a:lt2>
        <a:srgbClr val="E5EEF6"/>
      </a:lt2>
      <a:accent1>
        <a:srgbClr val="1F6FB2"/>
      </a:accent1>
      <a:accent2>
        <a:srgbClr val="C8952E"/>
      </a:accent2>
      <a:accent3>
        <a:srgbClr val="9CAAB7"/>
      </a:accent3>
      <a:accent4>
        <a:srgbClr val="E0B33F"/>
      </a:accent4>
      <a:accent5>
        <a:srgbClr val="5AA7D8"/>
      </a:accent5>
      <a:accent6>
        <a:srgbClr val="6EA35D"/>
      </a:accent6>
      <a:hlink>
        <a:srgbClr val="0A6F63"/>
      </a:hlink>
      <a:folHlink>
        <a:srgbClr val="6E6AA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1B2733">
                <a:alpha val="38000"/>
              </a:srgbClr>
            </a:outerShdw>
          </a:effectLst>
        </a:effectStyle>
        <a:effectStyle>
          <a:effectLst>
            <a:outerShdw blurRad="40000" dist="23000" dir="5400000" rotWithShape="0">
              <a:srgbClr val="1B2733">
                <a:alpha val="35000"/>
              </a:srgbClr>
            </a:outerShdw>
          </a:effectLst>
        </a:effectStyle>
        <a:effectStyle>
          <a:effectLst>
            <a:outerShdw blurRad="40000" dist="23000" dir="5400000" rotWithShape="0">
              <a:srgbClr val="1B2733">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商务-橙黑" id="{CA2A6BEA-C645-764A-85DF-7208A746DD44}" vid="{312940A9-D1B4-6B48-B3B8-47ECED890AF0}"/>
    </a:ext>
  </a:extLst>
</a:theme>
</file>

<file path=ppt/theme/theme3.xml><?xml version="1.0" encoding="utf-8"?>
<a:theme xmlns:a="http://schemas.openxmlformats.org/drawingml/2006/main" name="Office 主题​​">
  <a:themeElements>
    <a:clrScheme name="Office">
      <a:dk1>
        <a:srgbClr val="1B2733"/>
      </a:dk1>
      <a:lt1>
        <a:srgbClr val="FFFFFF"/>
      </a:lt1>
      <a:dk2>
        <a:srgbClr val="506477"/>
      </a:dk2>
      <a:lt2>
        <a:srgbClr val="E5EEF6"/>
      </a:lt2>
      <a:accent1>
        <a:srgbClr val="1F6FB2"/>
      </a:accent1>
      <a:accent2>
        <a:srgbClr val="C8952E"/>
      </a:accent2>
      <a:accent3>
        <a:srgbClr val="9CAAB7"/>
      </a:accent3>
      <a:accent4>
        <a:srgbClr val="E0B33F"/>
      </a:accent4>
      <a:accent5>
        <a:srgbClr val="5AA7D8"/>
      </a:accent5>
      <a:accent6>
        <a:srgbClr val="6EA35D"/>
      </a:accent6>
      <a:hlink>
        <a:srgbClr val="0A6F63"/>
      </a:hlink>
      <a:folHlink>
        <a:srgbClr val="6E6AA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1B2733">
                <a:alpha val="38000"/>
              </a:srgbClr>
            </a:outerShdw>
          </a:effectLst>
        </a:effectStyle>
        <a:effectStyle>
          <a:effectLst>
            <a:outerShdw blurRad="40000" dist="23000" dir="5400000" rotWithShape="0">
              <a:srgbClr val="1B2733">
                <a:alpha val="35000"/>
              </a:srgbClr>
            </a:outerShdw>
          </a:effectLst>
        </a:effectStyle>
        <a:effectStyle>
          <a:effectLst>
            <a:outerShdw blurRad="40000" dist="23000" dir="5400000" rotWithShape="0">
              <a:srgbClr val="1B2733">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主题​​</Template>
  <TotalTime>4540</TotalTime>
  <Words>3468</Words>
  <Application>Microsoft Macintosh PowerPoint</Application>
  <PresentationFormat>宽屏</PresentationFormat>
  <Paragraphs>504</Paragraphs>
  <Slides>29</Slides>
  <Notes>2</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29</vt:i4>
      </vt:variant>
    </vt:vector>
  </HeadingPairs>
  <TitlesOfParts>
    <vt:vector size="39" baseType="lpstr">
      <vt:lpstr>MiSans VF Bold</vt:lpstr>
      <vt:lpstr>MiSans VF Demibold</vt:lpstr>
      <vt:lpstr>MiSans VF Light</vt:lpstr>
      <vt:lpstr>MISANS VF MEDIUM</vt:lpstr>
      <vt:lpstr>MiSans VF Regular</vt:lpstr>
      <vt:lpstr>MiSans VF Thin</vt:lpstr>
      <vt:lpstr>Arial</vt:lpstr>
      <vt:lpstr>Didot</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T209833</dc:creator>
  <cp:lastModifiedBy>T209833</cp:lastModifiedBy>
  <cp:revision>25</cp:revision>
  <dcterms:created xsi:type="dcterms:W3CDTF">2026-06-02T14:06:00Z</dcterms:created>
  <dcterms:modified xsi:type="dcterms:W3CDTF">2026-06-08T09:36:01Z</dcterms:modified>
</cp:coreProperties>
</file>