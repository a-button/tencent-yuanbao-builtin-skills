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FF7047"/>
    <a:srgbClr val="DDB8FF"/>
    <a:srgbClr val="F9BD2B"/>
    <a:srgbClr val="F9520F"/>
    <a:srgbClr val="4884E2"/>
    <a:srgbClr val="EFF1F7"/>
    <a:srgbClr val="4983E2"/>
    <a:srgbClr val="DADEEB"/>
    <a:srgbClr val="D4E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1"/>
    <p:restoredTop sz="94658"/>
  </p:normalViewPr>
  <p:slideViewPr>
    <p:cSldViewPr snapToGrid="0">
      <p:cViewPr>
        <p:scale>
          <a:sx n="62" d="100"/>
          <a:sy n="62" d="100"/>
        </p:scale>
        <p:origin x="3976" y="1440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2">
                  <a:alpha val="100000"/>
                </a:schemeClr>
              </a:solidFill>
              <a:ln w="19050">
                <a:solidFill>
                  <a:schemeClr val="accent2">
                    <a:alpha val="100000"/>
                  </a:schemeClr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95210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95210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95210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95210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95210">
                          <a:alpha val="100000"/>
                        </a:srgbClr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FA8B-761C-0392-48C5-84DCA9C4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A4F0A952-DE0F-C074-2DCD-C12C2F00D0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12BF18D7-5034-02FD-0783-11829371E6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10A5A912-1EC6-010A-B58D-5B60A44A8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45602E1B-7538-5320-660A-E91A3D589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73C76086-E789-0299-3D3B-43DAC684CD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E709DC6D-8A29-ED84-B286-D116E3FA0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70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F9BD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F7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DDB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323E6C2-2AB2-E279-ED13-21D00CC535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DDB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F704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FF7047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F9BD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85546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485546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85546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DDB8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485546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F704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9BD2B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DDB8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F9BD2B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FF7047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EDCC92-6F6F-0FAF-6A70-B87C0A90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878030"/>
            <a:ext cx="3240335" cy="24438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BC71A3-D241-A9DE-7BDF-0CD4EAAD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2"/>
            <a:ext cx="3240335" cy="244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F704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9BD2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9BD2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9BD2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9BD2B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04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04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04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04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DB8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DB8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DB8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DB8FF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704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701361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9520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F9520F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9520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F9520F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9520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F9520F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9520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F9520F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9520F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F9520F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704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ECECE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DDB8FF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FF7047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F9BD2B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FF7047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FA5415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FF7047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DDB8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2137848223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F9521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F9521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F9521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F9BD2B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FF7047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FF7047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C4D09-91C1-D2F0-F8BC-66BDE01E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8AE1E1-174A-96A2-05DA-1347CCA1B4C6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8C55883-9CC3-2F7F-7BB7-581BD8C6F39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91815ACB-A8AA-98DF-F05D-CE4795A0B4E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1F7E6628-3B23-D087-22D2-65A68AA7A25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CONCLUSION</a:t>
              </a: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8B93D418-F368-4340-1CA0-816D5E931A7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034D8C-AD73-B85C-D050-B12068F1C8E8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E0F6355-786F-44E2-9829-03D81E3D979F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4DB22A4-644F-6420-2F64-F6C212151B5C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643EA3C-F264-4BD2-A327-E61F736487FD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F9BD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FBA937E-686F-0ED4-59A0-97CC77611D7D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F7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2237A6A-D2E3-7813-A5EC-37C77C37E510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AF4FFF0-F277-277B-3835-FDC3054C53C6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5B5AFE7-446D-3486-B42D-09044E85C755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B9348E6-B3A5-2261-DE08-6287A3A84E94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DDB8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4E60DDB-7DE2-4BC0-6DB0-C4B0410770EE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F8854CC-69B7-49E4-432A-F3BD865B10D3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BDED29A-2BD8-973F-EE01-B3D9CAF38F9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6EB5712-8E88-4E7A-E283-E9656D3B7C6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5" name="AutoShape 7">
            <a:extLst>
              <a:ext uri="{FF2B5EF4-FFF2-40B4-BE49-F238E27FC236}">
                <a16:creationId xmlns:a16="http://schemas.microsoft.com/office/drawing/2014/main" id="{0F25E5C5-71A4-9EA2-6EF0-731C379D0222}"/>
              </a:ext>
            </a:extLst>
          </p:cNvPr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AB4047F4-A4BF-4383-505B-57F91D2E7C9C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4088830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FZLanTingHeiS</vt:lpstr>
      <vt:lpstr>FZLanTingHeiS Bold</vt:lpstr>
      <vt:lpstr>MiSans VF Bold</vt:lpstr>
      <vt:lpstr>MiSans VF Light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17</cp:revision>
  <dcterms:created xsi:type="dcterms:W3CDTF">2026-05-27T19:33:57Z</dcterms:created>
  <dcterms:modified xsi:type="dcterms:W3CDTF">2026-06-16T06:56:55Z</dcterms:modified>
</cp:coreProperties>
</file>