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Extension="jp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25"/>
  </p:notesMasterIdLst>
  <p:sldIdLst>
    <p:sldId id="256" r:id="rId3"/>
    <p:sldId id="266" r:id="rId4"/>
    <p:sldId id="267" r:id="rId5"/>
    <p:sldId id="276" r:id="rId6"/>
    <p:sldId id="275" r:id="rId7"/>
    <p:sldId id="277" r:id="rId8"/>
    <p:sldId id="293" r:id="rId9"/>
    <p:sldId id="279" r:id="rId10"/>
    <p:sldId id="294" r:id="rId11"/>
    <p:sldId id="281" r:id="rId12"/>
    <p:sldId id="282" r:id="rId13"/>
    <p:sldId id="284" r:id="rId14"/>
    <p:sldId id="283" r:id="rId15"/>
    <p:sldId id="285" r:id="rId16"/>
    <p:sldId id="280" r:id="rId17"/>
    <p:sldId id="286" r:id="rId18"/>
    <p:sldId id="289" r:id="rId19"/>
    <p:sldId id="296" r:id="rId20"/>
    <p:sldId id="290" r:id="rId21"/>
    <p:sldId id="291" r:id="rId22"/>
    <p:sldId id="292" r:id="rId23"/>
    <p:sldId id="295" r:id="rId2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F2E8"/>
    <a:srgbClr val="65161C"/>
    <a:srgbClr val="E6414B"/>
    <a:srgbClr val="110B12"/>
    <a:srgbClr val="655348"/>
    <a:srgbClr val="FF436A"/>
    <a:srgbClr val="FF4A57"/>
    <a:srgbClr val="090609"/>
    <a:srgbClr val="FFF3E8"/>
    <a:srgbClr val="DFA8B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041"/>
    <p:restoredTop sz="94658"/>
  </p:normalViewPr>
  <p:slideViewPr>
    <p:cSldViewPr snapToGrid="0">
      <p:cViewPr varScale="1">
        <p:scale>
          <a:sx n="118" d="100"/>
          <a:sy n="118" d="100"/>
        </p:scale>
        <p:origin x="232" y="240"/>
      </p:cViewPr>
      <p:guideLst>
        <p:guide orient="horz" pos="1620"/>
        <p:guide pos="2880"/>
      </p:guideLst>
    </p:cSldViewPr>
  </p:slideViewPr>
  <p:notesTextViewPr>
    <p:cViewPr>
      <p:scale>
        <a:sx n="1" d="1"/>
        <a:sy n="1" d="1"/>
      </p:scale>
      <p:origin x="0" y="0"/>
    </p:cViewPr>
  </p:notesTextViewPr>
  <p:notesViewPr>
    <p:cSldViewPr snapToGrid="0">
      <p:cViewPr varScale="1">
        <p:scale>
          <a:sx n="96" d="100"/>
          <a:sy n="96" d="100"/>
        </p:scale>
        <p:origin x="3120"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65161C"/>
                </a:solidFill>
                <a:latin typeface="MiSans VF Light" pitchFamily="2" charset="-122"/>
                <a:ea typeface="MiSans VF Light" pitchFamily="2" charset="-122"/>
                <a:cs typeface="MiSans VF Light" pitchFamily="2" charset="-122"/>
              </a:defRPr>
            </a:pPr>
            <a:r>
              <a:rPr lang="zh-CN" sz="1200" b="0" i="0" strike="noStrike" dirty="0">
                <a:solidFill>
                  <a:srgbClr val="65161C"/>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E6414B"/>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E6414B"/>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0318-3C44-9326-1E7720AE7AEB}"/>
                </c:ext>
              </c:extLst>
            </c:dLbl>
            <c:dLbl>
              <c:idx val="1"/>
              <c:layout>
                <c:manualLayout>
                  <c:x val="9.2632300000000001E-2"/>
                </c:manualLayout>
              </c:layout>
              <c:numFmt formatCode="0%" sourceLinked="0"/>
              <c:spPr/>
              <c:txPr>
                <a:bodyPr vert="horz" wrap="square" anchor="ctr" anchorCtr="1"/>
                <a:lstStyle/>
                <a:p>
                  <a:pPr>
                    <a:defRPr sz="1197" b="1" i="0" strike="noStrike">
                      <a:solidFill>
                        <a:srgbClr val="E6414B"/>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0318-3C44-9326-1E7720AE7AEB}"/>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E6414B"/>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0318-3C44-9326-1E7720AE7AEB}"/>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E6414B"/>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0318-3C44-9326-1E7720AE7AEB}"/>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E6414B"/>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0318-3C44-9326-1E7720AE7AEB}"/>
                </c:ext>
              </c:extLst>
            </c:dLbl>
            <c:numFmt formatCode="0%" sourceLinked="0"/>
            <c:spPr>
              <a:noFill/>
              <a:ln>
                <a:noFill/>
              </a:ln>
              <a:effectLst/>
            </c:spPr>
            <c:txPr>
              <a:bodyPr vert="horz" wrap="square" anchor="ctr" anchorCtr="1"/>
              <a:lstStyle/>
              <a:p>
                <a:pPr>
                  <a:defRPr sz="1197" b="0" i="0" strike="noStrike">
                    <a:solidFill>
                      <a:srgbClr val="E6414B"/>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0318-3C44-9326-1E7720AE7AEB}"/>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65161C"/>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rgbClr val="65161C">
                  <a:alpha val="50196"/>
                </a:srgb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lvl="1" algn="ctr">
              <a:lnSpc>
                <a:spcPct val="100000"/>
              </a:lnSpc>
              <a:defRPr sz="1862" b="0" i="0" strike="noStrike">
                <a:solidFill>
                  <a:srgbClr val="FEF2E8"/>
                </a:solidFill>
                <a:latin typeface="MiSans VF Light" pitchFamily="2" charset="-122"/>
                <a:ea typeface="MiSans VF Light" pitchFamily="2" charset="-122"/>
                <a:cs typeface="MiSans VF Light" pitchFamily="2" charset="-122"/>
              </a:defRPr>
            </a:pPr>
            <a:r>
              <a:rPr lang="zh-CN" sz="1200" b="0" i="0" strike="noStrike" dirty="0">
                <a:solidFill>
                  <a:srgbClr val="FEF2E8"/>
                </a:solidFill>
                <a:latin typeface="MiSans VF Light" pitchFamily="2" charset="-122"/>
                <a:ea typeface="MiSans VF Light" pitchFamily="2" charset="-122"/>
                <a:cs typeface="MiSans VF Light" pitchFamily="2" charset="-122"/>
              </a:rPr>
              <a:t>端侧推理成本构成（建议量化的估算占比）</a:t>
            </a:r>
          </a:p>
        </c:rich>
      </c:tx>
      <c:overlay val="0"/>
      <c:spPr>
        <a:noFill/>
        <a:ln>
          <a:noFill/>
        </a:ln>
        <a:effectLst/>
      </c:spPr>
    </c:title>
    <c:autoTitleDeleted val="0"/>
    <c:plotArea>
      <c:layout/>
      <c:barChart>
        <c:barDir val="bar"/>
        <c:grouping val="stacked"/>
        <c:varyColors val="0"/>
        <c:ser>
          <c:idx val="0"/>
          <c:order val="0"/>
          <c:tx>
            <c:v>端侧推理成本构成</c:v>
          </c:tx>
          <c:spPr>
            <a:solidFill>
              <a:srgbClr val="FEF2E8"/>
            </a:solidFill>
            <a:ln/>
          </c:spPr>
          <c:invertIfNegative val="1"/>
          <c:dLbls>
            <c:dLbl>
              <c:idx val="0"/>
              <c:layout>
                <c:manualLayout>
                  <c:x val="7.2735099999999997E-2"/>
                  <c:y val="6.8150299999999997E-3"/>
                </c:manualLayout>
              </c:layout>
              <c:numFmt formatCode="0%" sourceLinked="0"/>
              <c:spPr/>
              <c:txPr>
                <a:bodyPr vert="horz" wrap="square" anchor="ctr" anchorCtr="1"/>
                <a:lstStyle/>
                <a:p>
                  <a:pPr>
                    <a:defRPr sz="1197" b="1" i="0" strike="noStrike">
                      <a:solidFill>
                        <a:srgbClr val="FEF2E8"/>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FCF-1049-AF71-FBF676AEB1B1}"/>
                </c:ext>
              </c:extLst>
            </c:dLbl>
            <c:dLbl>
              <c:idx val="1"/>
              <c:layout>
                <c:manualLayout>
                  <c:x val="9.2632300000000001E-2"/>
                </c:manualLayout>
              </c:layout>
              <c:numFmt formatCode="0%" sourceLinked="0"/>
              <c:spPr/>
              <c:txPr>
                <a:bodyPr vert="horz" wrap="square" anchor="ctr" anchorCtr="1"/>
                <a:lstStyle/>
                <a:p>
                  <a:pPr>
                    <a:defRPr sz="1197" b="1" i="0" strike="noStrike">
                      <a:solidFill>
                        <a:srgbClr val="FEF2E8"/>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1FCF-1049-AF71-FBF676AEB1B1}"/>
                </c:ext>
              </c:extLst>
            </c:dLbl>
            <c:dLbl>
              <c:idx val="2"/>
              <c:layout>
                <c:manualLayout>
                  <c:x val="7.6077800000000001E-2"/>
                  <c:y val="3.5059599999999998E-3"/>
                </c:manualLayout>
              </c:layout>
              <c:numFmt formatCode="0%" sourceLinked="0"/>
              <c:spPr/>
              <c:txPr>
                <a:bodyPr vert="horz" wrap="square" anchor="ctr" anchorCtr="1"/>
                <a:lstStyle/>
                <a:p>
                  <a:pPr>
                    <a:defRPr sz="1197" b="1" i="0" strike="noStrike">
                      <a:solidFill>
                        <a:srgbClr val="FEF2E8"/>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FCF-1049-AF71-FBF676AEB1B1}"/>
                </c:ext>
              </c:extLst>
            </c:dLbl>
            <c:dLbl>
              <c:idx val="3"/>
              <c:layout>
                <c:manualLayout>
                  <c:x val="8.0684599999999995E-2"/>
                  <c:y val="-3.3090699999999999E-3"/>
                </c:manualLayout>
              </c:layout>
              <c:numFmt formatCode="0%" sourceLinked="0"/>
              <c:spPr/>
              <c:txPr>
                <a:bodyPr vert="horz" wrap="square" anchor="ctr" anchorCtr="1"/>
                <a:lstStyle/>
                <a:p>
                  <a:pPr>
                    <a:defRPr sz="1197" b="1" i="0" strike="noStrike">
                      <a:solidFill>
                        <a:srgbClr val="FEF2E8"/>
                      </a:solidFill>
                      <a:latin typeface="PingFang SC"/>
                      <a:ea typeface="PingFang SC"/>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1FCF-1049-AF71-FBF676AEB1B1}"/>
                </c:ext>
              </c:extLst>
            </c:dLbl>
            <c:dLbl>
              <c:idx val="4"/>
              <c:layout>
                <c:manualLayout>
                  <c:x val="7.9240400000000003E-2"/>
                  <c:y val="3.5059599999999998E-3"/>
                </c:manualLayout>
              </c:layout>
              <c:numFmt formatCode="0%" sourceLinked="0"/>
              <c:spPr/>
              <c:txPr>
                <a:bodyPr vert="horz" wrap="square" anchor="ctr" anchorCtr="1"/>
                <a:lstStyle/>
                <a:p>
                  <a:pPr>
                    <a:defRPr sz="1197" b="1" i="0" strike="noStrike">
                      <a:solidFill>
                        <a:srgbClr val="FEF2E8"/>
                      </a:solidFill>
                      <a:latin typeface="Arial"/>
                      <a:ea typeface="宋体"/>
                    </a:defRPr>
                  </a:pPr>
                  <a:endParaRPr lang="zh-CN"/>
                </a:p>
              </c:txPr>
              <c:dLblPos val="in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1FCF-1049-AF71-FBF676AEB1B1}"/>
                </c:ext>
              </c:extLst>
            </c:dLbl>
            <c:numFmt formatCode="0%" sourceLinked="0"/>
            <c:spPr>
              <a:noFill/>
              <a:ln>
                <a:noFill/>
              </a:ln>
              <a:effectLst/>
            </c:spPr>
            <c:txPr>
              <a:bodyPr vert="horz" wrap="square" anchor="ctr" anchorCtr="1"/>
              <a:lstStyle/>
              <a:p>
                <a:pPr>
                  <a:defRPr sz="1197" b="0" i="0" strike="noStrike">
                    <a:solidFill>
                      <a:srgbClr val="FEF2E8"/>
                    </a:solidFill>
                    <a:latin typeface="Arial"/>
                    <a:ea typeface="宋体"/>
                  </a:defRPr>
                </a:pPr>
                <a:endParaRPr lang="zh-CN"/>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5"/>
              <c:pt idx="0">
                <c:v>云端调用</c:v>
              </c:pt>
              <c:pt idx="1">
                <c:v>故障恢复</c:v>
              </c:pt>
              <c:pt idx="2">
                <c:v>远程监控</c:v>
              </c:pt>
              <c:pt idx="3">
                <c:v>传感器</c:v>
              </c:pt>
              <c:pt idx="4">
                <c:v>算力边缘</c:v>
              </c:pt>
            </c:strLit>
          </c:cat>
          <c:val>
            <c:numLit>
              <c:formatCode>General</c:formatCode>
              <c:ptCount val="5"/>
              <c:pt idx="0">
                <c:v>0.05</c:v>
              </c:pt>
              <c:pt idx="1">
                <c:v>0.12</c:v>
              </c:pt>
              <c:pt idx="2">
                <c:v>0.15</c:v>
              </c:pt>
              <c:pt idx="3">
                <c:v>0.3</c:v>
              </c:pt>
              <c:pt idx="4">
                <c:v>0.45</c:v>
              </c:pt>
            </c:numLit>
          </c:val>
          <c:extLst>
            <c:ext xmlns:c14="http://schemas.microsoft.com/office/drawing/2007/8/2/chart" uri="{6F2FDCE9-48DA-4B69-8628-5D25D57E5C99}">
              <c14:invertSolidFillFmt>
                <c14:spPr xmlns:c14="http://schemas.microsoft.com/office/drawing/2007/8/2/chart">
                  <a:solidFill>
                    <a:srgbClr val="FFFFFF"/>
                  </a:solidFill>
                  <a:ln/>
                </c14:spPr>
              </c14:invertSolidFillFmt>
            </c:ext>
            <c:ext xmlns:c16="http://schemas.microsoft.com/office/drawing/2014/chart" uri="{C3380CC4-5D6E-409C-BE32-E72D297353CC}">
              <c16:uniqueId val="{00000005-1FCF-1049-AF71-FBF676AEB1B1}"/>
            </c:ext>
          </c:extLst>
        </c:ser>
        <c:dLbls>
          <c:showLegendKey val="0"/>
          <c:showVal val="0"/>
          <c:showCatName val="0"/>
          <c:showSerName val="0"/>
          <c:showPercent val="0"/>
          <c:showBubbleSize val="0"/>
        </c:dLbls>
        <c:gapWidth val="150"/>
        <c:overlap val="100"/>
        <c:axId val="14548011"/>
        <c:axId val="14548012"/>
      </c:barChart>
      <c:catAx>
        <c:axId val="14548011"/>
        <c:scaling>
          <c:orientation val="minMax"/>
        </c:scaling>
        <c:delete val="0"/>
        <c:axPos val="l"/>
        <c:numFmt formatCode="General" sourceLinked="0"/>
        <c:majorTickMark val="none"/>
        <c:minorTickMark val="none"/>
        <c:tickLblPos val="nextTo"/>
        <c:spPr>
          <a:noFill/>
          <a:ln w="9525" cap="flat">
            <a:solidFill>
              <a:srgbClr val="D9D9D9">
                <a:alpha val="100000"/>
              </a:srgbClr>
            </a:solidFill>
            <a:round/>
          </a:ln>
          <a:effectLst/>
        </c:spPr>
        <c:txPr>
          <a:bodyPr/>
          <a:lstStyle/>
          <a:p>
            <a:pPr>
              <a:defRPr sz="1197" b="0" i="0" strike="noStrike">
                <a:solidFill>
                  <a:srgbClr val="FEF2E8"/>
                </a:solidFill>
                <a:latin typeface="MiSans VF Light" pitchFamily="2" charset="-122"/>
                <a:ea typeface="MiSans VF Light" pitchFamily="2" charset="-122"/>
                <a:cs typeface="MiSans VF Light" pitchFamily="2" charset="-122"/>
              </a:defRPr>
            </a:pPr>
            <a:endParaRPr lang="zh-CN"/>
          </a:p>
        </c:txPr>
        <c:crossAx val="14548012"/>
        <c:crosses val="autoZero"/>
        <c:auto val="1"/>
        <c:lblAlgn val="ctr"/>
        <c:lblOffset val="100"/>
        <c:noMultiLvlLbl val="1"/>
      </c:catAx>
      <c:valAx>
        <c:axId val="14548012"/>
        <c:scaling>
          <c:orientation val="minMax"/>
        </c:scaling>
        <c:delete val="1"/>
        <c:axPos val="b"/>
        <c:majorGridlines>
          <c:spPr>
            <a:ln w="6350" cap="flat" cmpd="sng">
              <a:solidFill>
                <a:schemeClr val="bg1">
                  <a:alpha val="50196"/>
                </a:schemeClr>
              </a:solidFill>
              <a:prstDash val="sysDot"/>
              <a:round/>
            </a:ln>
            <a:effectLst/>
          </c:spPr>
        </c:majorGridlines>
        <c:numFmt formatCode="0%" sourceLinked="0"/>
        <c:majorTickMark val="none"/>
        <c:minorTickMark val="none"/>
        <c:tickLblPos val="nextTo"/>
        <c:crossAx val="14548011"/>
        <c:crosses val="autoZero"/>
        <c:crossBetween val="between"/>
      </c:valAx>
      <c:spPr>
        <a:noFill/>
        <a:ln>
          <a:noFill/>
        </a:ln>
        <a:effectLst/>
      </c:spPr>
    </c:plotArea>
    <c:plotVisOnly val="1"/>
    <c:dispBlanksAs val="gap"/>
    <c:showDLblsOverMax val="1"/>
  </c:chart>
  <c:spPr>
    <a:noFill/>
    <a:ln>
      <a:noFill/>
    </a:ln>
    <a:effectLst/>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08.06.2026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a:p>
          <a:p>
            <a:pPr lvl="1"/>
            <a:r>
              <a:rPr lang="en-US"/>
              <a:t>Second level</a:t>
            </a:r>
            <a:endParaRPr/>
          </a:p>
          <a:p>
            <a:pPr lvl="2"/>
            <a:r>
              <a:rPr lang="en-US"/>
              <a:t>Third level</a:t>
            </a:r>
            <a:endParaRPr/>
          </a:p>
          <a:p>
            <a:pPr lvl="3"/>
            <a:r>
              <a:rPr lang="en-US"/>
              <a:t>Fourth level</a:t>
            </a:r>
            <a:endParaRP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290763" y="512763"/>
            <a:ext cx="4562475" cy="2566987"/>
          </a:xfrm>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71B2431-D351-4C6E-A3CF-9DFAC0E3E050}" type="slidenum">
              <a:rPr lang="cs-CZ" smtClean="0"/>
              <a:t>16</a:t>
            </a:fld>
            <a:endParaRPr lang="cs-CZ"/>
          </a:p>
        </p:txBody>
      </p:sp>
    </p:spTree>
    <p:extLst>
      <p:ext uri="{BB962C8B-B14F-4D97-AF65-F5344CB8AC3E}">
        <p14:creationId xmlns:p14="http://schemas.microsoft.com/office/powerpoint/2010/main" val="372098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FB6-6195-6179-89BA-F9E8CB0091D3}"/>
            </a:ext>
          </a:extLst>
        </p:cNvPr>
        <p:cNvGrpSpPr/>
        <p:nvPr/>
      </p:nvGrpSpPr>
      <p:grpSpPr>
        <a:xfrm>
          <a:off x="0" y="0"/>
          <a:ext cx="0" cy="0"/>
          <a:chOff x="0" y="0"/>
          <a:chExt cx="0" cy="0"/>
        </a:xfrm>
      </p:grpSpPr>
      <p:sp>
        <p:nvSpPr>
          <p:cNvPr id="16" name="Header Placeholder 1">
            <a:extLst>
              <a:ext uri="{FF2B5EF4-FFF2-40B4-BE49-F238E27FC236}">
                <a16:creationId xmlns:a16="http://schemas.microsoft.com/office/drawing/2014/main" id="{203E0076-4591-FA01-0E9E-41F12149CBA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17" name="Date Placeholder 2">
            <a:extLst>
              <a:ext uri="{FF2B5EF4-FFF2-40B4-BE49-F238E27FC236}">
                <a16:creationId xmlns:a16="http://schemas.microsoft.com/office/drawing/2014/main" id="{7AB087EC-E062-F304-75CF-3015B839A966}"/>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a:p>
        </p:txBody>
      </p:sp>
      <p:sp>
        <p:nvSpPr>
          <p:cNvPr id="18" name="Slide Image Placeholder 3">
            <a:extLst>
              <a:ext uri="{FF2B5EF4-FFF2-40B4-BE49-F238E27FC236}">
                <a16:creationId xmlns:a16="http://schemas.microsoft.com/office/drawing/2014/main" id="{80B85547-949B-2447-F320-BF5853287B6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19" name="Notes Placeholder 4">
            <a:extLst>
              <a:ext uri="{FF2B5EF4-FFF2-40B4-BE49-F238E27FC236}">
                <a16:creationId xmlns:a16="http://schemas.microsoft.com/office/drawing/2014/main" id="{769C7579-2B7B-E763-BE75-D92F3206D8A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20" name="Footer Placeholder 5">
            <a:extLst>
              <a:ext uri="{FF2B5EF4-FFF2-40B4-BE49-F238E27FC236}">
                <a16:creationId xmlns:a16="http://schemas.microsoft.com/office/drawing/2014/main" id="{0490D9AE-7ABB-57A5-43CA-26C3B69BE3D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21" name="Slide Number Placeholder 6">
            <a:extLst>
              <a:ext uri="{FF2B5EF4-FFF2-40B4-BE49-F238E27FC236}">
                <a16:creationId xmlns:a16="http://schemas.microsoft.com/office/drawing/2014/main" id="{699A35F3-3CE2-A291-2C0E-1CB07B1CAB5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a:p>
        </p:txBody>
      </p:sp>
    </p:spTree>
    <p:extLst>
      <p:ext uri="{BB962C8B-B14F-4D97-AF65-F5344CB8AC3E}">
        <p14:creationId xmlns:p14="http://schemas.microsoft.com/office/powerpoint/2010/main" val="3769450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p:spTree>
      <p:nvGrpSpPr>
        <p:cNvPr id="1" name=""/>
        <p:cNvGrpSpPr/>
        <p:nvPr/>
      </p:nvGrpSpPr>
      <p:grpSpPr>
        <a:xfrm>
          <a:off x="0" y="0"/>
          <a:ext cx="0" cy="0"/>
          <a:chOff x="0" y="0"/>
          <a:chExt cx="0" cy="0"/>
        </a:xfrm>
      </p:grpSpPr>
      <p:sp>
        <p:nvSpPr>
          <p:cNvPr id="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r>
              <a:rPr lang="zh-CN" altLang="en-US"/>
              <a:t>单击此处编辑母版副标题样式</a:t>
            </a:r>
            <a:endParaRPr/>
          </a:p>
        </p:txBody>
      </p:sp>
      <p:sp>
        <p:nvSpPr>
          <p:cNvPr id="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OBJECT">
    <p:spTree>
      <p:nvGrpSpPr>
        <p:cNvPr id="1" name=""/>
        <p:cNvGrpSpPr/>
        <p:nvPr/>
      </p:nvGrpSpPr>
      <p:grpSpPr>
        <a:xfrm>
          <a:off x="0" y="0"/>
          <a:ext cx="0" cy="0"/>
          <a:chOff x="0" y="0"/>
          <a:chExt cx="0" cy="0"/>
        </a:xfrm>
      </p:grpSpPr>
      <p:sp>
        <p:nvSpPr>
          <p:cNvPr id="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_HEADER">
    <p:spTree>
      <p:nvGrpSpPr>
        <p:cNvPr id="1" name=""/>
        <p:cNvGrpSpPr/>
        <p:nvPr/>
      </p:nvGrpSpPr>
      <p:grpSpPr>
        <a:xfrm>
          <a:off x="0" y="0"/>
          <a:ext cx="0" cy="0"/>
          <a:chOff x="0" y="0"/>
          <a:chExt cx="0" cy="0"/>
        </a:xfrm>
      </p:grpSpPr>
      <p:sp>
        <p:nvSpPr>
          <p:cNvPr id="20"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1"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pPr lvl="0"/>
            <a:r>
              <a:rPr lang="zh-CN" altLang="en-US"/>
              <a:t>单击此处编辑母版文本样式</a:t>
            </a:r>
          </a:p>
        </p:txBody>
      </p:sp>
      <p:sp>
        <p:nvSpPr>
          <p:cNvPr id="22"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3"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4"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_OBJECTS">
    <p:spTree>
      <p:nvGrpSpPr>
        <p:cNvPr id="1" name=""/>
        <p:cNvGrpSpPr/>
        <p:nvPr/>
      </p:nvGrpSpPr>
      <p:grpSpPr>
        <a:xfrm>
          <a:off x="0" y="0"/>
          <a:ext cx="0" cy="0"/>
          <a:chOff x="0" y="0"/>
          <a:chExt cx="0" cy="0"/>
        </a:xfrm>
      </p:grpSpPr>
      <p:sp>
        <p:nvSpPr>
          <p:cNvPr id="26"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27"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8"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29"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0"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1"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TWO_OBJECTS_WITH_TEXT">
    <p:spTree>
      <p:nvGrpSpPr>
        <p:cNvPr id="1" name=""/>
        <p:cNvGrpSpPr/>
        <p:nvPr/>
      </p:nvGrpSpPr>
      <p:grpSpPr>
        <a:xfrm>
          <a:off x="0" y="0"/>
          <a:ext cx="0" cy="0"/>
          <a:chOff x="0" y="0"/>
          <a:chExt cx="0" cy="0"/>
        </a:xfrm>
      </p:grpSpPr>
      <p:sp>
        <p:nvSpPr>
          <p:cNvPr id="33"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34"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5"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6"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pPr lvl="0"/>
            <a:r>
              <a:rPr lang="zh-CN" altLang="en-US"/>
              <a:t>单击此处编辑母版文本样式</a:t>
            </a:r>
          </a:p>
        </p:txBody>
      </p:sp>
      <p:sp>
        <p:nvSpPr>
          <p:cNvPr id="37"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38"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9"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0"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_ONLY">
    <p:spTree>
      <p:nvGrpSpPr>
        <p:cNvPr id="1" name=""/>
        <p:cNvGrpSpPr/>
        <p:nvPr/>
      </p:nvGrpSpPr>
      <p:grpSpPr>
        <a:xfrm>
          <a:off x="0" y="0"/>
          <a:ext cx="0" cy="0"/>
          <a:chOff x="0" y="0"/>
          <a:chExt cx="0" cy="0"/>
        </a:xfrm>
      </p:grpSpPr>
      <p:sp>
        <p:nvSpPr>
          <p:cNvPr id="42"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43"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5"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47"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OBJECT_WITH_CAPTION_TEXT">
    <p:spTree>
      <p:nvGrpSpPr>
        <p:cNvPr id="1" name=""/>
        <p:cNvGrpSpPr/>
        <p:nvPr/>
      </p:nvGrpSpPr>
      <p:grpSpPr>
        <a:xfrm>
          <a:off x="0" y="0"/>
          <a:ext cx="0" cy="0"/>
          <a:chOff x="0" y="0"/>
          <a:chExt cx="0" cy="0"/>
        </a:xfrm>
      </p:grpSpPr>
      <p:sp>
        <p:nvSpPr>
          <p:cNvPr id="51"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2"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pPr lvl="0"/>
            <a:r>
              <a:rPr lang="zh-CN" altLang="en-US"/>
              <a:t>单击此处编辑母版文本样式</a:t>
            </a:r>
          </a:p>
        </p:txBody>
      </p:sp>
      <p:sp>
        <p:nvSpPr>
          <p:cNvPr id="53"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54"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5"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6"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_WITH_CAPTION_TEXT">
    <p:spTree>
      <p:nvGrpSpPr>
        <p:cNvPr id="1" name=""/>
        <p:cNvGrpSpPr/>
        <p:nvPr/>
      </p:nvGrpSpPr>
      <p:grpSpPr>
        <a:xfrm>
          <a:off x="0" y="0"/>
          <a:ext cx="0" cy="0"/>
          <a:chOff x="0" y="0"/>
          <a:chExt cx="0" cy="0"/>
        </a:xfrm>
      </p:grpSpPr>
      <p:sp>
        <p:nvSpPr>
          <p:cNvPr id="58"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59" name="Shape 25"/>
          <p:cNvSpPr>
            <a:spLocks noGrp="1"/>
          </p:cNvSpPr>
          <p:nvPr>
            <p:ph type="pic" idx="2"/>
          </p:nvPr>
        </p:nvSpPr>
        <p:spPr>
          <a:xfrm>
            <a:off x="3887391" y="740569"/>
            <a:ext cx="4629150" cy="3655219"/>
          </a:xfrm>
          <a:prstGeom prst="rect">
            <a:avLst/>
          </a:prstGeom>
          <a:noFill/>
          <a:ln>
            <a:noFill/>
          </a:ln>
        </p:spPr>
        <p:txBody>
          <a:bodyPr/>
          <a:lstStyle/>
          <a:p>
            <a:r>
              <a:rPr lang="zh-CN" altLang="en-US"/>
              <a:t>单击图标添加图片</a:t>
            </a:r>
            <a:endParaRPr/>
          </a:p>
        </p:txBody>
      </p:sp>
      <p:sp>
        <p:nvSpPr>
          <p:cNvPr id="60"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pPr lvl="0"/>
            <a:r>
              <a:rPr lang="zh-CN" altLang="en-US"/>
              <a:t>单击此处编辑母版文本样式</a:t>
            </a:r>
          </a:p>
        </p:txBody>
      </p:sp>
      <p:sp>
        <p:nvSpPr>
          <p:cNvPr id="61"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2"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3"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VERTICAL_TEXT">
    <p:spTree>
      <p:nvGrpSpPr>
        <p:cNvPr id="1" name=""/>
        <p:cNvGrpSpPr/>
        <p:nvPr/>
      </p:nvGrpSpPr>
      <p:grpSpPr>
        <a:xfrm>
          <a:off x="0" y="0"/>
          <a:ext cx="0" cy="0"/>
          <a:chOff x="0" y="0"/>
          <a:chExt cx="0" cy="0"/>
        </a:xfrm>
      </p:grpSpPr>
      <p:sp>
        <p:nvSpPr>
          <p:cNvPr id="65"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66"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67"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_TITLE_AND_VERTICAL_TEXT">
    <p:spTree>
      <p:nvGrpSpPr>
        <p:cNvPr id="1" name=""/>
        <p:cNvGrpSpPr/>
        <p:nvPr/>
      </p:nvGrpSpPr>
      <p:grpSpPr>
        <a:xfrm>
          <a:off x="0" y="0"/>
          <a:ext cx="0" cy="0"/>
          <a:chOff x="0" y="0"/>
          <a:chExt cx="0" cy="0"/>
        </a:xfrm>
      </p:grpSpPr>
      <p:sp>
        <p:nvSpPr>
          <p:cNvPr id="14"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r>
              <a:rPr lang="zh-CN" altLang="en-US"/>
              <a:t>单击此处编辑母版标题样式</a:t>
            </a:r>
            <a:endParaRPr/>
          </a:p>
        </p:txBody>
      </p:sp>
      <p:sp>
        <p:nvSpPr>
          <p:cNvPr id="15"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pPr lvl="0"/>
            <a:r>
              <a:rPr lang="zh-CN" altLang="en-US"/>
              <a:t>单击此处编辑母版文本样式</a:t>
            </a:r>
          </a:p>
        </p:txBody>
      </p:sp>
      <p:sp>
        <p:nvSpPr>
          <p:cNvPr id="16"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7"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8"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0E3"/>
        </a:solidFill>
        <a:effectLst/>
      </p:bgPr>
    </p:bg>
    <p:spTree>
      <p:nvGrpSpPr>
        <p:cNvPr id="1" name=""/>
        <p:cNvGrpSpPr/>
        <p:nvPr/>
      </p:nvGrpSpPr>
      <p:grpSpPr>
        <a:xfrm>
          <a:off x="0" y="0"/>
          <a:ext cx="0" cy="0"/>
          <a:chOff x="0" y="0"/>
          <a:chExt cx="0" cy="0"/>
        </a:xfrm>
      </p:grpSpPr>
      <p:sp>
        <p:nvSpPr>
          <p:cNvPr id="2"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3"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4"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6"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DF0E3"/>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5161C"/>
        </a:solidFill>
        <a:effectLst/>
      </p:bgPr>
    </p:bg>
    <p:spTree>
      <p:nvGrpSpPr>
        <p:cNvPr id="1" name=""/>
        <p:cNvGrpSpPr/>
        <p:nvPr/>
      </p:nvGrpSpPr>
      <p:grpSpPr>
        <a:xfrm>
          <a:off x="0" y="0"/>
          <a:ext cx="0" cy="0"/>
          <a:chOff x="0" y="0"/>
          <a:chExt cx="0" cy="0"/>
        </a:xfrm>
      </p:grpSpPr>
      <p:grpSp>
        <p:nvGrpSpPr>
          <p:cNvPr id="73" name="组合 72">
            <a:extLst>
              <a:ext uri="{FF2B5EF4-FFF2-40B4-BE49-F238E27FC236}">
                <a16:creationId xmlns:a16="http://schemas.microsoft.com/office/drawing/2014/main" id="{B4868360-5BE0-B706-217D-A484EA95B785}"/>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E6A4CF5F-BCAA-3F83-8003-4A2B5C17A881}"/>
                </a:ext>
              </a:extLst>
            </p:cNvPr>
            <p:cNvCxnSpPr>
              <a:cxnSpLocks/>
            </p:cNvCxnSpPr>
            <p:nvPr/>
          </p:nvCxnSpPr>
          <p:spPr>
            <a:xfrm>
              <a:off x="11945342" y="-1280369"/>
              <a:ext cx="19544" cy="94187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F83B50BC-9B7C-7EC1-D931-725CC3F5D2C4}"/>
                </a:ext>
              </a:extLst>
            </p:cNvPr>
            <p:cNvCxnSpPr>
              <a:cxnSpLocks/>
            </p:cNvCxnSpPr>
            <p:nvPr/>
          </p:nvCxnSpPr>
          <p:spPr>
            <a:xfrm>
              <a:off x="243628" y="-1280369"/>
              <a:ext cx="19544" cy="94187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34E4D301-CF27-6E77-4A82-BA0663386B3B}"/>
                </a:ext>
              </a:extLst>
            </p:cNvPr>
            <p:cNvCxnSpPr>
              <a:cxnSpLocks/>
            </p:cNvCxnSpPr>
            <p:nvPr/>
          </p:nvCxnSpPr>
          <p:spPr>
            <a:xfrm>
              <a:off x="524797" y="385358"/>
              <a:ext cx="0" cy="60829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F4C24A69-4A60-D951-255A-C50ED2F0AF2F}"/>
                </a:ext>
              </a:extLst>
            </p:cNvPr>
            <p:cNvCxnSpPr>
              <a:cxnSpLocks/>
            </p:cNvCxnSpPr>
            <p:nvPr/>
          </p:nvCxnSpPr>
          <p:spPr>
            <a:xfrm flipH="1">
              <a:off x="-213761" y="6442064"/>
              <a:ext cx="12642129" cy="26232"/>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57F23C9E-0A23-BE51-9C7B-4766D84889D6}"/>
                </a:ext>
              </a:extLst>
            </p:cNvPr>
            <p:cNvCxnSpPr>
              <a:cxnSpLocks/>
            </p:cNvCxnSpPr>
            <p:nvPr/>
          </p:nvCxnSpPr>
          <p:spPr>
            <a:xfrm flipH="1">
              <a:off x="-239398" y="359072"/>
              <a:ext cx="12667766" cy="26286"/>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C1B4DD0B-12C4-B6A0-9943-44B56612091F}"/>
                </a:ext>
              </a:extLst>
            </p:cNvPr>
            <p:cNvCxnSpPr>
              <a:cxnSpLocks/>
            </p:cNvCxnSpPr>
            <p:nvPr/>
          </p:nvCxnSpPr>
          <p:spPr>
            <a:xfrm>
              <a:off x="6074941" y="-1280369"/>
              <a:ext cx="19544" cy="94187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D9F1B0E6-721B-522D-8C9D-7B58CDD0FE99}"/>
                </a:ext>
              </a:extLst>
            </p:cNvPr>
            <p:cNvCxnSpPr>
              <a:cxnSpLocks/>
            </p:cNvCxnSpPr>
            <p:nvPr/>
          </p:nvCxnSpPr>
          <p:spPr>
            <a:xfrm>
              <a:off x="11733284" y="359233"/>
              <a:ext cx="0" cy="60829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F3C9A988-2C5B-293E-009C-4C22CE4DA319}"/>
                </a:ext>
              </a:extLst>
            </p:cNvPr>
            <p:cNvCxnSpPr>
              <a:cxnSpLocks/>
            </p:cNvCxnSpPr>
            <p:nvPr/>
          </p:nvCxnSpPr>
          <p:spPr>
            <a:xfrm flipH="1">
              <a:off x="-239398" y="3426122"/>
              <a:ext cx="12667766" cy="26286"/>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p:cNvSpPr/>
          <p:nvPr/>
        </p:nvSpPr>
        <p:spPr>
          <a:xfrm>
            <a:off x="524799" y="3694454"/>
            <a:ext cx="11208481" cy="2705036"/>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EE5059"/>
                </a:solidFill>
                <a:latin typeface="MiSans VF Bold" pitchFamily="2" charset="-122"/>
                <a:ea typeface="MiSans VF Bold" pitchFamily="2" charset="-122"/>
                <a:cs typeface="MiSans VF Bold" pitchFamily="2" charset="-122"/>
                <a:sym typeface="ChillYunmoGothicBold"/>
              </a:rPr>
              <a:t>品牌</a:t>
            </a:r>
            <a:r>
              <a:rPr lang="zh-CN" altLang="en-US" sz="6200" b="1" dirty="0">
                <a:solidFill>
                  <a:srgbClr val="E84C54"/>
                </a:solidFill>
                <a:latin typeface="MiSans VF Bold" pitchFamily="2" charset="-122"/>
                <a:ea typeface="MiSans VF Bold" pitchFamily="2" charset="-122"/>
                <a:cs typeface="MiSans VF Bold" pitchFamily="2" charset="-122"/>
                <a:sym typeface="ChillYunmoGothicBold"/>
              </a:rPr>
              <a:t>重塑</a:t>
            </a:r>
            <a:endParaRPr lang="en-US" altLang="zh-CN" sz="6200" b="1" dirty="0">
              <a:solidFill>
                <a:srgbClr val="E84C54"/>
              </a:solidFill>
              <a:latin typeface="MiSans VF Bold" pitchFamily="2" charset="-122"/>
              <a:ea typeface="MiSans VF Bold" pitchFamily="2" charset="-122"/>
              <a:cs typeface="MiSans VF Bold" pitchFamily="2" charset="-122"/>
            </a:endParaRPr>
          </a:p>
          <a:p>
            <a:pPr>
              <a:lnSpc>
                <a:spcPts val="7000"/>
              </a:lnSpc>
              <a:defRPr/>
            </a:pPr>
            <a:r>
              <a:rPr lang="en-US" altLang="zh-CN" sz="6200" b="1" dirty="0">
                <a:solidFill>
                  <a:srgbClr val="E84C54"/>
                </a:solidFill>
                <a:latin typeface="MiSans VF Bold" pitchFamily="2" charset="-122"/>
                <a:ea typeface="MiSans VF Bold" pitchFamily="2" charset="-122"/>
                <a:cs typeface="MiSans VF Bold" pitchFamily="2" charset="-122"/>
                <a:sym typeface="ChillYunmoGothicBold"/>
              </a:rPr>
              <a:t>REBRANDING</a:t>
            </a:r>
          </a:p>
          <a:p>
            <a:pPr>
              <a:lnSpc>
                <a:spcPts val="7000"/>
              </a:lnSpc>
              <a:defRPr/>
            </a:pPr>
            <a:r>
              <a:rPr lang="en-US" altLang="zh-CN" sz="6200" b="1" i="1" dirty="0">
                <a:solidFill>
                  <a:srgbClr val="E84C54"/>
                </a:solidFill>
                <a:latin typeface="Didot" panose="02000503000000020003" pitchFamily="2" charset="-79"/>
                <a:ea typeface="MiSans VF Bold" pitchFamily="2" charset="-122"/>
                <a:cs typeface="Didot" panose="02000503000000020003" pitchFamily="2" charset="-79"/>
                <a:sym typeface="ChillYunmoGothicBold"/>
              </a:rPr>
              <a:t>PROJECT</a:t>
            </a:r>
          </a:p>
        </p:txBody>
      </p:sp>
      <p:grpSp>
        <p:nvGrpSpPr>
          <p:cNvPr id="2" name="组合 1">
            <a:extLst>
              <a:ext uri="{FF2B5EF4-FFF2-40B4-BE49-F238E27FC236}">
                <a16:creationId xmlns:a16="http://schemas.microsoft.com/office/drawing/2014/main" id="{BC170B34-4A13-6735-C30F-56AF1D5FAC87}"/>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69459A1-D112-6EBA-6FBA-5D1165D6B156}"/>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E5059"/>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EE5059"/>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EE5059"/>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EE5059"/>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82278280-D815-9EFB-15CD-104DBD4B3A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E5059"/>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EE5059"/>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8DB7939E-5293-6184-1F93-40AFB68BEB5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EE5059"/>
                </a:solidFill>
                <a:latin typeface="MiSans VF Demibold" pitchFamily="2" charset="-122"/>
                <a:ea typeface="MiSans VF Demibold" pitchFamily="2" charset="-122"/>
                <a:cs typeface="MiSans VF Demibold" pitchFamily="2" charset="-122"/>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6414B"/>
        </a:solidFill>
        <a:effectLst/>
      </p:bgPr>
    </p:bg>
    <p:spTree>
      <p:nvGrpSpPr>
        <p:cNvPr id="1" name=""/>
        <p:cNvGrpSpPr/>
        <p:nvPr/>
      </p:nvGrpSpPr>
      <p:grpSpPr>
        <a:xfrm>
          <a:off x="0" y="0"/>
          <a:ext cx="0" cy="0"/>
          <a:chOff x="0" y="0"/>
          <a:chExt cx="0" cy="0"/>
        </a:xfrm>
      </p:grpSpPr>
      <p:grpSp>
        <p:nvGrpSpPr>
          <p:cNvPr id="18" name="组合 17">
            <a:extLst>
              <a:ext uri="{FF2B5EF4-FFF2-40B4-BE49-F238E27FC236}">
                <a16:creationId xmlns:a16="http://schemas.microsoft.com/office/drawing/2014/main" id="{CB4BB6DB-9838-20C6-27C3-3D251855BBD2}"/>
              </a:ext>
            </a:extLst>
          </p:cNvPr>
          <p:cNvGrpSpPr/>
          <p:nvPr/>
        </p:nvGrpSpPr>
        <p:grpSpPr>
          <a:xfrm>
            <a:off x="6296904" y="2458343"/>
            <a:ext cx="5437675" cy="585457"/>
            <a:chOff x="6296904" y="2086306"/>
            <a:chExt cx="5437675" cy="585457"/>
          </a:xfrm>
        </p:grpSpPr>
        <p:sp>
          <p:nvSpPr>
            <p:cNvPr id="9" name="AutoShape 4">
              <a:extLst>
                <a:ext uri="{FF2B5EF4-FFF2-40B4-BE49-F238E27FC236}">
                  <a16:creationId xmlns:a16="http://schemas.microsoft.com/office/drawing/2014/main" id="{F0949F24-5985-E338-F0C3-6F0ECAC9D52F}"/>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EF2E8"/>
                  </a:solidFill>
                  <a:latin typeface="MiSans VF Light" pitchFamily="2" charset="-122"/>
                  <a:ea typeface="MiSans VF Light" pitchFamily="2" charset="-122"/>
                  <a:cs typeface="MiSans VF Light" pitchFamily="2" charset="-122"/>
                  <a:sym typeface="ChillYunmoGothicBold"/>
                </a:rPr>
                <a:t>诊断：看见真实的品牌处境</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sp>
          <p:nvSpPr>
            <p:cNvPr id="10" name="AutoShape 4">
              <a:extLst>
                <a:ext uri="{FF2B5EF4-FFF2-40B4-BE49-F238E27FC236}">
                  <a16:creationId xmlns:a16="http://schemas.microsoft.com/office/drawing/2014/main" id="{8DF223B4-07E0-CEA1-B839-957F95B1F669}"/>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EF2E8"/>
                  </a:solidFill>
                  <a:latin typeface="MiSans VF Light" pitchFamily="2" charset="-122"/>
                  <a:ea typeface="MiSans VF Light" pitchFamily="2" charset="-122"/>
                  <a:cs typeface="MiSans VF Light" pitchFamily="2" charset="-122"/>
                  <a:sym typeface="SimHei"/>
                </a:rPr>
                <a:t>001</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cxnSp>
          <p:nvCxnSpPr>
            <p:cNvPr id="17" name="直线连接符 16">
              <a:extLst>
                <a:ext uri="{FF2B5EF4-FFF2-40B4-BE49-F238E27FC236}">
                  <a16:creationId xmlns:a16="http://schemas.microsoft.com/office/drawing/2014/main" id="{759C4A03-D3AD-6D05-1EC9-F3E8379EA744}"/>
                </a:ext>
              </a:extLst>
            </p:cNvPr>
            <p:cNvCxnSpPr/>
            <p:nvPr/>
          </p:nvCxnSpPr>
          <p:spPr>
            <a:xfrm>
              <a:off x="6296904" y="2671763"/>
              <a:ext cx="5437675" cy="0"/>
            </a:xfrm>
            <a:prstGeom prst="line">
              <a:avLst/>
            </a:prstGeom>
            <a:ln>
              <a:solidFill>
                <a:srgbClr val="FEF2E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2130F0B5-3E73-D18A-1521-03180D0145E8}"/>
              </a:ext>
            </a:extLst>
          </p:cNvPr>
          <p:cNvGrpSpPr/>
          <p:nvPr/>
        </p:nvGrpSpPr>
        <p:grpSpPr>
          <a:xfrm>
            <a:off x="6296904" y="3345341"/>
            <a:ext cx="5437675" cy="585457"/>
            <a:chOff x="6296904" y="2086306"/>
            <a:chExt cx="5437675" cy="585457"/>
          </a:xfrm>
        </p:grpSpPr>
        <p:sp>
          <p:nvSpPr>
            <p:cNvPr id="20" name="AutoShape 4">
              <a:extLst>
                <a:ext uri="{FF2B5EF4-FFF2-40B4-BE49-F238E27FC236}">
                  <a16:creationId xmlns:a16="http://schemas.microsoft.com/office/drawing/2014/main" id="{808D2D52-C3E2-73A5-D402-64D0C0104B69}"/>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EF2E8"/>
                  </a:solidFill>
                  <a:latin typeface="MiSans VF Light" pitchFamily="2" charset="-122"/>
                  <a:ea typeface="MiSans VF Light" pitchFamily="2" charset="-122"/>
                  <a:cs typeface="MiSans VF Light" pitchFamily="2" charset="-122"/>
                  <a:sym typeface="ChillYunmoGothicBold"/>
                </a:rPr>
                <a:t>战略：重新定义我们是谁</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sp>
          <p:nvSpPr>
            <p:cNvPr id="21" name="AutoShape 4">
              <a:extLst>
                <a:ext uri="{FF2B5EF4-FFF2-40B4-BE49-F238E27FC236}">
                  <a16:creationId xmlns:a16="http://schemas.microsoft.com/office/drawing/2014/main" id="{2A1C39EB-9118-9003-93DC-480EA33B409E}"/>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EF2E8"/>
                  </a:solidFill>
                  <a:latin typeface="MiSans VF Light" pitchFamily="2" charset="-122"/>
                  <a:ea typeface="MiSans VF Light" pitchFamily="2" charset="-122"/>
                  <a:cs typeface="MiSans VF Light" pitchFamily="2" charset="-122"/>
                  <a:sym typeface="SimHei"/>
                </a:rPr>
                <a:t>002</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cxnSp>
          <p:nvCxnSpPr>
            <p:cNvPr id="23" name="直线连接符 22">
              <a:extLst>
                <a:ext uri="{FF2B5EF4-FFF2-40B4-BE49-F238E27FC236}">
                  <a16:creationId xmlns:a16="http://schemas.microsoft.com/office/drawing/2014/main" id="{0F791CA2-B4DA-F22B-EF68-8854C4C441D9}"/>
                </a:ext>
              </a:extLst>
            </p:cNvPr>
            <p:cNvCxnSpPr/>
            <p:nvPr/>
          </p:nvCxnSpPr>
          <p:spPr>
            <a:xfrm>
              <a:off x="6296904" y="2671763"/>
              <a:ext cx="5437675" cy="0"/>
            </a:xfrm>
            <a:prstGeom prst="line">
              <a:avLst/>
            </a:prstGeom>
            <a:ln>
              <a:solidFill>
                <a:srgbClr val="FEF2E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2051B058-8058-3146-96BE-F61A0BFDAC6A}"/>
              </a:ext>
            </a:extLst>
          </p:cNvPr>
          <p:cNvGrpSpPr/>
          <p:nvPr/>
        </p:nvGrpSpPr>
        <p:grpSpPr>
          <a:xfrm>
            <a:off x="6296904" y="4232339"/>
            <a:ext cx="5437675" cy="585457"/>
            <a:chOff x="6296904" y="2086306"/>
            <a:chExt cx="5437675" cy="585457"/>
          </a:xfrm>
        </p:grpSpPr>
        <p:sp>
          <p:nvSpPr>
            <p:cNvPr id="29" name="AutoShape 4">
              <a:extLst>
                <a:ext uri="{FF2B5EF4-FFF2-40B4-BE49-F238E27FC236}">
                  <a16:creationId xmlns:a16="http://schemas.microsoft.com/office/drawing/2014/main" id="{76A3AC50-E763-6E4D-A6AD-4A411AE35E8B}"/>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EF2E8"/>
                  </a:solidFill>
                  <a:latin typeface="MiSans VF Light" pitchFamily="2" charset="-122"/>
                  <a:ea typeface="MiSans VF Light" pitchFamily="2" charset="-122"/>
                  <a:cs typeface="MiSans VF Light" pitchFamily="2" charset="-122"/>
                  <a:sym typeface="SimHei"/>
                </a:rPr>
                <a:t>表达：建立新的视觉语言系统</a:t>
              </a:r>
            </a:p>
          </p:txBody>
        </p:sp>
        <p:sp>
          <p:nvSpPr>
            <p:cNvPr id="30" name="AutoShape 4">
              <a:extLst>
                <a:ext uri="{FF2B5EF4-FFF2-40B4-BE49-F238E27FC236}">
                  <a16:creationId xmlns:a16="http://schemas.microsoft.com/office/drawing/2014/main" id="{CED8087A-FD78-B78B-FFBF-D9CECEF9B26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EF2E8"/>
                  </a:solidFill>
                  <a:latin typeface="MiSans VF Light" pitchFamily="2" charset="-122"/>
                  <a:ea typeface="MiSans VF Light" pitchFamily="2" charset="-122"/>
                  <a:cs typeface="MiSans VF Light" pitchFamily="2" charset="-122"/>
                  <a:sym typeface="SimHei"/>
                </a:rPr>
                <a:t>003</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cxnSp>
          <p:nvCxnSpPr>
            <p:cNvPr id="32" name="直线连接符 31">
              <a:extLst>
                <a:ext uri="{FF2B5EF4-FFF2-40B4-BE49-F238E27FC236}">
                  <a16:creationId xmlns:a16="http://schemas.microsoft.com/office/drawing/2014/main" id="{02F0D38B-DCBE-2BAD-0B1F-BDBE88B09B40}"/>
                </a:ext>
              </a:extLst>
            </p:cNvPr>
            <p:cNvCxnSpPr/>
            <p:nvPr/>
          </p:nvCxnSpPr>
          <p:spPr>
            <a:xfrm>
              <a:off x="6296904" y="2671763"/>
              <a:ext cx="5437675" cy="0"/>
            </a:xfrm>
            <a:prstGeom prst="line">
              <a:avLst/>
            </a:prstGeom>
            <a:ln>
              <a:solidFill>
                <a:srgbClr val="FEF2E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7EBFA1EC-73D8-5AC9-F9B5-E5EE4CA76101}"/>
              </a:ext>
            </a:extLst>
          </p:cNvPr>
          <p:cNvGrpSpPr/>
          <p:nvPr/>
        </p:nvGrpSpPr>
        <p:grpSpPr>
          <a:xfrm>
            <a:off x="6296904" y="5119339"/>
            <a:ext cx="5437675" cy="585457"/>
            <a:chOff x="6296904" y="2086306"/>
            <a:chExt cx="5437675" cy="585457"/>
          </a:xfrm>
        </p:grpSpPr>
        <p:sp>
          <p:nvSpPr>
            <p:cNvPr id="38" name="AutoShape 4">
              <a:extLst>
                <a:ext uri="{FF2B5EF4-FFF2-40B4-BE49-F238E27FC236}">
                  <a16:creationId xmlns:a16="http://schemas.microsoft.com/office/drawing/2014/main" id="{9BCDDA64-556B-3A40-E60C-C84C51248CD0}"/>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EF2E8"/>
                  </a:solidFill>
                  <a:latin typeface="MiSans VF Light" pitchFamily="2" charset="-122"/>
                  <a:ea typeface="MiSans VF Light" pitchFamily="2" charset="-122"/>
                  <a:cs typeface="MiSans VF Light" pitchFamily="2" charset="-122"/>
                  <a:sym typeface="ChillYunmoGothicBold"/>
                </a:rPr>
                <a:t>落地：让新品牌真正发生</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sp>
          <p:nvSpPr>
            <p:cNvPr id="39" name="AutoShape 4">
              <a:extLst>
                <a:ext uri="{FF2B5EF4-FFF2-40B4-BE49-F238E27FC236}">
                  <a16:creationId xmlns:a16="http://schemas.microsoft.com/office/drawing/2014/main" id="{193E80F7-18B6-D21A-3BE1-C774719DE225}"/>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EF2E8"/>
                  </a:solidFill>
                  <a:latin typeface="MiSans VF Light" pitchFamily="2" charset="-122"/>
                  <a:ea typeface="MiSans VF Light" pitchFamily="2" charset="-122"/>
                  <a:cs typeface="MiSans VF Light" pitchFamily="2" charset="-122"/>
                  <a:sym typeface="SimHei"/>
                </a:rPr>
                <a:t>004</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cxnSp>
          <p:nvCxnSpPr>
            <p:cNvPr id="41" name="直线连接符 40">
              <a:extLst>
                <a:ext uri="{FF2B5EF4-FFF2-40B4-BE49-F238E27FC236}">
                  <a16:creationId xmlns:a16="http://schemas.microsoft.com/office/drawing/2014/main" id="{002079F8-2DCD-9A60-85DD-72F2903D16CE}"/>
                </a:ext>
              </a:extLst>
            </p:cNvPr>
            <p:cNvCxnSpPr/>
            <p:nvPr/>
          </p:nvCxnSpPr>
          <p:spPr>
            <a:xfrm>
              <a:off x="6296904" y="2671763"/>
              <a:ext cx="5437675" cy="0"/>
            </a:xfrm>
            <a:prstGeom prst="line">
              <a:avLst/>
            </a:prstGeom>
            <a:ln>
              <a:solidFill>
                <a:srgbClr val="FEF2E8">
                  <a:alpha val="10000"/>
                </a:srgbClr>
              </a:solidFill>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B6EFA9D-3594-1092-B261-6844C09685A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7F46DDF-DCCE-5DC5-26DD-BF864D1CBC7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3779FDC-2C21-78DA-D5DA-6E5FA2AC631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1CF940C9-B263-B1F5-82D6-F87E478E736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CONTENT</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D519639-E371-3D6E-B73E-2F14B73EC3BA}"/>
              </a:ext>
            </a:extLst>
          </p:cNvPr>
          <p:cNvSpPr/>
          <p:nvPr/>
        </p:nvSpPr>
        <p:spPr>
          <a:xfrm>
            <a:off x="524800" y="3013007"/>
            <a:ext cx="5115514"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ChillYunmoGothicBold"/>
              </a:rPr>
              <a:t>目录</a:t>
            </a:r>
            <a:endParaRPr lang="en-US" altLang="zh-CN" sz="4000" b="1" dirty="0">
              <a:solidFill>
                <a:srgbClr val="65161C"/>
              </a:solidFill>
              <a:latin typeface="MiSans VF Bold" pitchFamily="2" charset="-122"/>
              <a:ea typeface="MiSans VF Bold" pitchFamily="2" charset="-122"/>
              <a:cs typeface="MiSans VF Bold" pitchFamily="2" charset="-122"/>
              <a:sym typeface="ChillYunmoGothicBold"/>
            </a:endParaRPr>
          </a:p>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CONTENTS</a:t>
            </a:r>
          </a:p>
        </p:txBody>
      </p:sp>
      <p:sp>
        <p:nvSpPr>
          <p:cNvPr id="16" name="AutoShape 2">
            <a:extLst>
              <a:ext uri="{FF2B5EF4-FFF2-40B4-BE49-F238E27FC236}">
                <a16:creationId xmlns:a16="http://schemas.microsoft.com/office/drawing/2014/main" id="{3BDD129E-F413-FFDF-12E0-F8CDCC74BE0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grpSp>
        <p:nvGrpSpPr>
          <p:cNvPr id="46" name="组合 45">
            <a:extLst>
              <a:ext uri="{FF2B5EF4-FFF2-40B4-BE49-F238E27FC236}">
                <a16:creationId xmlns:a16="http://schemas.microsoft.com/office/drawing/2014/main" id="{88CBE3E2-9009-87CF-D217-4DA239458CEA}"/>
              </a:ext>
            </a:extLst>
          </p:cNvPr>
          <p:cNvGrpSpPr/>
          <p:nvPr/>
        </p:nvGrpSpPr>
        <p:grpSpPr>
          <a:xfrm>
            <a:off x="6296904" y="1571345"/>
            <a:ext cx="5437675" cy="585457"/>
            <a:chOff x="6296904" y="2086306"/>
            <a:chExt cx="5437675" cy="585457"/>
          </a:xfrm>
        </p:grpSpPr>
        <p:sp>
          <p:nvSpPr>
            <p:cNvPr id="47" name="AutoShape 4">
              <a:extLst>
                <a:ext uri="{FF2B5EF4-FFF2-40B4-BE49-F238E27FC236}">
                  <a16:creationId xmlns:a16="http://schemas.microsoft.com/office/drawing/2014/main" id="{26F34F07-9C06-78A8-62FD-F8663EA9FF1C}"/>
                </a:ext>
              </a:extLst>
            </p:cNvPr>
            <p:cNvSpPr/>
            <p:nvPr/>
          </p:nvSpPr>
          <p:spPr>
            <a:xfrm>
              <a:off x="6296904" y="2086306"/>
              <a:ext cx="425842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nSpc>
                  <a:spcPct val="125000"/>
                </a:lnSpc>
                <a:defRPr/>
              </a:pPr>
              <a:r>
                <a:rPr lang="zh-CN" altLang="en-US" sz="1600" dirty="0">
                  <a:solidFill>
                    <a:srgbClr val="FEF2E8"/>
                  </a:solidFill>
                  <a:latin typeface="MiSans VF Light" pitchFamily="2" charset="-122"/>
                  <a:ea typeface="MiSans VF Light" pitchFamily="2" charset="-122"/>
                  <a:cs typeface="MiSans VF Light" pitchFamily="2" charset="-122"/>
                  <a:sym typeface="ChillYunmoGothicBold"/>
                </a:rPr>
                <a:t>前言</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sp>
          <p:nvSpPr>
            <p:cNvPr id="48" name="AutoShape 4">
              <a:extLst>
                <a:ext uri="{FF2B5EF4-FFF2-40B4-BE49-F238E27FC236}">
                  <a16:creationId xmlns:a16="http://schemas.microsoft.com/office/drawing/2014/main" id="{37EF19A5-8C91-5873-66BF-C44AAFAF0A04}"/>
                </a:ext>
              </a:extLst>
            </p:cNvPr>
            <p:cNvSpPr/>
            <p:nvPr/>
          </p:nvSpPr>
          <p:spPr>
            <a:xfrm>
              <a:off x="10948737" y="2086306"/>
              <a:ext cx="785842" cy="283219"/>
            </a:xfrm>
            <a:prstGeom prst="roundRect">
              <a:avLst>
                <a:gd name="adj" fmla="val 0"/>
              </a:avLst>
            </a:prstGeom>
            <a:noFill/>
            <a:ln w="25400" cap="flat" cmpd="sng">
              <a:noFill/>
              <a:prstDash val="solid"/>
              <a:round/>
            </a:ln>
          </p:spPr>
          <p:txBody>
            <a:bodyPr vert="horz" wrap="square" lIns="0" tIns="0" rIns="0" bIns="0" rtlCol="0" anchor="t" anchorCtr="0">
              <a:spAutoFit/>
            </a:bodyPr>
            <a:lstStyle/>
            <a:p>
              <a:pPr algn="r">
                <a:lnSpc>
                  <a:spcPct val="125000"/>
                </a:lnSpc>
                <a:defRPr/>
              </a:pPr>
              <a:r>
                <a:rPr lang="en-US" altLang="zh-CN" sz="1600" dirty="0">
                  <a:solidFill>
                    <a:srgbClr val="FEF2E8"/>
                  </a:solidFill>
                  <a:latin typeface="MiSans VF Light" pitchFamily="2" charset="-122"/>
                  <a:ea typeface="MiSans VF Light" pitchFamily="2" charset="-122"/>
                  <a:cs typeface="MiSans VF Light" pitchFamily="2" charset="-122"/>
                  <a:sym typeface="SimHei"/>
                </a:rPr>
                <a:t>000</a:t>
              </a:r>
              <a:endParaRPr lang="zh-CN" altLang="en-US" sz="1600" dirty="0">
                <a:solidFill>
                  <a:srgbClr val="FEF2E8"/>
                </a:solidFill>
                <a:latin typeface="MiSans VF Light" pitchFamily="2" charset="-122"/>
                <a:ea typeface="MiSans VF Light" pitchFamily="2" charset="-122"/>
                <a:cs typeface="MiSans VF Light" pitchFamily="2" charset="-122"/>
                <a:sym typeface="SimHei"/>
              </a:endParaRPr>
            </a:p>
          </p:txBody>
        </p:sp>
        <p:cxnSp>
          <p:nvCxnSpPr>
            <p:cNvPr id="49" name="直线连接符 48">
              <a:extLst>
                <a:ext uri="{FF2B5EF4-FFF2-40B4-BE49-F238E27FC236}">
                  <a16:creationId xmlns:a16="http://schemas.microsoft.com/office/drawing/2014/main" id="{38879052-DDAB-A714-D9B3-DCF86D90C265}"/>
                </a:ext>
              </a:extLst>
            </p:cNvPr>
            <p:cNvCxnSpPr/>
            <p:nvPr/>
          </p:nvCxnSpPr>
          <p:spPr>
            <a:xfrm>
              <a:off x="6296904" y="2671763"/>
              <a:ext cx="5437675" cy="0"/>
            </a:xfrm>
            <a:prstGeom prst="line">
              <a:avLst/>
            </a:prstGeom>
            <a:ln>
              <a:solidFill>
                <a:srgbClr val="FEF2E8">
                  <a:alpha val="10000"/>
                </a:srgb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1342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47B95-7B36-ED03-3E7C-E662844AB7A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E7061516-4200-3DD3-F912-2C87716BA961}"/>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7B8E8F0A-9027-00C1-3EAE-F4B5BC38195A}"/>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68BE1EC-B52B-5019-77BA-5FDE538F7B1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7B4FA2A-17B9-5457-9006-BBB44F7AC6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PREFACE</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1237E90-722F-F0D5-4F99-EE3919EC632E}"/>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0" name="AutoShape 5">
            <a:extLst>
              <a:ext uri="{FF2B5EF4-FFF2-40B4-BE49-F238E27FC236}">
                <a16:creationId xmlns:a16="http://schemas.microsoft.com/office/drawing/2014/main" id="{C4075C9B-E2A2-A414-0E97-E496D4FD7653}"/>
              </a:ext>
            </a:extLst>
          </p:cNvPr>
          <p:cNvSpPr/>
          <p:nvPr/>
        </p:nvSpPr>
        <p:spPr>
          <a:xfrm>
            <a:off x="524798" y="1206344"/>
            <a:ext cx="530598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从流量品牌到</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EE5059"/>
                </a:solidFill>
                <a:latin typeface="MiSans VF Bold" pitchFamily="2" charset="-122"/>
                <a:ea typeface="MiSans VF Bold" pitchFamily="2" charset="-122"/>
                <a:cs typeface="MiSans VF Bold" pitchFamily="2" charset="-122"/>
                <a:sym typeface="SimHei"/>
              </a:rPr>
              <a:t>心智品牌</a:t>
            </a:r>
            <a:r>
              <a:rPr lang="zh-CN" altLang="en-US" sz="4000" b="1" dirty="0">
                <a:solidFill>
                  <a:srgbClr val="65161C"/>
                </a:solidFill>
                <a:latin typeface="MiSans VF Bold" pitchFamily="2" charset="-122"/>
                <a:ea typeface="MiSans VF Bold" pitchFamily="2" charset="-122"/>
                <a:cs typeface="MiSans VF Bold" pitchFamily="2" charset="-122"/>
                <a:sym typeface="SimHei"/>
              </a:rPr>
              <a:t>的升级</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AB99CB03-0194-3037-6041-0B4474A616CB}"/>
              </a:ext>
            </a:extLst>
          </p:cNvPr>
          <p:cNvSpPr txBox="1"/>
          <p:nvPr/>
        </p:nvSpPr>
        <p:spPr>
          <a:xfrm>
            <a:off x="524798" y="4569886"/>
            <a:ext cx="2354734" cy="1193179"/>
          </a:xfrm>
          <a:prstGeom prst="rect">
            <a:avLst/>
          </a:prstGeom>
          <a:noFill/>
        </p:spPr>
        <p:txBody>
          <a:bodyPr wrap="square" tIns="72000" bIns="180000">
            <a:spAutoFit/>
          </a:bodyPr>
          <a:lstStyle/>
          <a:p>
            <a:pPr>
              <a:lnSpc>
                <a:spcPct val="125000"/>
              </a:lnSpc>
              <a:defRPr/>
            </a:pPr>
            <a:r>
              <a:rPr lang="zh-CN" altLang="en-US" sz="1600" b="1" dirty="0">
                <a:solidFill>
                  <a:srgbClr val="65161C"/>
                </a:solidFill>
                <a:latin typeface="MiSans VF Bold" pitchFamily="2" charset="-122"/>
                <a:ea typeface="MiSans VF Bold" pitchFamily="2" charset="-122"/>
                <a:cs typeface="MiSans VF Bold" pitchFamily="2" charset="-122"/>
                <a:sym typeface="SimHei"/>
              </a:rPr>
              <a:t>品牌现状</a:t>
            </a:r>
            <a:endParaRPr lang="en-US" altLang="zh-CN" sz="1600" b="1" dirty="0">
              <a:solidFill>
                <a:srgbClr val="65161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雾屿 </a:t>
            </a:r>
            <a:r>
              <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rPr>
              <a:t>WUYU</a:t>
            </a: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 创立于</a:t>
            </a:r>
            <a:r>
              <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rPr>
              <a:t>2020</a:t>
            </a: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年，早期依靠眼影盘、唇泥、腮红等高性价比单品快速出圈。</a:t>
            </a:r>
          </a:p>
        </p:txBody>
      </p:sp>
      <p:sp>
        <p:nvSpPr>
          <p:cNvPr id="27" name="文本框 26">
            <a:extLst>
              <a:ext uri="{FF2B5EF4-FFF2-40B4-BE49-F238E27FC236}">
                <a16:creationId xmlns:a16="http://schemas.microsoft.com/office/drawing/2014/main" id="{9ABF1743-F6B1-B7B1-D350-3AE35DAF626E}"/>
              </a:ext>
            </a:extLst>
          </p:cNvPr>
          <p:cNvSpPr txBox="1"/>
          <p:nvPr/>
        </p:nvSpPr>
        <p:spPr>
          <a:xfrm>
            <a:off x="3476049"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65161C"/>
                </a:solidFill>
                <a:latin typeface="MiSans VF Bold" pitchFamily="2" charset="-122"/>
                <a:ea typeface="MiSans VF Bold" pitchFamily="2" charset="-122"/>
                <a:cs typeface="MiSans VF Bold" pitchFamily="2" charset="-122"/>
                <a:sym typeface="SimHei"/>
              </a:rPr>
              <a:t>市场困境</a:t>
            </a:r>
            <a:endParaRPr lang="en-US" altLang="zh-CN" sz="1600" b="1" dirty="0">
              <a:solidFill>
                <a:srgbClr val="65161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随着国产彩妆竞争加剧，品牌面临“产品好卖，但品牌记不住”的问题，难以破圈转型。</a:t>
            </a:r>
          </a:p>
        </p:txBody>
      </p:sp>
      <p:sp>
        <p:nvSpPr>
          <p:cNvPr id="28" name="文本框 27">
            <a:extLst>
              <a:ext uri="{FF2B5EF4-FFF2-40B4-BE49-F238E27FC236}">
                <a16:creationId xmlns:a16="http://schemas.microsoft.com/office/drawing/2014/main" id="{0180FEA8-76FA-62E5-4E7B-AFB3D772C725}"/>
              </a:ext>
            </a:extLst>
          </p:cNvPr>
          <p:cNvSpPr txBox="1"/>
          <p:nvPr/>
        </p:nvSpPr>
        <p:spPr>
          <a:xfrm>
            <a:off x="6427300" y="4569886"/>
            <a:ext cx="2354734" cy="1193179"/>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65161C"/>
                </a:solidFill>
                <a:latin typeface="MiSans VF Bold" pitchFamily="2" charset="-122"/>
                <a:ea typeface="MiSans VF Bold" pitchFamily="2" charset="-122"/>
                <a:cs typeface="MiSans VF Bold" pitchFamily="2" charset="-122"/>
                <a:sym typeface="SimHei"/>
              </a:rPr>
              <a:t>重塑目标</a:t>
            </a:r>
            <a:endParaRPr lang="en-US" altLang="zh-CN" sz="1600" b="1" dirty="0">
              <a:solidFill>
                <a:srgbClr val="65161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本次重塑目标只是更新</a:t>
            </a:r>
            <a:r>
              <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rPr>
              <a:t>Logo</a:t>
            </a: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，而是重新建立品牌定位、视觉语言、产品叙事与用户关系。</a:t>
            </a:r>
          </a:p>
        </p:txBody>
      </p:sp>
      <p:sp>
        <p:nvSpPr>
          <p:cNvPr id="29" name="文本框 28">
            <a:extLst>
              <a:ext uri="{FF2B5EF4-FFF2-40B4-BE49-F238E27FC236}">
                <a16:creationId xmlns:a16="http://schemas.microsoft.com/office/drawing/2014/main" id="{879997CF-987A-7D29-A81D-C1F16F2C12BA}"/>
              </a:ext>
            </a:extLst>
          </p:cNvPr>
          <p:cNvSpPr txBox="1"/>
          <p:nvPr/>
        </p:nvSpPr>
        <p:spPr>
          <a:xfrm>
            <a:off x="9378550" y="4569886"/>
            <a:ext cx="2354734" cy="1377845"/>
          </a:xfrm>
          <a:prstGeom prst="rect">
            <a:avLst/>
          </a:prstGeom>
          <a:noFill/>
        </p:spPr>
        <p:txBody>
          <a:bodyPr wrap="square" tIns="72000" bIns="180000">
            <a:spAutoFit/>
          </a:bodyPr>
          <a:lstStyle/>
          <a:p>
            <a:pPr>
              <a:lnSpc>
                <a:spcPct val="125000"/>
              </a:lnSpc>
              <a:spcBef>
                <a:spcPts val="600"/>
              </a:spcBef>
              <a:defRPr/>
            </a:pPr>
            <a:r>
              <a:rPr lang="zh-CN" altLang="en-US" sz="1600" b="1" dirty="0">
                <a:solidFill>
                  <a:srgbClr val="65161C"/>
                </a:solidFill>
                <a:latin typeface="MiSans VF Bold" pitchFamily="2" charset="-122"/>
                <a:ea typeface="MiSans VF Bold" pitchFamily="2" charset="-122"/>
                <a:cs typeface="MiSans VF Bold" pitchFamily="2" charset="-122"/>
                <a:sym typeface="SimHei"/>
              </a:rPr>
              <a:t>核心命题</a:t>
            </a:r>
            <a:endParaRPr lang="en-US" altLang="zh-CN" sz="1600" b="1" dirty="0">
              <a:solidFill>
                <a:srgbClr val="65161C"/>
              </a:solidFill>
              <a:latin typeface="MiSans VF Bold" pitchFamily="2" charset="-122"/>
              <a:ea typeface="MiSans VF Bold" pitchFamily="2" charset="-122"/>
              <a:cs typeface="MiSans VF Bold" pitchFamily="2" charset="-122"/>
              <a:sym typeface="SimHei"/>
            </a:endParaRPr>
          </a:p>
          <a:p>
            <a:pPr>
              <a:spcBef>
                <a:spcPts val="6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如何让「雾屿」从一个“会出爆品的彩妆牌子”，升级为一个“有审美、有态度、有长期吸引力的品牌”。</a:t>
            </a:r>
          </a:p>
        </p:txBody>
      </p:sp>
      <p:sp>
        <p:nvSpPr>
          <p:cNvPr id="30" name="文本框 29">
            <a:extLst>
              <a:ext uri="{FF2B5EF4-FFF2-40B4-BE49-F238E27FC236}">
                <a16:creationId xmlns:a16="http://schemas.microsoft.com/office/drawing/2014/main" id="{A3E28ACD-5ED4-4B4B-C61B-BC8C2B3A18A9}"/>
              </a:ext>
            </a:extLst>
          </p:cNvPr>
          <p:cNvSpPr txBox="1"/>
          <p:nvPr/>
        </p:nvSpPr>
        <p:spPr>
          <a:xfrm>
            <a:off x="524798" y="3699295"/>
            <a:ext cx="2354734" cy="870014"/>
          </a:xfrm>
          <a:prstGeom prst="rect">
            <a:avLst/>
          </a:prstGeom>
          <a:noFill/>
        </p:spPr>
        <p:txBody>
          <a:bodyPr wrap="square" tIns="72000" bIns="180000">
            <a:spAutoFit/>
          </a:bodyPr>
          <a:lstStyle/>
          <a:p>
            <a:pPr>
              <a:defRPr/>
            </a:pPr>
            <a:r>
              <a:rPr lang="en-US" altLang="zh-CN" sz="4000" dirty="0">
                <a:solidFill>
                  <a:srgbClr val="EE5059"/>
                </a:solidFill>
                <a:latin typeface="MiSans VF Thin" pitchFamily="2" charset="-122"/>
                <a:ea typeface="MiSans VF Thin" pitchFamily="2" charset="-122"/>
                <a:cs typeface="MiSans VF Thin" pitchFamily="2" charset="-122"/>
                <a:sym typeface="SimHei"/>
              </a:rPr>
              <a:t>01</a:t>
            </a:r>
            <a:endParaRPr lang="zh-CN" altLang="en-US" sz="4000" dirty="0">
              <a:solidFill>
                <a:srgbClr val="EE5059"/>
              </a:solidFill>
              <a:latin typeface="MiSans VF Thin" pitchFamily="2" charset="-122"/>
              <a:ea typeface="MiSans VF Thin" pitchFamily="2" charset="-122"/>
              <a:cs typeface="MiSans VF Thin" pitchFamily="2" charset="-122"/>
              <a:sym typeface="SimHei"/>
            </a:endParaRPr>
          </a:p>
        </p:txBody>
      </p:sp>
      <p:sp>
        <p:nvSpPr>
          <p:cNvPr id="37" name="文本框 36">
            <a:extLst>
              <a:ext uri="{FF2B5EF4-FFF2-40B4-BE49-F238E27FC236}">
                <a16:creationId xmlns:a16="http://schemas.microsoft.com/office/drawing/2014/main" id="{C113AE0C-D1B4-6529-C1E7-26B89F8A09ED}"/>
              </a:ext>
            </a:extLst>
          </p:cNvPr>
          <p:cNvSpPr txBox="1"/>
          <p:nvPr/>
        </p:nvSpPr>
        <p:spPr>
          <a:xfrm>
            <a:off x="3480269" y="3699295"/>
            <a:ext cx="2354734" cy="870014"/>
          </a:xfrm>
          <a:prstGeom prst="rect">
            <a:avLst/>
          </a:prstGeom>
          <a:noFill/>
        </p:spPr>
        <p:txBody>
          <a:bodyPr wrap="square" tIns="72000" bIns="180000">
            <a:spAutoFit/>
          </a:bodyPr>
          <a:lstStyle/>
          <a:p>
            <a:pPr>
              <a:defRPr/>
            </a:pPr>
            <a:r>
              <a:rPr lang="en-US" altLang="zh-CN" sz="4000" dirty="0">
                <a:solidFill>
                  <a:srgbClr val="EE5059"/>
                </a:solidFill>
                <a:latin typeface="MiSans VF Thin" pitchFamily="2" charset="-122"/>
                <a:ea typeface="MiSans VF Thin" pitchFamily="2" charset="-122"/>
                <a:cs typeface="MiSans VF Thin" pitchFamily="2" charset="-122"/>
                <a:sym typeface="SimHei"/>
              </a:rPr>
              <a:t>02</a:t>
            </a:r>
            <a:endParaRPr lang="zh-CN" altLang="en-US" sz="4000" dirty="0">
              <a:solidFill>
                <a:srgbClr val="EE5059"/>
              </a:solidFill>
              <a:latin typeface="MiSans VF Thin" pitchFamily="2" charset="-122"/>
              <a:ea typeface="MiSans VF Thin" pitchFamily="2" charset="-122"/>
              <a:cs typeface="MiSans VF Thin" pitchFamily="2" charset="-122"/>
              <a:sym typeface="SimHei"/>
            </a:endParaRPr>
          </a:p>
        </p:txBody>
      </p:sp>
      <p:sp>
        <p:nvSpPr>
          <p:cNvPr id="38" name="文本框 37">
            <a:extLst>
              <a:ext uri="{FF2B5EF4-FFF2-40B4-BE49-F238E27FC236}">
                <a16:creationId xmlns:a16="http://schemas.microsoft.com/office/drawing/2014/main" id="{AF2217CE-B75D-A5A4-2443-7A22D6129757}"/>
              </a:ext>
            </a:extLst>
          </p:cNvPr>
          <p:cNvSpPr txBox="1"/>
          <p:nvPr/>
        </p:nvSpPr>
        <p:spPr>
          <a:xfrm>
            <a:off x="6435740" y="3699295"/>
            <a:ext cx="2354734" cy="870014"/>
          </a:xfrm>
          <a:prstGeom prst="rect">
            <a:avLst/>
          </a:prstGeom>
          <a:noFill/>
        </p:spPr>
        <p:txBody>
          <a:bodyPr wrap="square" tIns="72000" bIns="180000">
            <a:spAutoFit/>
          </a:bodyPr>
          <a:lstStyle/>
          <a:p>
            <a:pPr>
              <a:defRPr/>
            </a:pPr>
            <a:r>
              <a:rPr lang="en-US" altLang="zh-CN" sz="4000" dirty="0">
                <a:solidFill>
                  <a:srgbClr val="EE5059"/>
                </a:solidFill>
                <a:latin typeface="MiSans VF Thin" pitchFamily="2" charset="-122"/>
                <a:ea typeface="MiSans VF Thin" pitchFamily="2" charset="-122"/>
                <a:cs typeface="MiSans VF Thin" pitchFamily="2" charset="-122"/>
                <a:sym typeface="SimHei"/>
              </a:rPr>
              <a:t>03</a:t>
            </a:r>
            <a:endParaRPr lang="zh-CN" altLang="en-US" sz="4000" dirty="0">
              <a:solidFill>
                <a:srgbClr val="EE5059"/>
              </a:solidFill>
              <a:latin typeface="MiSans VF Thin" pitchFamily="2" charset="-122"/>
              <a:ea typeface="MiSans VF Thin" pitchFamily="2" charset="-122"/>
              <a:cs typeface="MiSans VF Thin" pitchFamily="2" charset="-122"/>
              <a:sym typeface="SimHei"/>
            </a:endParaRPr>
          </a:p>
        </p:txBody>
      </p:sp>
      <p:sp>
        <p:nvSpPr>
          <p:cNvPr id="39" name="文本框 38">
            <a:extLst>
              <a:ext uri="{FF2B5EF4-FFF2-40B4-BE49-F238E27FC236}">
                <a16:creationId xmlns:a16="http://schemas.microsoft.com/office/drawing/2014/main" id="{3CCC81F8-5B9A-E2EF-91C2-DC6F04228C9C}"/>
              </a:ext>
            </a:extLst>
          </p:cNvPr>
          <p:cNvSpPr txBox="1"/>
          <p:nvPr/>
        </p:nvSpPr>
        <p:spPr>
          <a:xfrm>
            <a:off x="9374883" y="3699295"/>
            <a:ext cx="2354734" cy="870014"/>
          </a:xfrm>
          <a:prstGeom prst="rect">
            <a:avLst/>
          </a:prstGeom>
          <a:noFill/>
        </p:spPr>
        <p:txBody>
          <a:bodyPr wrap="square" tIns="72000" bIns="180000">
            <a:spAutoFit/>
          </a:bodyPr>
          <a:lstStyle/>
          <a:p>
            <a:pPr>
              <a:defRPr/>
            </a:pPr>
            <a:r>
              <a:rPr lang="en-US" altLang="zh-CN" sz="4000" dirty="0">
                <a:solidFill>
                  <a:srgbClr val="EE5059"/>
                </a:solidFill>
                <a:latin typeface="MiSans VF Thin" pitchFamily="2" charset="-122"/>
                <a:ea typeface="MiSans VF Thin" pitchFamily="2" charset="-122"/>
                <a:cs typeface="MiSans VF Thin" pitchFamily="2" charset="-122"/>
                <a:sym typeface="SimHei"/>
              </a:rPr>
              <a:t>04</a:t>
            </a:r>
            <a:endParaRPr lang="zh-CN" altLang="en-US" sz="4000" dirty="0">
              <a:solidFill>
                <a:srgbClr val="EE5059"/>
              </a:solidFill>
              <a:latin typeface="MiSans VF Thin" pitchFamily="2" charset="-122"/>
              <a:ea typeface="MiSans VF Thin" pitchFamily="2" charset="-122"/>
              <a:cs typeface="MiSans VF Thin" pitchFamily="2" charset="-122"/>
              <a:sym typeface="SimHei"/>
            </a:endParaRPr>
          </a:p>
        </p:txBody>
      </p:sp>
      <p:sp>
        <p:nvSpPr>
          <p:cNvPr id="40" name="文本框 39">
            <a:extLst>
              <a:ext uri="{FF2B5EF4-FFF2-40B4-BE49-F238E27FC236}">
                <a16:creationId xmlns:a16="http://schemas.microsoft.com/office/drawing/2014/main" id="{8C9FE8CC-146F-9BA4-5773-64402FFB93A4}"/>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EE5059"/>
                </a:solidFill>
                <a:latin typeface="Didot" panose="02000503000000020003" pitchFamily="2" charset="-79"/>
                <a:ea typeface="MiSans VF Bold" pitchFamily="2" charset="-122"/>
                <a:cs typeface="Didot" panose="02000503000000020003" pitchFamily="2" charset="-79"/>
                <a:sym typeface="SimHei"/>
              </a:rPr>
              <a:t>UPGRADE</a:t>
            </a:r>
            <a:endParaRPr lang="en-US" altLang="zh-CN" sz="1400" b="1" i="1" u="none" strike="noStrike" dirty="0">
              <a:solidFill>
                <a:srgbClr val="EE5059"/>
              </a:solidFill>
              <a:latin typeface="Didot" panose="02000503000000020003" pitchFamily="2" charset="-79"/>
              <a:ea typeface="MiSans VF Bold" pitchFamily="2" charset="-122"/>
              <a:cs typeface="Didot" panose="02000503000000020003" pitchFamily="2" charset="-79"/>
              <a:sym typeface="SimHei"/>
            </a:endParaRPr>
          </a:p>
        </p:txBody>
      </p:sp>
    </p:spTree>
    <p:extLst>
      <p:ext uri="{BB962C8B-B14F-4D97-AF65-F5344CB8AC3E}">
        <p14:creationId xmlns:p14="http://schemas.microsoft.com/office/powerpoint/2010/main" val="2588205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6414B"/>
        </a:solidFill>
        <a:effectLst/>
      </p:bgPr>
    </p:bg>
    <p:spTree>
      <p:nvGrpSpPr>
        <p:cNvPr id="1" name="">
          <a:extLst>
            <a:ext uri="{FF2B5EF4-FFF2-40B4-BE49-F238E27FC236}">
              <a16:creationId xmlns:a16="http://schemas.microsoft.com/office/drawing/2014/main" id="{41A67A09-1B65-03F8-DFA5-D952927858BF}"/>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0E28A0A2-E3AD-EC7B-265C-A3BE49E0A246}"/>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39AFF12-0A58-74B2-1A7A-128EC904BC25}"/>
                </a:ext>
              </a:extLst>
            </p:cNvPr>
            <p:cNvCxnSpPr>
              <a:cxnSpLocks/>
            </p:cNvCxnSpPr>
            <p:nvPr/>
          </p:nvCxnSpPr>
          <p:spPr>
            <a:xfrm>
              <a:off x="11945342"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C9E36137-8EE8-19CB-D180-267B1D653EE0}"/>
                </a:ext>
              </a:extLst>
            </p:cNvPr>
            <p:cNvCxnSpPr>
              <a:cxnSpLocks/>
            </p:cNvCxnSpPr>
            <p:nvPr/>
          </p:nvCxnSpPr>
          <p:spPr>
            <a:xfrm>
              <a:off x="243628"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DBBAA384-E987-D13A-057E-E4FC8C9993A8}"/>
                </a:ext>
              </a:extLst>
            </p:cNvPr>
            <p:cNvCxnSpPr>
              <a:cxnSpLocks/>
            </p:cNvCxnSpPr>
            <p:nvPr/>
          </p:nvCxnSpPr>
          <p:spPr>
            <a:xfrm>
              <a:off x="524797" y="385358"/>
              <a:ext cx="0" cy="60829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A2E89A7F-34B7-7C9A-0949-C5188AF012DD}"/>
                </a:ext>
              </a:extLst>
            </p:cNvPr>
            <p:cNvCxnSpPr>
              <a:cxnSpLocks/>
            </p:cNvCxnSpPr>
            <p:nvPr/>
          </p:nvCxnSpPr>
          <p:spPr>
            <a:xfrm flipH="1">
              <a:off x="-213761" y="6442064"/>
              <a:ext cx="12642129" cy="26232"/>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310D08C-D845-9086-FC35-1D0925C659B9}"/>
                </a:ext>
              </a:extLst>
            </p:cNvPr>
            <p:cNvCxnSpPr>
              <a:cxnSpLocks/>
            </p:cNvCxnSpPr>
            <p:nvPr/>
          </p:nvCxnSpPr>
          <p:spPr>
            <a:xfrm flipH="1">
              <a:off x="-239398" y="359072"/>
              <a:ext cx="12667766" cy="26286"/>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31504B1D-2966-D185-839D-0606FCB315AE}"/>
                </a:ext>
              </a:extLst>
            </p:cNvPr>
            <p:cNvCxnSpPr>
              <a:cxnSpLocks/>
            </p:cNvCxnSpPr>
            <p:nvPr/>
          </p:nvCxnSpPr>
          <p:spPr>
            <a:xfrm>
              <a:off x="6074941"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71797857-1480-3F87-1268-E5D702FAABCF}"/>
                </a:ext>
              </a:extLst>
            </p:cNvPr>
            <p:cNvCxnSpPr>
              <a:cxnSpLocks/>
            </p:cNvCxnSpPr>
            <p:nvPr/>
          </p:nvCxnSpPr>
          <p:spPr>
            <a:xfrm>
              <a:off x="11733284" y="359233"/>
              <a:ext cx="0" cy="60829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0A451943-7CC8-0542-FD5D-36DB3E7C51C8}"/>
                </a:ext>
              </a:extLst>
            </p:cNvPr>
            <p:cNvCxnSpPr>
              <a:cxnSpLocks/>
            </p:cNvCxnSpPr>
            <p:nvPr/>
          </p:nvCxnSpPr>
          <p:spPr>
            <a:xfrm flipH="1">
              <a:off x="-239398" y="3426122"/>
              <a:ext cx="12667766" cy="26286"/>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091A796B-1CBA-04CD-858A-023EAF8BD6F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88B10F02-B936-AC5E-580A-E78F352A6F6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E6B22B51-1FBE-97A9-73DE-8389EEF5053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75109739-41F1-D4D0-12E2-3A5EB0BD2E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61B2AFE2-59BC-609C-9CFE-34C0E6451E7A}"/>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001</a:t>
            </a:r>
          </a:p>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4D217ACB-36FC-F32C-4D3C-6CCCCA60DA24}"/>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148C2953-C16A-1029-ECC3-FC77F7D4064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诊断</a:t>
            </a:r>
            <a:r>
              <a:rPr lang="en-US" altLang="zh-CN" sz="4000" b="1" dirty="0">
                <a:solidFill>
                  <a:srgbClr val="FEF2E8"/>
                </a:solidFill>
                <a:latin typeface="MiSans VF Bold" pitchFamily="2" charset="-122"/>
                <a:ea typeface="MiSans VF Bold" pitchFamily="2" charset="-122"/>
                <a:cs typeface="MiSans VF Bold" pitchFamily="2" charset="-122"/>
                <a:sym typeface="SimHei"/>
              </a:rPr>
              <a:t>:</a:t>
            </a:r>
            <a:r>
              <a:rPr lang="zh-CN" altLang="en-US" sz="4000" b="1" dirty="0">
                <a:solidFill>
                  <a:srgbClr val="FEF2E8"/>
                </a:solidFill>
                <a:latin typeface="MiSans VF Bold" pitchFamily="2" charset="-122"/>
                <a:ea typeface="MiSans VF Bold" pitchFamily="2" charset="-122"/>
                <a:cs typeface="MiSans VF Bold" pitchFamily="2" charset="-122"/>
                <a:sym typeface="SimHei"/>
              </a:rPr>
              <a:t> </a:t>
            </a:r>
            <a:endParaRPr lang="en-US" altLang="zh-CN" sz="4000" b="1" dirty="0">
              <a:solidFill>
                <a:srgbClr val="FEF2E8"/>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看见真实的品牌处境</a:t>
            </a:r>
            <a:endParaRPr lang="en-US" altLang="zh-CN" sz="4000" b="1" dirty="0">
              <a:solidFill>
                <a:srgbClr val="FEF2E8"/>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38568480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BAB-3F6D-3858-0C12-8020D8A711D7}"/>
            </a:ext>
          </a:extLst>
        </p:cNvPr>
        <p:cNvGrpSpPr/>
        <p:nvPr/>
      </p:nvGrpSpPr>
      <p:grpSpPr>
        <a:xfrm>
          <a:off x="0" y="0"/>
          <a:ext cx="0" cy="0"/>
          <a:chOff x="0" y="0"/>
          <a:chExt cx="0" cy="0"/>
        </a:xfrm>
      </p:grpSpPr>
      <p:sp>
        <p:nvSpPr>
          <p:cNvPr id="8" name="矩形 7">
            <a:extLst>
              <a:ext uri="{FF2B5EF4-FFF2-40B4-BE49-F238E27FC236}">
                <a16:creationId xmlns:a16="http://schemas.microsoft.com/office/drawing/2014/main" id="{F5E2F8DF-278D-0985-AED6-7DE2D0B52057}"/>
              </a:ext>
            </a:extLst>
          </p:cNvPr>
          <p:cNvSpPr/>
          <p:nvPr/>
        </p:nvSpPr>
        <p:spPr>
          <a:xfrm>
            <a:off x="7843522" y="253363"/>
            <a:ext cx="4348478" cy="2091765"/>
          </a:xfrm>
          <a:prstGeom prst="rect">
            <a:avLst/>
          </a:prstGeom>
          <a:solidFill>
            <a:srgbClr val="6516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矩形 4">
            <a:extLst>
              <a:ext uri="{FF2B5EF4-FFF2-40B4-BE49-F238E27FC236}">
                <a16:creationId xmlns:a16="http://schemas.microsoft.com/office/drawing/2014/main" id="{E3262688-7525-8180-1C2B-656E91ED8C6A}"/>
              </a:ext>
            </a:extLst>
          </p:cNvPr>
          <p:cNvSpPr/>
          <p:nvPr/>
        </p:nvSpPr>
        <p:spPr>
          <a:xfrm>
            <a:off x="6257363" y="2091766"/>
            <a:ext cx="5934637" cy="476623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6A8CAECE-A818-BFA1-4BDB-09842B587ABD}"/>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49CC99D-B015-CF71-099E-B5A742DF5EF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A0C02DDB-44C8-4243-1FAD-40D15F144B20}"/>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2402903B-91AB-6808-7A79-72041E80049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DE27CCE9-3DF6-228B-E126-786EE07D4B6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33C03B7-3581-B932-404B-C1D30AEE7D9A}"/>
              </a:ext>
            </a:extLst>
          </p:cNvPr>
          <p:cNvSpPr/>
          <p:nvPr/>
        </p:nvSpPr>
        <p:spPr>
          <a:xfrm>
            <a:off x="524799" y="1206344"/>
            <a:ext cx="4495436"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从市场到用户</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都在</a:t>
            </a:r>
            <a:r>
              <a:rPr lang="zh-CN" altLang="en-US" sz="4000" b="1" dirty="0">
                <a:solidFill>
                  <a:srgbClr val="EE5059"/>
                </a:solidFill>
                <a:latin typeface="MiSans VF Bold" pitchFamily="2" charset="-122"/>
                <a:ea typeface="MiSans VF Bold" pitchFamily="2" charset="-122"/>
                <a:cs typeface="MiSans VF Bold" pitchFamily="2" charset="-122"/>
                <a:sym typeface="SimHei"/>
              </a:rPr>
              <a:t>发生变化</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FC893A53-9E6D-625B-8BD9-8C604AE52C90}"/>
              </a:ext>
            </a:extLst>
          </p:cNvPr>
          <p:cNvSpPr txBox="1"/>
          <p:nvPr/>
        </p:nvSpPr>
        <p:spPr>
          <a:xfrm>
            <a:off x="524797" y="4237318"/>
            <a:ext cx="3077045" cy="1600438"/>
          </a:xfrm>
          <a:prstGeom prst="rect">
            <a:avLst/>
          </a:prstGeom>
          <a:noFill/>
        </p:spPr>
        <p:txBody>
          <a:bodyPr wrap="square" lIns="0" tIns="0" rIns="0" bIns="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国产彩妆从价格竞争、联名营销，进入审美竞争与品牌资产竞争阶段。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年轻消费者不只追求“显色、平价、好看”，也开始关注品牌调性、成分安全、妆容场景与情绪表达。</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雾屿拥有一定用户基础，但品牌识别度不稳定，包装风格多变，内容表达偏种草化。</a:t>
            </a:r>
          </a:p>
        </p:txBody>
      </p:sp>
      <p:sp>
        <p:nvSpPr>
          <p:cNvPr id="26" name="文本框 25">
            <a:extLst>
              <a:ext uri="{FF2B5EF4-FFF2-40B4-BE49-F238E27FC236}">
                <a16:creationId xmlns:a16="http://schemas.microsoft.com/office/drawing/2014/main" id="{E880D043-9CC6-2424-3BC3-FD305067A781}"/>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EE5059"/>
                </a:solidFill>
                <a:latin typeface="Didot" panose="02000503000000020003" pitchFamily="2" charset="-79"/>
                <a:ea typeface="MiSans VF Bold" pitchFamily="2" charset="-122"/>
                <a:cs typeface="Didot" panose="02000503000000020003" pitchFamily="2" charset="-79"/>
                <a:sym typeface="SimHei"/>
              </a:rPr>
              <a:t>CHANGE</a:t>
            </a:r>
            <a:endParaRPr lang="en-US" altLang="zh-CN" sz="1400" b="1" i="1" u="none" strike="noStrike" dirty="0">
              <a:solidFill>
                <a:srgbClr val="EE5059"/>
              </a:solidFill>
              <a:latin typeface="Didot" panose="02000503000000020003" pitchFamily="2" charset="-79"/>
              <a:ea typeface="MiSans VF Bold" pitchFamily="2" charset="-122"/>
              <a:cs typeface="Didot" panose="02000503000000020003" pitchFamily="2" charset="-79"/>
              <a:sym typeface="SimHei"/>
            </a:endParaRPr>
          </a:p>
        </p:txBody>
      </p:sp>
      <p:pic>
        <p:nvPicPr>
          <p:cNvPr id="13" name="图片 12" descr="This may contain: an orange and pink background with wavy lines">
            <a:extLst>
              <a:ext uri="{FF2B5EF4-FFF2-40B4-BE49-F238E27FC236}">
                <a16:creationId xmlns:a16="http://schemas.microsoft.com/office/drawing/2014/main" id="{AECD14D4-A54E-E9DE-D863-D76D328A888D}"/>
              </a:ext>
            </a:extLst>
          </p:cNvPr>
          <p:cNvPicPr>
            <a:picLocks noChangeAspect="1"/>
          </p:cNvPicPr>
          <p:nvPr/>
        </p:nvPicPr>
        <p:blipFill>
          <a:blip r:embed="rId2"/>
          <a:srcRect r="16558"/>
          <a:stretch>
            <a:fillRect/>
          </a:stretch>
        </p:blipFill>
        <p:spPr>
          <a:xfrm rot="5400000">
            <a:off x="7211716" y="1390776"/>
            <a:ext cx="3832388" cy="5741095"/>
          </a:xfrm>
          <a:prstGeom prst="rect">
            <a:avLst/>
          </a:prstGeom>
        </p:spPr>
      </p:pic>
    </p:spTree>
    <p:extLst>
      <p:ext uri="{BB962C8B-B14F-4D97-AF65-F5344CB8AC3E}">
        <p14:creationId xmlns:p14="http://schemas.microsoft.com/office/powerpoint/2010/main" val="4104660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926B1-3A5C-2974-4507-B1CEEA20A3C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13DF8D8A-E319-1B31-E81B-EDE5967C83F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7E88966-50BA-7581-02D9-B9BF5754D14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1CB1B52-7E8E-2147-D901-37766426A2CB}"/>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741994B-28F4-C2EF-16FA-6600E26EB27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4686FEEB-4C3D-2391-A642-0A5A0CDB9A1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87ADA023-8933-601D-27C0-7FA9E4B62BFF}"/>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核心问题与机会</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13" name="矩形 12">
            <a:extLst>
              <a:ext uri="{FF2B5EF4-FFF2-40B4-BE49-F238E27FC236}">
                <a16:creationId xmlns:a16="http://schemas.microsoft.com/office/drawing/2014/main" id="{BC0DC4D3-A439-821C-39F8-7B04CC498C79}"/>
              </a:ext>
            </a:extLst>
          </p:cNvPr>
          <p:cNvSpPr/>
          <p:nvPr/>
        </p:nvSpPr>
        <p:spPr>
          <a:xfrm>
            <a:off x="4364518" y="2302349"/>
            <a:ext cx="3529043" cy="1921967"/>
          </a:xfrm>
          <a:prstGeom prst="rect">
            <a:avLst/>
          </a:prstGeom>
          <a:solidFill>
            <a:srgbClr val="EE5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4" name="矩形 13">
            <a:extLst>
              <a:ext uri="{FF2B5EF4-FFF2-40B4-BE49-F238E27FC236}">
                <a16:creationId xmlns:a16="http://schemas.microsoft.com/office/drawing/2014/main" id="{E9DC804E-F5C9-E6A6-98CB-C4931525A552}"/>
              </a:ext>
            </a:extLst>
          </p:cNvPr>
          <p:cNvSpPr/>
          <p:nvPr/>
        </p:nvSpPr>
        <p:spPr>
          <a:xfrm>
            <a:off x="8204241" y="2302349"/>
            <a:ext cx="3529043" cy="1921967"/>
          </a:xfrm>
          <a:prstGeom prst="rect">
            <a:avLst/>
          </a:prstGeom>
          <a:solidFill>
            <a:srgbClr val="6516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文本框 14">
            <a:extLst>
              <a:ext uri="{FF2B5EF4-FFF2-40B4-BE49-F238E27FC236}">
                <a16:creationId xmlns:a16="http://schemas.microsoft.com/office/drawing/2014/main" id="{C8AC2FA6-83AC-2BC6-6F1D-15BE88BFFABC}"/>
              </a:ext>
            </a:extLst>
          </p:cNvPr>
          <p:cNvSpPr txBox="1"/>
          <p:nvPr/>
        </p:nvSpPr>
        <p:spPr>
          <a:xfrm>
            <a:off x="524796" y="4520102"/>
            <a:ext cx="3319001" cy="89255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品牌记忆点弱，用户知道产品，却不一定记住品牌；</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marL="171450" indent="-171450">
              <a:spcBef>
                <a:spcPts val="1200"/>
              </a:spcBef>
              <a:buFont typeface="Arial" panose="020B0604020202020204" pitchFamily="34" charset="0"/>
              <a:buChar char="•"/>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视觉系统缺乏统一性，不同系列之间像不同品牌。</a:t>
            </a:r>
          </a:p>
        </p:txBody>
      </p:sp>
      <p:sp>
        <p:nvSpPr>
          <p:cNvPr id="17" name="文本框 16">
            <a:extLst>
              <a:ext uri="{FF2B5EF4-FFF2-40B4-BE49-F238E27FC236}">
                <a16:creationId xmlns:a16="http://schemas.microsoft.com/office/drawing/2014/main" id="{9E854F89-0346-8338-CB34-70BA34D0CE1B}"/>
              </a:ext>
            </a:extLst>
          </p:cNvPr>
          <p:cNvSpPr txBox="1"/>
          <p:nvPr/>
        </p:nvSpPr>
        <p:spPr>
          <a:xfrm>
            <a:off x="9817507" y="1206343"/>
            <a:ext cx="1915777" cy="307777"/>
          </a:xfrm>
          <a:prstGeom prst="rect">
            <a:avLst/>
          </a:prstGeom>
          <a:noFill/>
        </p:spPr>
        <p:txBody>
          <a:bodyPr wrap="square">
            <a:spAutoFit/>
          </a:bodyPr>
          <a:lstStyle/>
          <a:p>
            <a:pPr algn="r">
              <a:defRPr/>
            </a:pPr>
            <a:r>
              <a:rPr lang="en-US" altLang="zh-CN" sz="1400" b="1" i="1" dirty="0">
                <a:solidFill>
                  <a:srgbClr val="65161C"/>
                </a:solidFill>
                <a:latin typeface="Didot" panose="02000503000000020003" pitchFamily="2" charset="-79"/>
                <a:ea typeface="MiSans VF Bold" pitchFamily="2" charset="-122"/>
                <a:cs typeface="Didot" panose="02000503000000020003" pitchFamily="2" charset="-79"/>
                <a:sym typeface="SimHei"/>
              </a:rPr>
              <a:t>CORE ISSUES</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FF0B1F1B-5230-56DB-9C7C-5018AB6902B6}"/>
              </a:ext>
            </a:extLst>
          </p:cNvPr>
          <p:cNvSpPr/>
          <p:nvPr/>
        </p:nvSpPr>
        <p:spPr>
          <a:xfrm>
            <a:off x="524796" y="2302349"/>
            <a:ext cx="3529043" cy="1921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1" name="文本框 20">
            <a:extLst>
              <a:ext uri="{FF2B5EF4-FFF2-40B4-BE49-F238E27FC236}">
                <a16:creationId xmlns:a16="http://schemas.microsoft.com/office/drawing/2014/main" id="{0BF70AAF-1877-9EF6-FD99-78814BBD4AA2}"/>
              </a:ext>
            </a:extLst>
          </p:cNvPr>
          <p:cNvSpPr txBox="1"/>
          <p:nvPr/>
        </p:nvSpPr>
        <p:spPr>
          <a:xfrm>
            <a:off x="734837" y="3077508"/>
            <a:ext cx="3108960" cy="400110"/>
          </a:xfrm>
          <a:prstGeom prst="rect">
            <a:avLst/>
          </a:prstGeom>
          <a:noFill/>
        </p:spPr>
        <p:txBody>
          <a:bodyPr wrap="square">
            <a:spAutoFit/>
          </a:bodyPr>
          <a:lstStyle/>
          <a:p>
            <a:pPr algn="ctr">
              <a:defRPr/>
            </a:pPr>
            <a:r>
              <a:rPr lang="zh-CN" altLang="en-US" sz="2000" dirty="0">
                <a:solidFill>
                  <a:srgbClr val="65161C"/>
                </a:solidFill>
                <a:latin typeface="Didot" panose="02000503000000020003" pitchFamily="2" charset="-79"/>
                <a:ea typeface="MiSans VF Bold" pitchFamily="2" charset="-122"/>
                <a:cs typeface="Didot" panose="02000503000000020003" pitchFamily="2" charset="-79"/>
                <a:sym typeface="SimHei"/>
              </a:rPr>
              <a:t>“ 记忆点与一致性 ”</a:t>
            </a:r>
            <a:endParaRPr lang="en-US" altLang="zh-CN" sz="2000"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22" name="文本框 21">
            <a:extLst>
              <a:ext uri="{FF2B5EF4-FFF2-40B4-BE49-F238E27FC236}">
                <a16:creationId xmlns:a16="http://schemas.microsoft.com/office/drawing/2014/main" id="{8A0F14F7-ABBC-7841-C9C1-DD263A3F5C9F}"/>
              </a:ext>
            </a:extLst>
          </p:cNvPr>
          <p:cNvSpPr txBox="1"/>
          <p:nvPr/>
        </p:nvSpPr>
        <p:spPr>
          <a:xfrm>
            <a:off x="4650429" y="3077508"/>
            <a:ext cx="3030531"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审美与情绪价值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3" name="文本框 22">
            <a:extLst>
              <a:ext uri="{FF2B5EF4-FFF2-40B4-BE49-F238E27FC236}">
                <a16:creationId xmlns:a16="http://schemas.microsoft.com/office/drawing/2014/main" id="{A6F804E5-B83D-1C63-554A-D1EA2E5FCCAD}"/>
              </a:ext>
            </a:extLst>
          </p:cNvPr>
          <p:cNvSpPr txBox="1"/>
          <p:nvPr/>
        </p:nvSpPr>
        <p:spPr>
          <a:xfrm>
            <a:off x="8512233" y="3077508"/>
            <a:ext cx="2944930" cy="400110"/>
          </a:xfrm>
          <a:prstGeom prst="rect">
            <a:avLst/>
          </a:prstGeom>
          <a:noFill/>
        </p:spPr>
        <p:txBody>
          <a:bodyPr wrap="square">
            <a:spAutoFit/>
          </a:bodyPr>
          <a:lstStyle/>
          <a:p>
            <a:pPr algn="ctr">
              <a:defRPr/>
            </a:pPr>
            <a:r>
              <a:rPr lang="zh-CN" altLang="en-US" sz="2000" dirty="0">
                <a:solidFill>
                  <a:schemeClr val="bg1"/>
                </a:solidFill>
                <a:latin typeface="Didot" panose="02000503000000020003" pitchFamily="2" charset="-79"/>
                <a:ea typeface="MiSans VF Bold" pitchFamily="2" charset="-122"/>
                <a:cs typeface="Didot" panose="02000503000000020003" pitchFamily="2" charset="-79"/>
                <a:sym typeface="SimHei"/>
              </a:rPr>
              <a:t>“ 机会点 ”</a:t>
            </a:r>
            <a:endParaRPr lang="en-US" altLang="zh-CN" sz="2000" u="none" strike="noStrike" dirty="0">
              <a:solidFill>
                <a:schemeClr val="bg1"/>
              </a:solidFill>
              <a:latin typeface="Didot" panose="02000503000000020003" pitchFamily="2" charset="-79"/>
              <a:ea typeface="MiSans VF Bold" pitchFamily="2" charset="-122"/>
              <a:cs typeface="Didot" panose="02000503000000020003" pitchFamily="2" charset="-79"/>
              <a:sym typeface="SimHei"/>
            </a:endParaRPr>
          </a:p>
        </p:txBody>
      </p:sp>
      <p:sp>
        <p:nvSpPr>
          <p:cNvPr id="28" name="文本框 27">
            <a:extLst>
              <a:ext uri="{FF2B5EF4-FFF2-40B4-BE49-F238E27FC236}">
                <a16:creationId xmlns:a16="http://schemas.microsoft.com/office/drawing/2014/main" id="{18208EA4-124B-596C-2EAB-03DEB4100B19}"/>
              </a:ext>
            </a:extLst>
          </p:cNvPr>
          <p:cNvSpPr txBox="1"/>
          <p:nvPr/>
        </p:nvSpPr>
        <p:spPr>
          <a:xfrm>
            <a:off x="4364518" y="4520102"/>
            <a:ext cx="3286508" cy="707886"/>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产品卖点偏功能描述，缺少更高级的情绪和审美叙事；</a:t>
            </a:r>
          </a:p>
          <a:p>
            <a:pPr marL="171450" indent="-171450">
              <a:spcBef>
                <a:spcPts val="1200"/>
              </a:spcBef>
              <a:buFont typeface="Arial" panose="020B0604020202020204" pitchFamily="34" charset="0"/>
              <a:buChar char="•"/>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用户关系停留在购买层面，缺少长期陪伴感。</a:t>
            </a:r>
          </a:p>
        </p:txBody>
      </p:sp>
      <p:sp>
        <p:nvSpPr>
          <p:cNvPr id="29" name="文本框 28">
            <a:extLst>
              <a:ext uri="{FF2B5EF4-FFF2-40B4-BE49-F238E27FC236}">
                <a16:creationId xmlns:a16="http://schemas.microsoft.com/office/drawing/2014/main" id="{794DD7EC-702C-A512-BCB1-5FE9023BDD6A}"/>
              </a:ext>
            </a:extLst>
          </p:cNvPr>
          <p:cNvSpPr txBox="1"/>
          <p:nvPr/>
        </p:nvSpPr>
        <p:spPr>
          <a:xfrm>
            <a:off x="8204241" y="4520102"/>
            <a:ext cx="3254014" cy="369332"/>
          </a:xfrm>
          <a:prstGeom prst="rect">
            <a:avLst/>
          </a:prstGeom>
          <a:noFill/>
        </p:spPr>
        <p:txBody>
          <a:bodyPr wrap="square" lIns="0" tIns="0" rIns="0" bIns="0">
            <a:spAutoFit/>
          </a:bodyPr>
          <a:lstStyle/>
          <a:p>
            <a:pPr marL="171450" indent="-171450">
              <a:spcBef>
                <a:spcPts val="1200"/>
              </a:spcBef>
              <a:buFont typeface="Arial" panose="020B0604020202020204" pitchFamily="34" charset="0"/>
              <a:buChar char="•"/>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以“东方雾感美学”为核心，建立柔和、含蓄、日常但有辨识度的品牌风格。</a:t>
            </a:r>
          </a:p>
        </p:txBody>
      </p:sp>
    </p:spTree>
    <p:extLst>
      <p:ext uri="{BB962C8B-B14F-4D97-AF65-F5344CB8AC3E}">
        <p14:creationId xmlns:p14="http://schemas.microsoft.com/office/powerpoint/2010/main" val="16450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6414B"/>
        </a:solidFill>
        <a:effectLst/>
      </p:bgPr>
    </p:bg>
    <p:spTree>
      <p:nvGrpSpPr>
        <p:cNvPr id="1" name="">
          <a:extLst>
            <a:ext uri="{FF2B5EF4-FFF2-40B4-BE49-F238E27FC236}">
              <a16:creationId xmlns:a16="http://schemas.microsoft.com/office/drawing/2014/main" id="{71707960-1076-196D-85D7-AAAB4214D403}"/>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7723CA57-ECC4-D187-4B96-034E9D82C7B5}"/>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89E95F72-1D2A-FB23-4C0B-4649DAC7A0CE}"/>
                </a:ext>
              </a:extLst>
            </p:cNvPr>
            <p:cNvCxnSpPr>
              <a:cxnSpLocks/>
            </p:cNvCxnSpPr>
            <p:nvPr/>
          </p:nvCxnSpPr>
          <p:spPr>
            <a:xfrm>
              <a:off x="11945342"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1D14FBE4-9C6D-4D8A-6EC9-891A3BE1C976}"/>
                </a:ext>
              </a:extLst>
            </p:cNvPr>
            <p:cNvCxnSpPr>
              <a:cxnSpLocks/>
            </p:cNvCxnSpPr>
            <p:nvPr/>
          </p:nvCxnSpPr>
          <p:spPr>
            <a:xfrm>
              <a:off x="243628"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38EEA1E7-C802-E83F-8AF7-9B6B00AFBD15}"/>
                </a:ext>
              </a:extLst>
            </p:cNvPr>
            <p:cNvCxnSpPr>
              <a:cxnSpLocks/>
            </p:cNvCxnSpPr>
            <p:nvPr/>
          </p:nvCxnSpPr>
          <p:spPr>
            <a:xfrm>
              <a:off x="524797" y="385358"/>
              <a:ext cx="0" cy="60829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28D26822-7B47-5B9C-8D99-DA7FFA076B28}"/>
                </a:ext>
              </a:extLst>
            </p:cNvPr>
            <p:cNvCxnSpPr>
              <a:cxnSpLocks/>
            </p:cNvCxnSpPr>
            <p:nvPr/>
          </p:nvCxnSpPr>
          <p:spPr>
            <a:xfrm flipH="1">
              <a:off x="-213761" y="6442064"/>
              <a:ext cx="12642129" cy="26232"/>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4994DDC5-E81B-A658-B450-06530A51FC80}"/>
                </a:ext>
              </a:extLst>
            </p:cNvPr>
            <p:cNvCxnSpPr>
              <a:cxnSpLocks/>
            </p:cNvCxnSpPr>
            <p:nvPr/>
          </p:nvCxnSpPr>
          <p:spPr>
            <a:xfrm flipH="1">
              <a:off x="-239398" y="359072"/>
              <a:ext cx="12667766" cy="26286"/>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4F002D31-80EA-E8FD-E58F-1094B56FFCB6}"/>
                </a:ext>
              </a:extLst>
            </p:cNvPr>
            <p:cNvCxnSpPr>
              <a:cxnSpLocks/>
            </p:cNvCxnSpPr>
            <p:nvPr/>
          </p:nvCxnSpPr>
          <p:spPr>
            <a:xfrm>
              <a:off x="6074941"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274EBF9E-49D5-5BF6-19D9-5401E202A221}"/>
                </a:ext>
              </a:extLst>
            </p:cNvPr>
            <p:cNvCxnSpPr>
              <a:cxnSpLocks/>
            </p:cNvCxnSpPr>
            <p:nvPr/>
          </p:nvCxnSpPr>
          <p:spPr>
            <a:xfrm>
              <a:off x="11733284" y="359233"/>
              <a:ext cx="0" cy="60829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BF18ADA7-CE4F-C541-C9FD-75444EAC6953}"/>
                </a:ext>
              </a:extLst>
            </p:cNvPr>
            <p:cNvCxnSpPr>
              <a:cxnSpLocks/>
            </p:cNvCxnSpPr>
            <p:nvPr/>
          </p:nvCxnSpPr>
          <p:spPr>
            <a:xfrm flipH="1">
              <a:off x="-239398" y="3426122"/>
              <a:ext cx="12667766" cy="26286"/>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1BB74FE-6152-A713-3CE6-58BB00F8A0A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52A9C22D-418D-15B9-C139-19B6F543BAA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0267E5F-6A39-4E9C-C395-3B130B794E52}"/>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45539B99-4FEF-B70C-7C4C-AF790E99E5F8}"/>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0A5BF864-FA00-C6E3-2204-4AF4A58F022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002</a:t>
            </a:r>
          </a:p>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2973A0C8-EB86-A2D9-F32C-41E8E7A0875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50503D22-C4B8-E6A5-4DAA-9015A560B2B3}"/>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战略：</a:t>
            </a:r>
            <a:endParaRPr lang="en-US" altLang="zh-CN" sz="4000" b="1" dirty="0">
              <a:solidFill>
                <a:srgbClr val="FEF2E8"/>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重新定义我们是谁</a:t>
            </a:r>
          </a:p>
        </p:txBody>
      </p:sp>
    </p:spTree>
    <p:extLst>
      <p:ext uri="{BB962C8B-B14F-4D97-AF65-F5344CB8AC3E}">
        <p14:creationId xmlns:p14="http://schemas.microsoft.com/office/powerpoint/2010/main" val="1996917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8A593-A99C-D2FE-D77C-36E5F2C8FC5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FAC6FDF-E8F2-2C50-CFD5-A9E92A891DEB}"/>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32C352-CB58-9269-91D5-FF12D47E0F9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3B04F1DF-1ABD-DF2B-33F8-A8CA3C8F126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D641233-D71F-5A17-2604-1D9587D88B6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CB1B5DA2-304D-5777-882F-5473F98F509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E89CED06-68D7-42C2-94E3-78AB3BA2CBF2}"/>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品牌战略</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15" name="文本框 14">
            <a:extLst>
              <a:ext uri="{FF2B5EF4-FFF2-40B4-BE49-F238E27FC236}">
                <a16:creationId xmlns:a16="http://schemas.microsoft.com/office/drawing/2014/main" id="{FC096C41-32D4-6372-4BDA-66DF1C2886E3}"/>
              </a:ext>
            </a:extLst>
          </p:cNvPr>
          <p:cNvSpPr txBox="1"/>
          <p:nvPr/>
        </p:nvSpPr>
        <p:spPr>
          <a:xfrm>
            <a:off x="52479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65161C"/>
                </a:solidFill>
                <a:latin typeface="Didot" panose="02000503000000020003" pitchFamily="2" charset="-79"/>
                <a:ea typeface="MiSans VF Bold" pitchFamily="2" charset="-122"/>
                <a:cs typeface="Didot" panose="02000503000000020003" pitchFamily="2" charset="-79"/>
                <a:sym typeface="SimHei"/>
              </a:rPr>
              <a:t>全新定位</a:t>
            </a:r>
            <a:endParaRPr lang="en-US" altLang="zh-CN" sz="16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东方情绪美学彩妆品牌</a:t>
            </a:r>
          </a:p>
        </p:txBody>
      </p:sp>
      <p:sp>
        <p:nvSpPr>
          <p:cNvPr id="17" name="文本框 16">
            <a:extLst>
              <a:ext uri="{FF2B5EF4-FFF2-40B4-BE49-F238E27FC236}">
                <a16:creationId xmlns:a16="http://schemas.microsoft.com/office/drawing/2014/main" id="{FC5C973B-0ECD-9FA3-5034-2E7AFF868A79}"/>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BRAND STRATEGY</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18" name="矩形 17">
            <a:extLst>
              <a:ext uri="{FF2B5EF4-FFF2-40B4-BE49-F238E27FC236}">
                <a16:creationId xmlns:a16="http://schemas.microsoft.com/office/drawing/2014/main" id="{2125DF3E-B8DB-3650-7A6B-29E1D1EACC2A}"/>
              </a:ext>
            </a:extLst>
          </p:cNvPr>
          <p:cNvSpPr/>
          <p:nvPr/>
        </p:nvSpPr>
        <p:spPr>
          <a:xfrm>
            <a:off x="547200" y="2302349"/>
            <a:ext cx="3480320" cy="1921967"/>
          </a:xfrm>
          <a:prstGeom prst="rect">
            <a:avLst/>
          </a:prstGeom>
          <a:pattFill prst="ltDnDiag">
            <a:fgClr>
              <a:srgbClr val="EAC8B3"/>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20" name="文本框 19">
            <a:extLst>
              <a:ext uri="{FF2B5EF4-FFF2-40B4-BE49-F238E27FC236}">
                <a16:creationId xmlns:a16="http://schemas.microsoft.com/office/drawing/2014/main" id="{FB8037DE-D548-66D6-6B81-0FF8A64DC8EB}"/>
              </a:ext>
            </a:extLst>
          </p:cNvPr>
          <p:cNvSpPr txBox="1"/>
          <p:nvPr/>
        </p:nvSpPr>
        <p:spPr>
          <a:xfrm>
            <a:off x="436527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65161C"/>
                </a:solidFill>
                <a:latin typeface="Didot" panose="02000503000000020003" pitchFamily="2" charset="-79"/>
                <a:ea typeface="MiSans VF Bold" pitchFamily="2" charset="-122"/>
                <a:cs typeface="Didot" panose="02000503000000020003" pitchFamily="2" charset="-79"/>
                <a:sym typeface="SimHei"/>
              </a:rPr>
              <a:t>品牌主张</a:t>
            </a:r>
            <a:endParaRPr lang="en-US" altLang="zh-CN" sz="16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让妆容像情绪一样自然发生</a:t>
            </a:r>
          </a:p>
        </p:txBody>
      </p:sp>
      <p:sp>
        <p:nvSpPr>
          <p:cNvPr id="24" name="文本框 23">
            <a:extLst>
              <a:ext uri="{FF2B5EF4-FFF2-40B4-BE49-F238E27FC236}">
                <a16:creationId xmlns:a16="http://schemas.microsoft.com/office/drawing/2014/main" id="{626D7CEA-5FE8-CB01-3797-66684CE20ACE}"/>
              </a:ext>
            </a:extLst>
          </p:cNvPr>
          <p:cNvSpPr txBox="1"/>
          <p:nvPr/>
        </p:nvSpPr>
        <p:spPr>
          <a:xfrm>
            <a:off x="8205756" y="4493086"/>
            <a:ext cx="3319001" cy="584775"/>
          </a:xfrm>
          <a:prstGeom prst="rect">
            <a:avLst/>
          </a:prstGeom>
          <a:noFill/>
        </p:spPr>
        <p:txBody>
          <a:bodyPr wrap="square" lIns="0" tIns="0" rIns="0" bIns="0">
            <a:spAutoFit/>
          </a:bodyPr>
          <a:lstStyle/>
          <a:p>
            <a:pPr>
              <a:spcBef>
                <a:spcPts val="1200"/>
              </a:spcBef>
              <a:defRPr/>
            </a:pPr>
            <a:r>
              <a:rPr lang="zh-CN" altLang="en-US" sz="1600" dirty="0">
                <a:solidFill>
                  <a:srgbClr val="65161C"/>
                </a:solidFill>
                <a:latin typeface="Didot" panose="02000503000000020003" pitchFamily="2" charset="-79"/>
                <a:ea typeface="MiSans VF Bold" pitchFamily="2" charset="-122"/>
                <a:cs typeface="Didot" panose="02000503000000020003" pitchFamily="2" charset="-79"/>
                <a:sym typeface="SimHei"/>
              </a:rPr>
              <a:t>品牌关键词</a:t>
            </a:r>
            <a:endParaRPr lang="en-US" altLang="zh-CN" sz="16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雾感、松弛、东方、轻表达、日常诗意</a:t>
            </a:r>
          </a:p>
        </p:txBody>
      </p:sp>
      <p:sp>
        <p:nvSpPr>
          <p:cNvPr id="42" name="矩形 41">
            <a:extLst>
              <a:ext uri="{FF2B5EF4-FFF2-40B4-BE49-F238E27FC236}">
                <a16:creationId xmlns:a16="http://schemas.microsoft.com/office/drawing/2014/main" id="{DECACA0E-E232-1F71-2AAD-C079B8C6CD44}"/>
              </a:ext>
            </a:extLst>
          </p:cNvPr>
          <p:cNvSpPr/>
          <p:nvPr/>
        </p:nvSpPr>
        <p:spPr>
          <a:xfrm>
            <a:off x="4376478" y="2302349"/>
            <a:ext cx="3480320" cy="1921967"/>
          </a:xfrm>
          <a:prstGeom prst="rect">
            <a:avLst/>
          </a:prstGeom>
          <a:pattFill prst="ltVert">
            <a:fgClr>
              <a:srgbClr val="DDAD68"/>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43" name="矩形 42">
            <a:extLst>
              <a:ext uri="{FF2B5EF4-FFF2-40B4-BE49-F238E27FC236}">
                <a16:creationId xmlns:a16="http://schemas.microsoft.com/office/drawing/2014/main" id="{1201A825-E727-89CB-3E7E-E5FDA8E3178F}"/>
              </a:ext>
            </a:extLst>
          </p:cNvPr>
          <p:cNvSpPr/>
          <p:nvPr/>
        </p:nvSpPr>
        <p:spPr>
          <a:xfrm>
            <a:off x="8205756" y="2302349"/>
            <a:ext cx="3480320" cy="1921967"/>
          </a:xfrm>
          <a:prstGeom prst="rect">
            <a:avLst/>
          </a:prstGeom>
          <a:pattFill prst="ltHorz">
            <a:fgClr>
              <a:srgbClr val="DFA8B1"/>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66021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6414B"/>
        </a:solidFill>
        <a:effectLst/>
      </p:bgPr>
    </p:bg>
    <p:spTree>
      <p:nvGrpSpPr>
        <p:cNvPr id="1" name="">
          <a:extLst>
            <a:ext uri="{FF2B5EF4-FFF2-40B4-BE49-F238E27FC236}">
              <a16:creationId xmlns:a16="http://schemas.microsoft.com/office/drawing/2014/main" id="{BDD9B936-A1A2-FFF6-C43A-4DBA92548BF6}"/>
            </a:ext>
          </a:extLst>
        </p:cNvPr>
        <p:cNvGrpSpPr/>
        <p:nvPr/>
      </p:nvGrpSpPr>
      <p:grpSpPr>
        <a:xfrm>
          <a:off x="0" y="0"/>
          <a:ext cx="0" cy="0"/>
          <a:chOff x="0" y="0"/>
          <a:chExt cx="0" cy="0"/>
        </a:xfrm>
      </p:grpSpPr>
      <p:grpSp>
        <p:nvGrpSpPr>
          <p:cNvPr id="11" name="组合 10">
            <a:extLst>
              <a:ext uri="{FF2B5EF4-FFF2-40B4-BE49-F238E27FC236}">
                <a16:creationId xmlns:a16="http://schemas.microsoft.com/office/drawing/2014/main" id="{F0BA8EBA-DA00-EE1D-8D60-7A3E58B4BC40}"/>
              </a:ext>
            </a:extLst>
          </p:cNvPr>
          <p:cNvGrpSpPr/>
          <p:nvPr/>
        </p:nvGrpSpPr>
        <p:grpSpPr>
          <a:xfrm>
            <a:off x="-239398" y="-1280369"/>
            <a:ext cx="12667766" cy="9418738"/>
            <a:chOff x="-239398" y="-1280369"/>
            <a:chExt cx="12667766" cy="9418738"/>
          </a:xfrm>
        </p:grpSpPr>
        <p:cxnSp>
          <p:nvCxnSpPr>
            <p:cNvPr id="12" name="直线连接符 11">
              <a:extLst>
                <a:ext uri="{FF2B5EF4-FFF2-40B4-BE49-F238E27FC236}">
                  <a16:creationId xmlns:a16="http://schemas.microsoft.com/office/drawing/2014/main" id="{5CB5063C-C131-2EA2-C5C0-33002DB84308}"/>
                </a:ext>
              </a:extLst>
            </p:cNvPr>
            <p:cNvCxnSpPr>
              <a:cxnSpLocks/>
            </p:cNvCxnSpPr>
            <p:nvPr/>
          </p:nvCxnSpPr>
          <p:spPr>
            <a:xfrm>
              <a:off x="11945342"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9A15328D-DE66-1A21-E433-774BC73E3009}"/>
                </a:ext>
              </a:extLst>
            </p:cNvPr>
            <p:cNvCxnSpPr>
              <a:cxnSpLocks/>
            </p:cNvCxnSpPr>
            <p:nvPr/>
          </p:nvCxnSpPr>
          <p:spPr>
            <a:xfrm>
              <a:off x="243628"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4" name="直线连接符 13">
              <a:extLst>
                <a:ext uri="{FF2B5EF4-FFF2-40B4-BE49-F238E27FC236}">
                  <a16:creationId xmlns:a16="http://schemas.microsoft.com/office/drawing/2014/main" id="{FF201632-306E-5B19-2989-C4B1C372F7B4}"/>
                </a:ext>
              </a:extLst>
            </p:cNvPr>
            <p:cNvCxnSpPr>
              <a:cxnSpLocks/>
            </p:cNvCxnSpPr>
            <p:nvPr/>
          </p:nvCxnSpPr>
          <p:spPr>
            <a:xfrm>
              <a:off x="524797" y="385358"/>
              <a:ext cx="0" cy="60829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18097823-014E-100A-A73E-625631962144}"/>
                </a:ext>
              </a:extLst>
            </p:cNvPr>
            <p:cNvCxnSpPr>
              <a:cxnSpLocks/>
            </p:cNvCxnSpPr>
            <p:nvPr/>
          </p:nvCxnSpPr>
          <p:spPr>
            <a:xfrm flipH="1">
              <a:off x="-213761" y="6442064"/>
              <a:ext cx="12642129" cy="26232"/>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99B508DE-4CCA-3920-7098-95C4B74311D6}"/>
                </a:ext>
              </a:extLst>
            </p:cNvPr>
            <p:cNvCxnSpPr>
              <a:cxnSpLocks/>
            </p:cNvCxnSpPr>
            <p:nvPr/>
          </p:nvCxnSpPr>
          <p:spPr>
            <a:xfrm flipH="1">
              <a:off x="-239398" y="359072"/>
              <a:ext cx="12667766" cy="26286"/>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4" name="直线连接符 23">
              <a:extLst>
                <a:ext uri="{FF2B5EF4-FFF2-40B4-BE49-F238E27FC236}">
                  <a16:creationId xmlns:a16="http://schemas.microsoft.com/office/drawing/2014/main" id="{DEE9AF5F-C2E4-81D6-315A-82DA5273FC83}"/>
                </a:ext>
              </a:extLst>
            </p:cNvPr>
            <p:cNvCxnSpPr>
              <a:cxnSpLocks/>
            </p:cNvCxnSpPr>
            <p:nvPr/>
          </p:nvCxnSpPr>
          <p:spPr>
            <a:xfrm>
              <a:off x="6074941" y="-1280369"/>
              <a:ext cx="19544" cy="94187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FE1AC7A7-9A4C-A6D4-74B4-DE9D1EE8C7F8}"/>
                </a:ext>
              </a:extLst>
            </p:cNvPr>
            <p:cNvCxnSpPr>
              <a:cxnSpLocks/>
            </p:cNvCxnSpPr>
            <p:nvPr/>
          </p:nvCxnSpPr>
          <p:spPr>
            <a:xfrm>
              <a:off x="11733284" y="359233"/>
              <a:ext cx="0" cy="6082938"/>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cxnSp>
          <p:nvCxnSpPr>
            <p:cNvPr id="26" name="直线连接符 25">
              <a:extLst>
                <a:ext uri="{FF2B5EF4-FFF2-40B4-BE49-F238E27FC236}">
                  <a16:creationId xmlns:a16="http://schemas.microsoft.com/office/drawing/2014/main" id="{689772A2-E006-DBB7-8C97-2CD91C442CA4}"/>
                </a:ext>
              </a:extLst>
            </p:cNvPr>
            <p:cNvCxnSpPr>
              <a:cxnSpLocks/>
            </p:cNvCxnSpPr>
            <p:nvPr/>
          </p:nvCxnSpPr>
          <p:spPr>
            <a:xfrm flipH="1">
              <a:off x="-239398" y="3426122"/>
              <a:ext cx="12667766" cy="26286"/>
            </a:xfrm>
            <a:prstGeom prst="line">
              <a:avLst/>
            </a:prstGeom>
            <a:ln w="6350" cmpd="sng">
              <a:solidFill>
                <a:srgbClr val="65161C">
                  <a:alpha val="20000"/>
                </a:srgbClr>
              </a:solidFill>
              <a:prstDash val="solid"/>
            </a:ln>
          </p:spPr>
          <p:style>
            <a:lnRef idx="1">
              <a:schemeClr val="accent1"/>
            </a:lnRef>
            <a:fillRef idx="0">
              <a:schemeClr val="accent1"/>
            </a:fillRef>
            <a:effectRef idx="0">
              <a:schemeClr val="accent1"/>
            </a:effectRef>
            <a:fontRef idx="minor">
              <a:schemeClr val="tx1"/>
            </a:fontRef>
          </p:style>
        </p:cxnSp>
      </p:grpSp>
      <p:grpSp>
        <p:nvGrpSpPr>
          <p:cNvPr id="2" name="组合 1">
            <a:extLst>
              <a:ext uri="{FF2B5EF4-FFF2-40B4-BE49-F238E27FC236}">
                <a16:creationId xmlns:a16="http://schemas.microsoft.com/office/drawing/2014/main" id="{DAC6975A-5B40-A1A1-1A06-BCABB7B0A00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BAC9F7FC-7CF8-C5AC-BA04-6EA6CEE2884D}"/>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FD405BE4-1C92-E226-E156-37C43BDD6E53}"/>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5" name="AutoShape 2">
              <a:extLst>
                <a:ext uri="{FF2B5EF4-FFF2-40B4-BE49-F238E27FC236}">
                  <a16:creationId xmlns:a16="http://schemas.microsoft.com/office/drawing/2014/main" id="{EC30E245-43CD-710B-D93B-0246C837B84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7" name="AutoShape 2">
            <a:extLst>
              <a:ext uri="{FF2B5EF4-FFF2-40B4-BE49-F238E27FC236}">
                <a16:creationId xmlns:a16="http://schemas.microsoft.com/office/drawing/2014/main" id="{DB0D498E-603E-D5AA-195E-9BD35288C6E1}"/>
              </a:ext>
            </a:extLst>
          </p:cNvPr>
          <p:cNvSpPr/>
          <p:nvPr/>
        </p:nvSpPr>
        <p:spPr>
          <a:xfrm>
            <a:off x="524800" y="2858627"/>
            <a:ext cx="4096186" cy="1231106"/>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003</a:t>
            </a:r>
          </a:p>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CHAPTER</a:t>
            </a:r>
          </a:p>
        </p:txBody>
      </p:sp>
      <p:sp>
        <p:nvSpPr>
          <p:cNvPr id="16" name="AutoShape 2">
            <a:extLst>
              <a:ext uri="{FF2B5EF4-FFF2-40B4-BE49-F238E27FC236}">
                <a16:creationId xmlns:a16="http://schemas.microsoft.com/office/drawing/2014/main" id="{BD4333D9-C35F-76E3-A6B2-2375B4DBF6E5}"/>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6" name="AutoShape 5">
            <a:extLst>
              <a:ext uri="{FF2B5EF4-FFF2-40B4-BE49-F238E27FC236}">
                <a16:creationId xmlns:a16="http://schemas.microsoft.com/office/drawing/2014/main" id="{0AA21663-7504-C2BD-CD07-B4755ED17088}"/>
              </a:ext>
            </a:extLst>
          </p:cNvPr>
          <p:cNvSpPr/>
          <p:nvPr/>
        </p:nvSpPr>
        <p:spPr>
          <a:xfrm>
            <a:off x="6162083" y="2858627"/>
            <a:ext cx="5115515" cy="1231106"/>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表达：</a:t>
            </a:r>
            <a:endParaRPr lang="en-US" altLang="zh-CN" sz="4000" b="1" dirty="0">
              <a:solidFill>
                <a:srgbClr val="FEF2E8"/>
              </a:solidFill>
              <a:latin typeface="MiSans VF Bold" pitchFamily="2" charset="-122"/>
              <a:ea typeface="MiSans VF Bold" pitchFamily="2" charset="-122"/>
              <a:cs typeface="MiSans VF Bold" pitchFamily="2" charset="-122"/>
              <a:sym typeface="SimHei"/>
            </a:endParaRPr>
          </a:p>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建立新的视觉语言系统</a:t>
            </a:r>
          </a:p>
        </p:txBody>
      </p:sp>
    </p:spTree>
    <p:extLst>
      <p:ext uri="{BB962C8B-B14F-4D97-AF65-F5344CB8AC3E}">
        <p14:creationId xmlns:p14="http://schemas.microsoft.com/office/powerpoint/2010/main" val="262305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81F1C-9449-0923-A4C8-1A465033928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C23EBFA5-37B5-C47D-2DE1-5B632F48DF94}"/>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3D3FF437-C55A-0BE8-32C3-9A4A4A0B044B}"/>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35590E3-E7DE-BC08-ECC3-5849EB52A11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B695EA6A-4B8F-8464-589F-39A5494DB11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1731985-FDB7-EC74-96EE-BA1A162F64DF}"/>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E9F1DD86-DF1C-963D-1B73-F9A576F6C58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BRAND COLOR</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42" name="矩形 41">
            <a:extLst>
              <a:ext uri="{FF2B5EF4-FFF2-40B4-BE49-F238E27FC236}">
                <a16:creationId xmlns:a16="http://schemas.microsoft.com/office/drawing/2014/main" id="{951067AD-26AF-E389-0BD6-85F035FF90E9}"/>
              </a:ext>
            </a:extLst>
          </p:cNvPr>
          <p:cNvSpPr/>
          <p:nvPr/>
        </p:nvSpPr>
        <p:spPr>
          <a:xfrm>
            <a:off x="5640314" y="2302349"/>
            <a:ext cx="2572944" cy="3535407"/>
          </a:xfrm>
          <a:prstGeom prst="rect">
            <a:avLst/>
          </a:prstGeom>
          <a:solidFill>
            <a:srgbClr val="E641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5" name="AutoShape 5">
            <a:extLst>
              <a:ext uri="{FF2B5EF4-FFF2-40B4-BE49-F238E27FC236}">
                <a16:creationId xmlns:a16="http://schemas.microsoft.com/office/drawing/2014/main" id="{DA99843B-1CAA-C2C4-5823-6650B174E269}"/>
              </a:ext>
            </a:extLst>
          </p:cNvPr>
          <p:cNvSpPr/>
          <p:nvPr/>
        </p:nvSpPr>
        <p:spPr>
          <a:xfrm>
            <a:off x="524799" y="1206344"/>
            <a:ext cx="8850832"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品牌色</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09834DD9-749E-5AF3-53CA-165428FFB32C}"/>
              </a:ext>
            </a:extLst>
          </p:cNvPr>
          <p:cNvSpPr txBox="1"/>
          <p:nvPr/>
        </p:nvSpPr>
        <p:spPr>
          <a:xfrm>
            <a:off x="524797" y="4128163"/>
            <a:ext cx="3077045" cy="1815882"/>
          </a:xfrm>
          <a:prstGeom prst="rect">
            <a:avLst/>
          </a:prstGeom>
          <a:noFill/>
        </p:spPr>
        <p:txBody>
          <a:bodyPr wrap="square" lIns="0" tIns="0" rIns="0" bIns="0" anchor="b">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以高浓度红作为核心识别色，传递国产彩妆品牌的生命力、情绪张力与视觉记忆点。它不是传统意义上的“喜庆红”，而是一种更年轻、更直接、更具妆感联想的雾面红。</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这组色彩系统让「雾屿」从单一的产品包装识别，升级为可延展的品牌视觉资产。它既能支撑唇妆、眼妆、腮红等高情绪品类，也能在电商、社媒、线下空间中形成统一而强烈的品牌记忆。</a:t>
            </a:r>
          </a:p>
        </p:txBody>
      </p:sp>
      <p:sp>
        <p:nvSpPr>
          <p:cNvPr id="10" name="矩形 9">
            <a:extLst>
              <a:ext uri="{FF2B5EF4-FFF2-40B4-BE49-F238E27FC236}">
                <a16:creationId xmlns:a16="http://schemas.microsoft.com/office/drawing/2014/main" id="{49D88DB0-93FD-A092-B111-6881FA49CD2E}"/>
              </a:ext>
            </a:extLst>
          </p:cNvPr>
          <p:cNvSpPr/>
          <p:nvPr/>
        </p:nvSpPr>
        <p:spPr>
          <a:xfrm>
            <a:off x="10538847" y="2302349"/>
            <a:ext cx="1161530" cy="3535407"/>
          </a:xfrm>
          <a:prstGeom prst="rect">
            <a:avLst/>
          </a:prstGeom>
          <a:solidFill>
            <a:srgbClr val="0906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矩形 10">
            <a:extLst>
              <a:ext uri="{FF2B5EF4-FFF2-40B4-BE49-F238E27FC236}">
                <a16:creationId xmlns:a16="http://schemas.microsoft.com/office/drawing/2014/main" id="{3BDE3BF8-2B8E-961C-9E0D-895CC41CBA45}"/>
              </a:ext>
            </a:extLst>
          </p:cNvPr>
          <p:cNvSpPr/>
          <p:nvPr/>
        </p:nvSpPr>
        <p:spPr>
          <a:xfrm>
            <a:off x="9376474" y="2302349"/>
            <a:ext cx="1161530" cy="353540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200646D7-63F1-614D-F285-20BC0CAFABDB}"/>
              </a:ext>
            </a:extLst>
          </p:cNvPr>
          <p:cNvSpPr/>
          <p:nvPr/>
        </p:nvSpPr>
        <p:spPr>
          <a:xfrm>
            <a:off x="8214101" y="2302349"/>
            <a:ext cx="1161530" cy="3535407"/>
          </a:xfrm>
          <a:prstGeom prst="rect">
            <a:avLst/>
          </a:prstGeom>
          <a:solidFill>
            <a:srgbClr val="6516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文本框 12">
            <a:extLst>
              <a:ext uri="{FF2B5EF4-FFF2-40B4-BE49-F238E27FC236}">
                <a16:creationId xmlns:a16="http://schemas.microsoft.com/office/drawing/2014/main" id="{6115FEE0-18B9-08E4-FD94-342D8963293F}"/>
              </a:ext>
            </a:extLst>
          </p:cNvPr>
          <p:cNvSpPr txBox="1"/>
          <p:nvPr/>
        </p:nvSpPr>
        <p:spPr>
          <a:xfrm>
            <a:off x="5803601" y="2497191"/>
            <a:ext cx="1224216" cy="215444"/>
          </a:xfrm>
          <a:prstGeom prst="rect">
            <a:avLst/>
          </a:prstGeom>
          <a:noFill/>
        </p:spPr>
        <p:txBody>
          <a:bodyPr wrap="square" lIns="0" tIns="0" rIns="0" bIns="0">
            <a:spAutoFit/>
          </a:bodyPr>
          <a:lstStyle/>
          <a:p>
            <a:pPr>
              <a:spcBef>
                <a:spcPts val="1200"/>
              </a:spcBef>
              <a:defRPr/>
            </a:pPr>
            <a:r>
              <a:rPr lang="en-US" altLang="zh-CN" b="1" dirty="0">
                <a:solidFill>
                  <a:srgbClr val="65161C"/>
                </a:solidFill>
                <a:latin typeface="MiSans VF Bold" pitchFamily="2" charset="-122"/>
                <a:ea typeface="MiSans VF Bold" pitchFamily="2" charset="-122"/>
                <a:cs typeface="MiSans VF Bold" pitchFamily="2" charset="-122"/>
                <a:sym typeface="SimHei"/>
              </a:rPr>
              <a:t>Main</a:t>
            </a:r>
            <a:r>
              <a:rPr lang="zh-CN" altLang="en-US" b="1" dirty="0">
                <a:solidFill>
                  <a:srgbClr val="65161C"/>
                </a:solidFill>
                <a:latin typeface="MiSans VF Bold" pitchFamily="2" charset="-122"/>
                <a:ea typeface="MiSans VF Bold" pitchFamily="2" charset="-122"/>
                <a:cs typeface="MiSans VF Bold" pitchFamily="2" charset="-122"/>
                <a:sym typeface="SimHei"/>
              </a:rPr>
              <a:t> </a:t>
            </a:r>
          </a:p>
        </p:txBody>
      </p:sp>
      <p:sp>
        <p:nvSpPr>
          <p:cNvPr id="14" name="文本框 13">
            <a:extLst>
              <a:ext uri="{FF2B5EF4-FFF2-40B4-BE49-F238E27FC236}">
                <a16:creationId xmlns:a16="http://schemas.microsoft.com/office/drawing/2014/main" id="{BF81E6F3-0E2A-74FF-3C99-2CA51C29DD3B}"/>
              </a:ext>
            </a:extLst>
          </p:cNvPr>
          <p:cNvSpPr txBox="1"/>
          <p:nvPr/>
        </p:nvSpPr>
        <p:spPr>
          <a:xfrm rot="5400000">
            <a:off x="5299215"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rgbClr val="65161C"/>
                </a:solidFill>
                <a:latin typeface="MiSans VF Bold" pitchFamily="2" charset="-122"/>
                <a:ea typeface="MiSans VF Bold" pitchFamily="2" charset="-122"/>
                <a:cs typeface="MiSans VF Bold" pitchFamily="2" charset="-122"/>
                <a:sym typeface="SimHei"/>
              </a:rPr>
              <a:t>#E6414B</a:t>
            </a:r>
            <a:endParaRPr lang="zh-CN" altLang="en-US" sz="1200" b="1" dirty="0">
              <a:solidFill>
                <a:srgbClr val="65161C"/>
              </a:solidFill>
              <a:latin typeface="MiSans VF Bold" pitchFamily="2" charset="-122"/>
              <a:ea typeface="MiSans VF Bold" pitchFamily="2" charset="-122"/>
              <a:cs typeface="MiSans VF Bold" pitchFamily="2" charset="-122"/>
              <a:sym typeface="SimHei"/>
            </a:endParaRPr>
          </a:p>
        </p:txBody>
      </p:sp>
      <p:sp>
        <p:nvSpPr>
          <p:cNvPr id="21" name="文本框 20">
            <a:extLst>
              <a:ext uri="{FF2B5EF4-FFF2-40B4-BE49-F238E27FC236}">
                <a16:creationId xmlns:a16="http://schemas.microsoft.com/office/drawing/2014/main" id="{6C0DA45E-B964-17CB-578C-29297C237A0C}"/>
              </a:ext>
            </a:extLst>
          </p:cNvPr>
          <p:cNvSpPr txBox="1"/>
          <p:nvPr/>
        </p:nvSpPr>
        <p:spPr>
          <a:xfrm rot="5400000">
            <a:off x="7869421"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rgbClr val="E6414B"/>
                </a:solidFill>
                <a:latin typeface="MiSans VF Bold" pitchFamily="2" charset="-122"/>
                <a:ea typeface="MiSans VF Bold" pitchFamily="2" charset="-122"/>
                <a:cs typeface="MiSans VF Bold" pitchFamily="2" charset="-122"/>
                <a:sym typeface="SimHei"/>
              </a:rPr>
              <a:t>#65161C</a:t>
            </a:r>
            <a:endParaRPr lang="zh-CN" altLang="en-US" sz="1200" b="1" dirty="0">
              <a:solidFill>
                <a:srgbClr val="E6414B"/>
              </a:solidFill>
              <a:latin typeface="MiSans VF Bold" pitchFamily="2" charset="-122"/>
              <a:ea typeface="MiSans VF Bold" pitchFamily="2" charset="-122"/>
              <a:cs typeface="MiSans VF Bold" pitchFamily="2" charset="-122"/>
              <a:sym typeface="SimHei"/>
            </a:endParaRPr>
          </a:p>
        </p:txBody>
      </p:sp>
      <p:sp>
        <p:nvSpPr>
          <p:cNvPr id="23" name="文本框 22">
            <a:extLst>
              <a:ext uri="{FF2B5EF4-FFF2-40B4-BE49-F238E27FC236}">
                <a16:creationId xmlns:a16="http://schemas.microsoft.com/office/drawing/2014/main" id="{3707B0C3-F59D-A81A-28C9-1F05ED11F0AD}"/>
              </a:ext>
            </a:extLst>
          </p:cNvPr>
          <p:cNvSpPr txBox="1"/>
          <p:nvPr/>
        </p:nvSpPr>
        <p:spPr>
          <a:xfrm rot="5400000">
            <a:off x="9043313"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rPr>
              <a:t>#FFFFFF</a:t>
            </a:r>
            <a:endParaRPr lang="zh-CN" altLang="en-US" sz="1200" b="1" dirty="0">
              <a:solidFill>
                <a:schemeClr val="tx1">
                  <a:lumMod val="85000"/>
                  <a:lumOff val="15000"/>
                </a:schemeClr>
              </a:solidFill>
              <a:latin typeface="MiSans VF Bold" pitchFamily="2" charset="-122"/>
              <a:ea typeface="MiSans VF Bold" pitchFamily="2" charset="-122"/>
              <a:cs typeface="MiSans VF Bold" pitchFamily="2" charset="-122"/>
              <a:sym typeface="SimHei"/>
            </a:endParaRPr>
          </a:p>
        </p:txBody>
      </p:sp>
      <p:sp>
        <p:nvSpPr>
          <p:cNvPr id="26" name="文本框 25">
            <a:extLst>
              <a:ext uri="{FF2B5EF4-FFF2-40B4-BE49-F238E27FC236}">
                <a16:creationId xmlns:a16="http://schemas.microsoft.com/office/drawing/2014/main" id="{B414ECF8-7792-AC2B-573C-DD04A023D7D0}"/>
              </a:ext>
            </a:extLst>
          </p:cNvPr>
          <p:cNvSpPr txBox="1"/>
          <p:nvPr/>
        </p:nvSpPr>
        <p:spPr>
          <a:xfrm rot="5400000">
            <a:off x="10241918" y="4945204"/>
            <a:ext cx="1224216" cy="184666"/>
          </a:xfrm>
          <a:prstGeom prst="rect">
            <a:avLst/>
          </a:prstGeom>
          <a:noFill/>
        </p:spPr>
        <p:txBody>
          <a:bodyPr wrap="square" lIns="0" tIns="0" rIns="0" bIns="0">
            <a:spAutoFit/>
          </a:bodyPr>
          <a:lstStyle/>
          <a:p>
            <a:pPr algn="r">
              <a:spcBef>
                <a:spcPts val="1200"/>
              </a:spcBef>
              <a:defRPr/>
            </a:pPr>
            <a:r>
              <a:rPr lang="en-US" altLang="zh-CN" sz="1200" b="1" dirty="0">
                <a:solidFill>
                  <a:schemeClr val="bg1">
                    <a:lumMod val="85000"/>
                  </a:schemeClr>
                </a:solidFill>
                <a:latin typeface="MiSans VF Bold" pitchFamily="2" charset="-122"/>
                <a:ea typeface="MiSans VF Bold" pitchFamily="2" charset="-122"/>
                <a:cs typeface="MiSans VF Bold" pitchFamily="2" charset="-122"/>
                <a:sym typeface="SimHei"/>
              </a:rPr>
              <a:t>#070707</a:t>
            </a:r>
            <a:endParaRPr lang="zh-CN" altLang="en-US" sz="1200" b="1" dirty="0">
              <a:solidFill>
                <a:schemeClr val="bg1">
                  <a:lumMod val="85000"/>
                </a:schemeClr>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215102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C131D1-CEF3-C6AC-77B8-51C93F580F0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66E6DE7-1698-FFB8-55D8-8313DFF47BC8}"/>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E2E566B-2DCF-D9CE-3F74-038B7921F12E}"/>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84594C4-D31C-3573-2ABF-64BC65C497F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50746D6-595F-4313-FAFA-859B2355BAB2}"/>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741F07B2-3569-1089-5E88-C74C2B988BB1}"/>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F75E599-19AE-57C9-A21A-F83D181819BE}"/>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3EB6CDA3-C63F-7636-538D-A7229F9116B6}"/>
              </a:ext>
            </a:extLst>
          </p:cNvPr>
          <p:cNvSpPr/>
          <p:nvPr/>
        </p:nvSpPr>
        <p:spPr>
          <a:xfrm>
            <a:off x="524799" y="1206344"/>
            <a:ext cx="896754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337A9725-EACC-493F-9A7E-6A129FB43649}"/>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矩形 5">
            <a:extLst>
              <a:ext uri="{FF2B5EF4-FFF2-40B4-BE49-F238E27FC236}">
                <a16:creationId xmlns:a16="http://schemas.microsoft.com/office/drawing/2014/main" id="{8B15F8C7-B750-3801-7399-DDD6A770D482}"/>
              </a:ext>
            </a:extLst>
          </p:cNvPr>
          <p:cNvSpPr/>
          <p:nvPr/>
        </p:nvSpPr>
        <p:spPr>
          <a:xfrm>
            <a:off x="8014447" y="2057400"/>
            <a:ext cx="3652755" cy="3452677"/>
          </a:xfrm>
          <a:prstGeom prst="rect">
            <a:avLst/>
          </a:prstGeom>
          <a:pattFill prst="pct5">
            <a:fgClr>
              <a:srgbClr val="EAC8B3"/>
            </a:fgClr>
            <a:bgClr>
              <a:schemeClr val="bg1"/>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ADD1410D-EFB0-EB34-0433-302DA1D89F2E}"/>
              </a:ext>
            </a:extLst>
          </p:cNvPr>
          <p:cNvSpPr/>
          <p:nvPr/>
        </p:nvSpPr>
        <p:spPr>
          <a:xfrm>
            <a:off x="4269622" y="2057400"/>
            <a:ext cx="3652755" cy="3452677"/>
          </a:xfrm>
          <a:prstGeom prst="rect">
            <a:avLst/>
          </a:prstGeom>
          <a:pattFill prst="ltDnDiag">
            <a:fgClr>
              <a:srgbClr val="EAC8B3"/>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0D1FCB06-9CB1-B6B1-0709-5A4BD0CEDF67}"/>
              </a:ext>
            </a:extLst>
          </p:cNvPr>
          <p:cNvSpPr txBox="1"/>
          <p:nvPr/>
        </p:nvSpPr>
        <p:spPr>
          <a:xfrm>
            <a:off x="5112253" y="5745423"/>
            <a:ext cx="1967492" cy="307777"/>
          </a:xfrm>
          <a:prstGeom prst="rect">
            <a:avLst/>
          </a:prstGeom>
          <a:noFill/>
        </p:spPr>
        <p:txBody>
          <a:bodyPr wrap="square">
            <a:spAutoFit/>
          </a:bodyPr>
          <a:lstStyle/>
          <a:p>
            <a:pPr algn="ctr">
              <a:defRPr/>
            </a:pPr>
            <a:r>
              <a:rPr lang="en-US" altLang="zh-CN" b="1" dirty="0">
                <a:solidFill>
                  <a:srgbClr val="65161C"/>
                </a:solidFill>
                <a:latin typeface="MiSans VF Bold" pitchFamily="2" charset="-122"/>
                <a:ea typeface="MiSans VF Bold" pitchFamily="2" charset="-122"/>
                <a:cs typeface="MiSans VF Bold" pitchFamily="2" charset="-122"/>
                <a:sym typeface="SimHei"/>
              </a:rPr>
              <a:t>BEFORE</a:t>
            </a:r>
            <a:endParaRPr lang="en-US" altLang="zh-CN" sz="1400" b="1" u="none" strike="noStrike" dirty="0">
              <a:solidFill>
                <a:srgbClr val="65161C"/>
              </a:solidFill>
              <a:latin typeface="MiSans VF Bold" pitchFamily="2" charset="-122"/>
              <a:ea typeface="MiSans VF Bold" pitchFamily="2" charset="-122"/>
              <a:cs typeface="MiSans VF Bold" pitchFamily="2" charset="-122"/>
              <a:sym typeface="SimHei"/>
            </a:endParaRPr>
          </a:p>
        </p:txBody>
      </p:sp>
      <p:sp>
        <p:nvSpPr>
          <p:cNvPr id="18" name="文本框 17">
            <a:extLst>
              <a:ext uri="{FF2B5EF4-FFF2-40B4-BE49-F238E27FC236}">
                <a16:creationId xmlns:a16="http://schemas.microsoft.com/office/drawing/2014/main" id="{38EC7112-D435-C4E8-14BD-75E8181284D5}"/>
              </a:ext>
            </a:extLst>
          </p:cNvPr>
          <p:cNvSpPr txBox="1"/>
          <p:nvPr/>
        </p:nvSpPr>
        <p:spPr>
          <a:xfrm>
            <a:off x="8857078" y="5745423"/>
            <a:ext cx="1967492" cy="307777"/>
          </a:xfrm>
          <a:prstGeom prst="rect">
            <a:avLst/>
          </a:prstGeom>
          <a:noFill/>
        </p:spPr>
        <p:txBody>
          <a:bodyPr wrap="square">
            <a:spAutoFit/>
          </a:bodyPr>
          <a:lstStyle/>
          <a:p>
            <a:pPr algn="ctr">
              <a:defRPr/>
            </a:pPr>
            <a:r>
              <a:rPr lang="en-US" altLang="zh-CN" b="1" dirty="0">
                <a:solidFill>
                  <a:srgbClr val="65161C"/>
                </a:solidFill>
                <a:latin typeface="MiSans VF Bold" pitchFamily="2" charset="-122"/>
                <a:ea typeface="MiSans VF Bold" pitchFamily="2" charset="-122"/>
                <a:cs typeface="MiSans VF Bold" pitchFamily="2" charset="-122"/>
                <a:sym typeface="SimHei"/>
              </a:rPr>
              <a:t>AFTER</a:t>
            </a:r>
            <a:endParaRPr lang="en-US" altLang="zh-CN" sz="1400" b="1" u="none" strike="noStrike" dirty="0">
              <a:solidFill>
                <a:srgbClr val="65161C"/>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12717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D6815-DDDE-FF46-1809-95A8342C996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2242C6A9-7D11-BAB4-C775-B75CD7CB34FF}"/>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662F9D78-5FEF-04C7-ACEE-A92F01C0B415}"/>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810DBF2-2180-A20D-20E0-896979D2CB78}"/>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FD20307-69D0-90A3-251D-ACA36F7F26F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1623DD3-FF10-ED10-567C-5FACE7782D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373C66C3-97CD-C59C-CDA2-DFC438BF55AA}"/>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BRAND LOGO</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FEA1444A-81B7-F299-142D-8B593B4F3AFA}"/>
              </a:ext>
            </a:extLst>
          </p:cNvPr>
          <p:cNvSpPr/>
          <p:nvPr/>
        </p:nvSpPr>
        <p:spPr>
          <a:xfrm>
            <a:off x="524798" y="1206344"/>
            <a:ext cx="891608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品牌标志</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A68BC064-5630-1D3D-5EDE-D1E786DA649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15" name="矩形 14">
            <a:extLst>
              <a:ext uri="{FF2B5EF4-FFF2-40B4-BE49-F238E27FC236}">
                <a16:creationId xmlns:a16="http://schemas.microsoft.com/office/drawing/2014/main" id="{AAC17C26-2C03-BB91-EB60-212931B799CD}"/>
              </a:ext>
            </a:extLst>
          </p:cNvPr>
          <p:cNvSpPr/>
          <p:nvPr/>
        </p:nvSpPr>
        <p:spPr>
          <a:xfrm>
            <a:off x="5180993" y="2057400"/>
            <a:ext cx="6552291" cy="3452677"/>
          </a:xfrm>
          <a:prstGeom prst="rect">
            <a:avLst/>
          </a:prstGeom>
          <a:pattFill prst="ltDnDiag">
            <a:fgClr>
              <a:srgbClr val="EAC8B3"/>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文本框 15">
            <a:extLst>
              <a:ext uri="{FF2B5EF4-FFF2-40B4-BE49-F238E27FC236}">
                <a16:creationId xmlns:a16="http://schemas.microsoft.com/office/drawing/2014/main" id="{2E7CC49D-9245-6428-ACDE-E2CA9ED1F642}"/>
              </a:ext>
            </a:extLst>
          </p:cNvPr>
          <p:cNvSpPr txBox="1"/>
          <p:nvPr/>
        </p:nvSpPr>
        <p:spPr>
          <a:xfrm>
            <a:off x="7473392" y="5745423"/>
            <a:ext cx="1967492" cy="307777"/>
          </a:xfrm>
          <a:prstGeom prst="rect">
            <a:avLst/>
          </a:prstGeom>
          <a:noFill/>
        </p:spPr>
        <p:txBody>
          <a:bodyPr wrap="square">
            <a:spAutoFit/>
          </a:bodyPr>
          <a:lstStyle/>
          <a:p>
            <a:pPr algn="ctr">
              <a:defRPr/>
            </a:pPr>
            <a:r>
              <a:rPr lang="en-US" altLang="zh-CN" b="1" dirty="0">
                <a:solidFill>
                  <a:srgbClr val="65161C"/>
                </a:solidFill>
                <a:latin typeface="MiSans VF Bold" pitchFamily="2" charset="-122"/>
                <a:ea typeface="MiSans VF Bold" pitchFamily="2" charset="-122"/>
                <a:cs typeface="MiSans VF Bold" pitchFamily="2" charset="-122"/>
                <a:sym typeface="SimHei"/>
              </a:rPr>
              <a:t>BRAND</a:t>
            </a:r>
            <a:r>
              <a:rPr lang="zh-CN" altLang="en-US" b="1" dirty="0">
                <a:solidFill>
                  <a:srgbClr val="65161C"/>
                </a:solidFill>
                <a:latin typeface="MiSans VF Bold" pitchFamily="2" charset="-122"/>
                <a:ea typeface="MiSans VF Bold" pitchFamily="2" charset="-122"/>
                <a:cs typeface="MiSans VF Bold" pitchFamily="2" charset="-122"/>
                <a:sym typeface="SimHei"/>
              </a:rPr>
              <a:t> </a:t>
            </a:r>
            <a:r>
              <a:rPr lang="en-US" altLang="zh-CN" b="1" dirty="0">
                <a:solidFill>
                  <a:srgbClr val="65161C"/>
                </a:solidFill>
                <a:latin typeface="MiSans VF Bold" pitchFamily="2" charset="-122"/>
                <a:ea typeface="MiSans VF Bold" pitchFamily="2" charset="-122"/>
                <a:cs typeface="MiSans VF Bold" pitchFamily="2" charset="-122"/>
                <a:sym typeface="SimHei"/>
              </a:rPr>
              <a:t>LOGO</a:t>
            </a:r>
            <a:endParaRPr lang="en-US" altLang="zh-CN" sz="1400" b="1" u="none" strike="noStrike" dirty="0">
              <a:solidFill>
                <a:srgbClr val="65161C"/>
              </a:solidFill>
              <a:latin typeface="MiSans VF Bold" pitchFamily="2" charset="-122"/>
              <a:ea typeface="MiSans VF Bold" pitchFamily="2" charset="-122"/>
              <a:cs typeface="MiSans VF Bold" pitchFamily="2" charset="-122"/>
              <a:sym typeface="SimHei"/>
            </a:endParaRPr>
          </a:p>
        </p:txBody>
      </p:sp>
    </p:spTree>
    <p:extLst>
      <p:ext uri="{BB962C8B-B14F-4D97-AF65-F5344CB8AC3E}">
        <p14:creationId xmlns:p14="http://schemas.microsoft.com/office/powerpoint/2010/main" val="24033328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5D1BDB-50D1-598D-5CBC-C7F28A2F0ED7}"/>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96EBE4BF-D6E8-071B-A0D5-AAE1B363E7E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F7C4F4-58AA-847E-3DCC-D467195FC72F}"/>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EBAD1B9-2C99-5A88-06E8-C1ECA1189455}"/>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4EC9550B-FCE4-244F-3506-15373811894F}"/>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01CD8B-952A-2949-1D71-C755253B5DD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BC460A70-9F17-D6EE-663D-F1DB78020284}"/>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1BA5FBA-5836-5D8A-C33E-421550FF18BA}"/>
              </a:ext>
            </a:extLst>
          </p:cNvPr>
          <p:cNvSpPr/>
          <p:nvPr/>
        </p:nvSpPr>
        <p:spPr>
          <a:xfrm>
            <a:off x="524799" y="1206344"/>
            <a:ext cx="9240994"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8A149F76-CC94-F809-65B6-D65EF3ADEC8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a:t>
            </a:r>
            <a:r>
              <a:rPr lang="zh-CN" altLang="en-US" sz="1200" dirty="0">
                <a:solidFill>
                  <a:srgbClr val="65161C"/>
                </a:solidFill>
                <a:latin typeface="MiSans VF Light" pitchFamily="2" charset="-122"/>
                <a:ea typeface="MiSans VF Light" pitchFamily="2" charset="-122"/>
                <a:cs typeface="MiSans VF Light" pitchFamily="2" charset="-122"/>
                <a:sym typeface="SimHei"/>
              </a:rPr>
              <a:t>段</a:t>
            </a: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3168CB0C-175F-A154-C10F-DC6100BF7811}"/>
              </a:ext>
            </a:extLst>
          </p:cNvPr>
          <p:cNvGraphicFramePr/>
          <p:nvPr>
            <p:extLst>
              <p:ext uri="{D42A27DB-BD31-4B8C-83A1-F6EECF244321}">
                <p14:modId xmlns:p14="http://schemas.microsoft.com/office/powerpoint/2010/main" val="3977889758"/>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7858011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414B"/>
        </a:solidFill>
        <a:effectLst/>
      </p:bgPr>
    </p:bg>
    <p:spTree>
      <p:nvGrpSpPr>
        <p:cNvPr id="1" name="">
          <a:extLst>
            <a:ext uri="{FF2B5EF4-FFF2-40B4-BE49-F238E27FC236}">
              <a16:creationId xmlns:a16="http://schemas.microsoft.com/office/drawing/2014/main" id="{A212CB99-4CD3-B7C0-D0FF-2ADCD87CCB0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F96E250E-5D02-34BD-9AC5-3E06ACBDCF59}"/>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ED4DF19A-246E-507F-9405-7B6814BF47A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06F2A5F3-2749-AF9C-5AAF-439D9448C6F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ED63379F-3396-A36B-9520-BB0C1BED6BDD}"/>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FEF2E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807EA64E-1BCB-6D94-702D-53897CBE125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FEF2E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FEF2E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C4DEAFCA-42F4-470D-1383-2F8F2FD6F26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FEF2E8"/>
                </a:solidFill>
                <a:latin typeface="Didot" panose="02000503000000020003" pitchFamily="2" charset="-79"/>
                <a:ea typeface="MiSans VF Bold" pitchFamily="2" charset="-122"/>
                <a:cs typeface="Didot" panose="02000503000000020003" pitchFamily="2" charset="-79"/>
                <a:sym typeface="SimHei"/>
              </a:rPr>
              <a:t>DATA</a:t>
            </a:r>
            <a:endParaRPr lang="en-US" altLang="zh-CN" sz="1400" b="1" i="1" u="none" strike="noStrike" dirty="0">
              <a:solidFill>
                <a:srgbClr val="FEF2E8"/>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CC22604E-A468-41F3-72E3-DDA249189E72}"/>
              </a:ext>
            </a:extLst>
          </p:cNvPr>
          <p:cNvSpPr/>
          <p:nvPr/>
        </p:nvSpPr>
        <p:spPr>
          <a:xfrm>
            <a:off x="524799" y="1206344"/>
            <a:ext cx="999805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FEF2E8"/>
                </a:solidFill>
                <a:latin typeface="MiSans VF Bold" pitchFamily="2" charset="-122"/>
                <a:ea typeface="MiSans VF Bold" pitchFamily="2" charset="-122"/>
                <a:cs typeface="MiSans VF Bold" pitchFamily="2" charset="-122"/>
                <a:sym typeface="SimHei"/>
              </a:rPr>
              <a:t>品牌数据</a:t>
            </a:r>
            <a:endParaRPr lang="en-US" altLang="zh-CN" sz="4000" b="1" dirty="0">
              <a:solidFill>
                <a:srgbClr val="FEF2E8"/>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46946D-2DB9-28AF-D3CB-159D5B7DC4B1}"/>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阐述品牌文字的使用规则</a:t>
            </a:r>
            <a:endParaRPr lang="en-US" altLang="zh-CN" sz="1200" dirty="0">
              <a:solidFill>
                <a:srgbClr val="FEF2E8">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a:t>
            </a:r>
          </a:p>
        </p:txBody>
      </p:sp>
      <p:graphicFrame>
        <p:nvGraphicFramePr>
          <p:cNvPr id="6" name="159">
            <a:extLst>
              <a:ext uri="{FF2B5EF4-FFF2-40B4-BE49-F238E27FC236}">
                <a16:creationId xmlns:a16="http://schemas.microsoft.com/office/drawing/2014/main" id="{10CBE41B-9271-DA42-65FD-E1B61008E72A}"/>
              </a:ext>
            </a:extLst>
          </p:cNvPr>
          <p:cNvGraphicFramePr/>
          <p:nvPr>
            <p:extLst>
              <p:ext uri="{D42A27DB-BD31-4B8C-83A1-F6EECF244321}">
                <p14:modId xmlns:p14="http://schemas.microsoft.com/office/powerpoint/2010/main" val="1520758124"/>
              </p:ext>
            </p:extLst>
          </p:nvPr>
        </p:nvGraphicFramePr>
        <p:xfrm>
          <a:off x="5016648" y="2319645"/>
          <a:ext cx="6716635" cy="3740148"/>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7776810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CDD0B-2C8A-3204-E7B2-78E89D7479F7}"/>
            </a:ext>
          </a:extLst>
        </p:cNvPr>
        <p:cNvGrpSpPr/>
        <p:nvPr/>
      </p:nvGrpSpPr>
      <p:grpSpPr>
        <a:xfrm>
          <a:off x="0" y="0"/>
          <a:ext cx="0" cy="0"/>
          <a:chOff x="0" y="0"/>
          <a:chExt cx="0" cy="0"/>
        </a:xfrm>
      </p:grpSpPr>
      <p:sp>
        <p:nvSpPr>
          <p:cNvPr id="5" name="矩形 4">
            <a:extLst>
              <a:ext uri="{FF2B5EF4-FFF2-40B4-BE49-F238E27FC236}">
                <a16:creationId xmlns:a16="http://schemas.microsoft.com/office/drawing/2014/main" id="{28F15D5D-E190-86CF-7F04-4946E0D118FC}"/>
              </a:ext>
            </a:extLst>
          </p:cNvPr>
          <p:cNvSpPr/>
          <p:nvPr/>
        </p:nvSpPr>
        <p:spPr>
          <a:xfrm>
            <a:off x="5317152" y="859393"/>
            <a:ext cx="3937973" cy="5436277"/>
          </a:xfrm>
          <a:prstGeom prst="rect">
            <a:avLst/>
          </a:prstGeom>
          <a:pattFill prst="ltDnDiag">
            <a:fgClr>
              <a:srgbClr val="E6414B"/>
            </a:fgClr>
            <a:bgClr>
              <a:srgbClr val="FEF2E8"/>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8" name="矩形 7">
            <a:extLst>
              <a:ext uri="{FF2B5EF4-FFF2-40B4-BE49-F238E27FC236}">
                <a16:creationId xmlns:a16="http://schemas.microsoft.com/office/drawing/2014/main" id="{FD661322-AF66-4326-140D-AA37725BA09F}"/>
              </a:ext>
            </a:extLst>
          </p:cNvPr>
          <p:cNvSpPr/>
          <p:nvPr/>
        </p:nvSpPr>
        <p:spPr>
          <a:xfrm>
            <a:off x="9277720" y="3245578"/>
            <a:ext cx="2455561" cy="3050091"/>
          </a:xfrm>
          <a:prstGeom prst="rect">
            <a:avLst/>
          </a:prstGeom>
          <a:pattFill prst="pct50">
            <a:fgClr>
              <a:srgbClr val="E6414B"/>
            </a:fgClr>
            <a:bgClr>
              <a:srgbClr val="FEF2E8"/>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0" name="矩形 9">
            <a:extLst>
              <a:ext uri="{FF2B5EF4-FFF2-40B4-BE49-F238E27FC236}">
                <a16:creationId xmlns:a16="http://schemas.microsoft.com/office/drawing/2014/main" id="{2898C475-FA7E-02CC-5B8B-1CA67926F489}"/>
              </a:ext>
            </a:extLst>
          </p:cNvPr>
          <p:cNvSpPr/>
          <p:nvPr/>
        </p:nvSpPr>
        <p:spPr>
          <a:xfrm>
            <a:off x="9277720" y="860529"/>
            <a:ext cx="2455561" cy="2358734"/>
          </a:xfrm>
          <a:prstGeom prst="rect">
            <a:avLst/>
          </a:prstGeom>
          <a:pattFill prst="pct70">
            <a:fgClr>
              <a:srgbClr val="E6414B"/>
            </a:fgClr>
            <a:bgClr>
              <a:srgbClr val="FEF2E8"/>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692C1DB-82C8-457C-1ED4-3348D0DD6853}"/>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370C5CA-193E-016B-9F02-EEC49C0E993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785CD770-9E67-216F-2BB7-64D90D4F570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55BE769-37EB-8D58-11C5-1FAC7ED35B64}"/>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5EE00B2-9194-2F8B-B691-BBED769A8B3A}"/>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24" name="AutoShape 5">
            <a:extLst>
              <a:ext uri="{FF2B5EF4-FFF2-40B4-BE49-F238E27FC236}">
                <a16:creationId xmlns:a16="http://schemas.microsoft.com/office/drawing/2014/main" id="{31BDD916-53D5-E344-4BE1-7448C8EAEDF6}"/>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品牌情绪板</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25" name="文本框 24">
            <a:extLst>
              <a:ext uri="{FF2B5EF4-FFF2-40B4-BE49-F238E27FC236}">
                <a16:creationId xmlns:a16="http://schemas.microsoft.com/office/drawing/2014/main" id="{128D8858-4D4A-22B9-717F-09A2C9426970}"/>
              </a:ext>
            </a:extLst>
          </p:cNvPr>
          <p:cNvSpPr txBox="1"/>
          <p:nvPr/>
        </p:nvSpPr>
        <p:spPr>
          <a:xfrm>
            <a:off x="524797" y="4189719"/>
            <a:ext cx="3077045" cy="1754326"/>
          </a:xfrm>
          <a:prstGeom prst="rect">
            <a:avLst/>
          </a:prstGeom>
          <a:noFill/>
        </p:spPr>
        <p:txBody>
          <a:bodyPr wrap="square" lIns="0" tIns="0" rIns="0" bIns="0" anchor="b">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阐述品牌图片调性的特征和规则</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1091663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93892-A73B-6E87-57A1-09EB8FDC4720}"/>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64D3EB5-73CA-258A-EDE0-71E72032B47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A40C6B6-642F-C96E-CDA3-CA89C74B5577}"/>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988C8751-F154-78CE-1062-20BDE91B624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6E597B1C-5874-906B-E443-282F76CB3A50}"/>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3CC782F3-14AB-200C-ECBB-7374DFA02616}"/>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6" name="矩形 5">
            <a:extLst>
              <a:ext uri="{FF2B5EF4-FFF2-40B4-BE49-F238E27FC236}">
                <a16:creationId xmlns:a16="http://schemas.microsoft.com/office/drawing/2014/main" id="{841D5EB1-1CF9-CF5F-353C-3313962A9F53}"/>
              </a:ext>
            </a:extLst>
          </p:cNvPr>
          <p:cNvSpPr/>
          <p:nvPr/>
        </p:nvSpPr>
        <p:spPr>
          <a:xfrm>
            <a:off x="524795" y="1069129"/>
            <a:ext cx="1962681" cy="4719741"/>
          </a:xfrm>
          <a:prstGeom prst="rect">
            <a:avLst/>
          </a:prstGeom>
          <a:solidFill>
            <a:srgbClr val="E6414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i="1" dirty="0">
                <a:solidFill>
                  <a:schemeClr val="bg1"/>
                </a:solidFill>
                <a:latin typeface="Didot" panose="02000503000000020003" pitchFamily="2" charset="-79"/>
                <a:ea typeface="MiSans VF Bold" pitchFamily="2" charset="-122"/>
                <a:cs typeface="Didot" panose="02000503000000020003" pitchFamily="2" charset="-79"/>
                <a:sym typeface="SimHei"/>
              </a:rPr>
              <a:t>MOOD BROAD</a:t>
            </a:r>
          </a:p>
        </p:txBody>
      </p:sp>
      <p:sp>
        <p:nvSpPr>
          <p:cNvPr id="8" name="矩形 7">
            <a:extLst>
              <a:ext uri="{FF2B5EF4-FFF2-40B4-BE49-F238E27FC236}">
                <a16:creationId xmlns:a16="http://schemas.microsoft.com/office/drawing/2014/main" id="{F1AF368C-3BFB-75D4-BA4F-0A5FD1EDC5FF}"/>
              </a:ext>
            </a:extLst>
          </p:cNvPr>
          <p:cNvSpPr/>
          <p:nvPr/>
        </p:nvSpPr>
        <p:spPr>
          <a:xfrm>
            <a:off x="2510071" y="1069129"/>
            <a:ext cx="6739946" cy="4719739"/>
          </a:xfrm>
          <a:prstGeom prst="rect">
            <a:avLst/>
          </a:prstGeom>
          <a:pattFill prst="ltDnDiag">
            <a:fgClr>
              <a:srgbClr val="E6414B"/>
            </a:fgClr>
            <a:bgClr>
              <a:srgbClr val="FEF2E8"/>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2" name="矩形 11">
            <a:extLst>
              <a:ext uri="{FF2B5EF4-FFF2-40B4-BE49-F238E27FC236}">
                <a16:creationId xmlns:a16="http://schemas.microsoft.com/office/drawing/2014/main" id="{474B7A90-A283-F12F-A3C4-C467B1FB9B62}"/>
              </a:ext>
            </a:extLst>
          </p:cNvPr>
          <p:cNvSpPr/>
          <p:nvPr/>
        </p:nvSpPr>
        <p:spPr>
          <a:xfrm>
            <a:off x="9272611" y="3455315"/>
            <a:ext cx="2455561" cy="2332420"/>
          </a:xfrm>
          <a:prstGeom prst="rect">
            <a:avLst/>
          </a:prstGeom>
          <a:pattFill prst="pct50">
            <a:fgClr>
              <a:srgbClr val="E6414B"/>
            </a:fgClr>
            <a:bgClr>
              <a:srgbClr val="FEF2E8"/>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3" name="矩形 12">
            <a:extLst>
              <a:ext uri="{FF2B5EF4-FFF2-40B4-BE49-F238E27FC236}">
                <a16:creationId xmlns:a16="http://schemas.microsoft.com/office/drawing/2014/main" id="{64CFE635-D8C8-9BDD-951C-5B1F49977D27}"/>
              </a:ext>
            </a:extLst>
          </p:cNvPr>
          <p:cNvSpPr/>
          <p:nvPr/>
        </p:nvSpPr>
        <p:spPr>
          <a:xfrm>
            <a:off x="9272611" y="1070265"/>
            <a:ext cx="2455561" cy="2358734"/>
          </a:xfrm>
          <a:prstGeom prst="rect">
            <a:avLst/>
          </a:prstGeom>
          <a:pattFill prst="pct70">
            <a:fgClr>
              <a:srgbClr val="E6414B"/>
            </a:fgClr>
            <a:bgClr>
              <a:srgbClr val="FEF2E8"/>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Tree>
    <p:extLst>
      <p:ext uri="{BB962C8B-B14F-4D97-AF65-F5344CB8AC3E}">
        <p14:creationId xmlns:p14="http://schemas.microsoft.com/office/powerpoint/2010/main" val="10019482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33E767-E071-1B3D-EC94-ACFA47081450}"/>
            </a:ext>
          </a:extLst>
        </p:cNvPr>
        <p:cNvGrpSpPr/>
        <p:nvPr/>
      </p:nvGrpSpPr>
      <p:grpSpPr>
        <a:xfrm>
          <a:off x="0" y="0"/>
          <a:ext cx="0" cy="0"/>
          <a:chOff x="0" y="0"/>
          <a:chExt cx="0" cy="0"/>
        </a:xfrm>
      </p:grpSpPr>
      <p:sp>
        <p:nvSpPr>
          <p:cNvPr id="21" name="矩形 20">
            <a:extLst>
              <a:ext uri="{FF2B5EF4-FFF2-40B4-BE49-F238E27FC236}">
                <a16:creationId xmlns:a16="http://schemas.microsoft.com/office/drawing/2014/main" id="{8EE2E1A1-ACC8-CB9E-F3EA-D8FE72676A0E}"/>
              </a:ext>
            </a:extLst>
          </p:cNvPr>
          <p:cNvSpPr/>
          <p:nvPr/>
        </p:nvSpPr>
        <p:spPr>
          <a:xfrm>
            <a:off x="6388447" y="2432835"/>
            <a:ext cx="5278738" cy="3452677"/>
          </a:xfrm>
          <a:prstGeom prst="rect">
            <a:avLst/>
          </a:prstGeom>
          <a:pattFill prst="ltDnDiag">
            <a:fgClr>
              <a:srgbClr val="EAC8B3"/>
            </a:fgClr>
            <a:bgClr>
              <a:srgbClr val="EEDFD3"/>
            </a:bgClr>
          </a:patt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grpSp>
        <p:nvGrpSpPr>
          <p:cNvPr id="2" name="组合 1">
            <a:extLst>
              <a:ext uri="{FF2B5EF4-FFF2-40B4-BE49-F238E27FC236}">
                <a16:creationId xmlns:a16="http://schemas.microsoft.com/office/drawing/2014/main" id="{C3074BD4-4DDE-D321-F1A9-EEF8FF1A07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B9905FF-442A-A874-54EB-EF8955B48884}"/>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4E0A8210-1F5D-A3C2-8882-FAAD17F19456}"/>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31A8279E-4031-98DF-4AE0-0FD294CB1063}"/>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1770C30-0C43-023C-43F7-CBBF6EB7E9F3}"/>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ECCDBCC-DA2E-2003-7153-CB77481A82CB}"/>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96F59E9-3AEC-AC0F-24B7-4432260900C8}"/>
              </a:ext>
            </a:extLst>
          </p:cNvPr>
          <p:cNvSpPr/>
          <p:nvPr/>
        </p:nvSpPr>
        <p:spPr>
          <a:xfrm>
            <a:off x="524799" y="1206344"/>
            <a:ext cx="966423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这是左图右文</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2B827151-4276-74C6-9148-F54B8FA729DD}"/>
              </a:ext>
            </a:extLst>
          </p:cNvPr>
          <p:cNvCxnSpPr>
            <a:cxnSpLocks/>
          </p:cNvCxnSpPr>
          <p:nvPr/>
        </p:nvCxnSpPr>
        <p:spPr>
          <a:xfrm>
            <a:off x="524799" y="2161018"/>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06CEF79B-BDA5-B5C4-FDCC-21292344526C}"/>
              </a:ext>
            </a:extLst>
          </p:cNvPr>
          <p:cNvCxnSpPr>
            <a:cxnSpLocks/>
          </p:cNvCxnSpPr>
          <p:nvPr/>
        </p:nvCxnSpPr>
        <p:spPr>
          <a:xfrm>
            <a:off x="6095999" y="2161018"/>
            <a:ext cx="0" cy="3724494"/>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A1DA29C7-D35A-DCF5-C758-3742317B3C92}"/>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2000" b="1" dirty="0">
                <a:solidFill>
                  <a:srgbClr val="65161C"/>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65161C"/>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6806E61F-5B4C-BBCF-690B-EACCC44F7FD3}"/>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159064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E12AE-0EA8-F8C1-F4F0-38E934224163}"/>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3F890906-BB05-30CE-337A-E9D823836F6C}"/>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46B4533D-693F-1837-6098-0B2EE742617C}"/>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23B8117A-13A8-22A6-D341-48851B822CEC}"/>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DE6425EF-CDBC-EE20-1F44-BAEB1A66FCEA}"/>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AD93118-9303-D9C6-39BE-9956F2ED5257}"/>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74CF4676-5A90-55DC-9417-EF590B90CA45}"/>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9EC7B1DA-A98F-5E8D-F69E-601169067851}"/>
              </a:ext>
            </a:extLst>
          </p:cNvPr>
          <p:cNvSpPr/>
          <p:nvPr/>
        </p:nvSpPr>
        <p:spPr>
          <a:xfrm>
            <a:off x="524798" y="1206344"/>
            <a:ext cx="995451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这是多列文案</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9924D6C9-8791-DDCF-33C8-4558BEBDD1EA}"/>
              </a:ext>
            </a:extLst>
          </p:cNvPr>
          <p:cNvCxnSpPr>
            <a:cxnSpLocks/>
          </p:cNvCxnSpPr>
          <p:nvPr/>
        </p:nvCxnSpPr>
        <p:spPr>
          <a:xfrm>
            <a:off x="524799" y="2745218"/>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56A45598-23A6-64EC-1063-D38953D32EBC}"/>
              </a:ext>
            </a:extLst>
          </p:cNvPr>
          <p:cNvSpPr txBox="1"/>
          <p:nvPr/>
        </p:nvSpPr>
        <p:spPr>
          <a:xfrm>
            <a:off x="524798" y="1947920"/>
            <a:ext cx="406315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sp>
        <p:nvSpPr>
          <p:cNvPr id="11" name="文本框 10">
            <a:extLst>
              <a:ext uri="{FF2B5EF4-FFF2-40B4-BE49-F238E27FC236}">
                <a16:creationId xmlns:a16="http://schemas.microsoft.com/office/drawing/2014/main" id="{C3C8E45D-16B3-AEFF-A3CB-723371511427}"/>
              </a:ext>
            </a:extLst>
          </p:cNvPr>
          <p:cNvSpPr txBox="1"/>
          <p:nvPr/>
        </p:nvSpPr>
        <p:spPr>
          <a:xfrm>
            <a:off x="6551685" y="3011016"/>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18" name="直线连接符 17">
            <a:extLst>
              <a:ext uri="{FF2B5EF4-FFF2-40B4-BE49-F238E27FC236}">
                <a16:creationId xmlns:a16="http://schemas.microsoft.com/office/drawing/2014/main" id="{3E5AF4B3-2FB2-CCFC-4E31-F169C265A7DC}"/>
              </a:ext>
            </a:extLst>
          </p:cNvPr>
          <p:cNvCxnSpPr>
            <a:cxnSpLocks/>
          </p:cNvCxnSpPr>
          <p:nvPr/>
        </p:nvCxnSpPr>
        <p:spPr>
          <a:xfrm>
            <a:off x="524799" y="3830812"/>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B466604A-F16C-B39E-5506-43441CA572BF}"/>
              </a:ext>
            </a:extLst>
          </p:cNvPr>
          <p:cNvSpPr txBox="1"/>
          <p:nvPr/>
        </p:nvSpPr>
        <p:spPr>
          <a:xfrm>
            <a:off x="6551685" y="4096610"/>
            <a:ext cx="4270228"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a:t>
            </a:r>
          </a:p>
        </p:txBody>
      </p:sp>
      <p:cxnSp>
        <p:nvCxnSpPr>
          <p:cNvPr id="22" name="直线连接符 21">
            <a:extLst>
              <a:ext uri="{FF2B5EF4-FFF2-40B4-BE49-F238E27FC236}">
                <a16:creationId xmlns:a16="http://schemas.microsoft.com/office/drawing/2014/main" id="{6151BAC6-7978-EF1F-C1DE-1348AB8DC537}"/>
              </a:ext>
            </a:extLst>
          </p:cNvPr>
          <p:cNvCxnSpPr>
            <a:cxnSpLocks/>
          </p:cNvCxnSpPr>
          <p:nvPr/>
        </p:nvCxnSpPr>
        <p:spPr>
          <a:xfrm>
            <a:off x="524799" y="4916406"/>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C672AE45-47FA-F032-9CB4-A761956DC8BC}"/>
              </a:ext>
            </a:extLst>
          </p:cNvPr>
          <p:cNvSpPr txBox="1"/>
          <p:nvPr/>
        </p:nvSpPr>
        <p:spPr>
          <a:xfrm>
            <a:off x="6551685" y="5182204"/>
            <a:ext cx="4270228" cy="369332"/>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a:t>
            </a:r>
          </a:p>
        </p:txBody>
      </p:sp>
      <p:cxnSp>
        <p:nvCxnSpPr>
          <p:cNvPr id="24" name="直线连接符 23">
            <a:extLst>
              <a:ext uri="{FF2B5EF4-FFF2-40B4-BE49-F238E27FC236}">
                <a16:creationId xmlns:a16="http://schemas.microsoft.com/office/drawing/2014/main" id="{1FFAEC80-9FDC-34F1-957F-F9DB0D69B1C0}"/>
              </a:ext>
            </a:extLst>
          </p:cNvPr>
          <p:cNvCxnSpPr>
            <a:cxnSpLocks/>
          </p:cNvCxnSpPr>
          <p:nvPr/>
        </p:nvCxnSpPr>
        <p:spPr>
          <a:xfrm>
            <a:off x="524799" y="6002002"/>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5" name="AutoShape 5">
            <a:extLst>
              <a:ext uri="{FF2B5EF4-FFF2-40B4-BE49-F238E27FC236}">
                <a16:creationId xmlns:a16="http://schemas.microsoft.com/office/drawing/2014/main" id="{A360189E-AA9D-7903-705B-2EC8CEBA4365}"/>
              </a:ext>
            </a:extLst>
          </p:cNvPr>
          <p:cNvSpPr/>
          <p:nvPr/>
        </p:nvSpPr>
        <p:spPr>
          <a:xfrm>
            <a:off x="524799" y="3009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65161C"/>
                </a:solidFill>
                <a:latin typeface="MiSans VF Light" pitchFamily="2" charset="-122"/>
                <a:ea typeface="MiSans VF Light" pitchFamily="2" charset="-122"/>
                <a:cs typeface="MiSans VF Light" pitchFamily="2" charset="-122"/>
                <a:sym typeface="SimHei"/>
              </a:rPr>
              <a:t>70%</a:t>
            </a:r>
          </a:p>
        </p:txBody>
      </p:sp>
      <p:sp>
        <p:nvSpPr>
          <p:cNvPr id="26" name="AutoShape 5">
            <a:extLst>
              <a:ext uri="{FF2B5EF4-FFF2-40B4-BE49-F238E27FC236}">
                <a16:creationId xmlns:a16="http://schemas.microsoft.com/office/drawing/2014/main" id="{D8E9F804-4A86-2846-E410-3D0E400412A4}"/>
              </a:ext>
            </a:extLst>
          </p:cNvPr>
          <p:cNvSpPr/>
          <p:nvPr/>
        </p:nvSpPr>
        <p:spPr>
          <a:xfrm>
            <a:off x="524799" y="40892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65161C"/>
                </a:solidFill>
                <a:latin typeface="MiSans VF Light" pitchFamily="2" charset="-122"/>
                <a:ea typeface="MiSans VF Light" pitchFamily="2" charset="-122"/>
                <a:cs typeface="MiSans VF Light" pitchFamily="2" charset="-122"/>
                <a:sym typeface="SimHei"/>
              </a:rPr>
              <a:t>21%</a:t>
            </a:r>
          </a:p>
        </p:txBody>
      </p:sp>
      <p:sp>
        <p:nvSpPr>
          <p:cNvPr id="27" name="AutoShape 5">
            <a:extLst>
              <a:ext uri="{FF2B5EF4-FFF2-40B4-BE49-F238E27FC236}">
                <a16:creationId xmlns:a16="http://schemas.microsoft.com/office/drawing/2014/main" id="{BECCACB3-9CA0-1C2F-2423-9610120F2163}"/>
              </a:ext>
            </a:extLst>
          </p:cNvPr>
          <p:cNvSpPr/>
          <p:nvPr/>
        </p:nvSpPr>
        <p:spPr>
          <a:xfrm>
            <a:off x="524799" y="5168744"/>
            <a:ext cx="33995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4000" dirty="0">
                <a:solidFill>
                  <a:srgbClr val="65161C"/>
                </a:solidFill>
                <a:latin typeface="MiSans VF Light" pitchFamily="2" charset="-122"/>
                <a:ea typeface="MiSans VF Light" pitchFamily="2" charset="-122"/>
                <a:cs typeface="MiSans VF Light" pitchFamily="2" charset="-122"/>
                <a:sym typeface="SimHei"/>
              </a:rPr>
              <a:t>9%</a:t>
            </a:r>
          </a:p>
        </p:txBody>
      </p:sp>
    </p:spTree>
    <p:extLst>
      <p:ext uri="{BB962C8B-B14F-4D97-AF65-F5344CB8AC3E}">
        <p14:creationId xmlns:p14="http://schemas.microsoft.com/office/powerpoint/2010/main" val="22375834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A493-D4D4-BA7C-9EF5-CBA02C07CE5F}"/>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8A41E306-154D-527E-75B7-E8FE9A85360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C815537D-1DE4-155A-2011-A0FDBBBAA812}"/>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DC75A01C-84B6-8B63-7CC6-3EE854D8EF34}"/>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7EBBE0B-DF58-A821-7E4A-E25559685687}"/>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ECC359C6-8164-0B1A-6644-BA774023302C}"/>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11E238D-D1D4-5150-AE1F-5643FA60D38F}"/>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8BCDF000-A689-F16B-ABD4-E16932003C63}"/>
              </a:ext>
            </a:extLst>
          </p:cNvPr>
          <p:cNvSpPr/>
          <p:nvPr/>
        </p:nvSpPr>
        <p:spPr>
          <a:xfrm>
            <a:off x="524798" y="1206344"/>
            <a:ext cx="9852915"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这是双行文案</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7CE159D0-A0D3-1F98-D1AF-3EAB019A48FC}"/>
              </a:ext>
            </a:extLst>
          </p:cNvPr>
          <p:cNvCxnSpPr>
            <a:cxnSpLocks/>
          </p:cNvCxnSpPr>
          <p:nvPr/>
        </p:nvCxnSpPr>
        <p:spPr>
          <a:xfrm>
            <a:off x="524799" y="2161018"/>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cxnSp>
        <p:nvCxnSpPr>
          <p:cNvPr id="13" name="直线连接符 12">
            <a:extLst>
              <a:ext uri="{FF2B5EF4-FFF2-40B4-BE49-F238E27FC236}">
                <a16:creationId xmlns:a16="http://schemas.microsoft.com/office/drawing/2014/main" id="{42B75E19-6845-6307-3F10-3A5031DBBFDD}"/>
              </a:ext>
            </a:extLst>
          </p:cNvPr>
          <p:cNvCxnSpPr>
            <a:cxnSpLocks/>
          </p:cNvCxnSpPr>
          <p:nvPr/>
        </p:nvCxnSpPr>
        <p:spPr>
          <a:xfrm>
            <a:off x="6095999" y="2161018"/>
            <a:ext cx="0" cy="3724494"/>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2D4F0C6A-AC9B-CAE5-4AFD-26D40359BB83}"/>
              </a:ext>
            </a:extLst>
          </p:cNvPr>
          <p:cNvSpPr/>
          <p:nvPr/>
        </p:nvSpPr>
        <p:spPr>
          <a:xfrm>
            <a:off x="524799"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5161C"/>
                </a:solidFill>
                <a:latin typeface="MiSans VF Bold" pitchFamily="2" charset="-122"/>
                <a:ea typeface="MiSans VF Bold" pitchFamily="2" charset="-122"/>
                <a:cs typeface="MiSans VF Bold" pitchFamily="2" charset="-122"/>
                <a:sym typeface="SimHei"/>
              </a:rPr>
              <a:t>01</a:t>
            </a:r>
            <a:r>
              <a:rPr lang="zh-CN" altLang="en-US" sz="2000" b="1" dirty="0">
                <a:solidFill>
                  <a:srgbClr val="65161C"/>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65161C"/>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4F06F506-B1BE-AF99-76FE-2C9D4BBC3FCE}"/>
              </a:ext>
            </a:extLst>
          </p:cNvPr>
          <p:cNvSpPr/>
          <p:nvPr/>
        </p:nvSpPr>
        <p:spPr>
          <a:xfrm>
            <a:off x="6528693" y="2532397"/>
            <a:ext cx="4495436" cy="307777"/>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5161C"/>
                </a:solidFill>
                <a:latin typeface="MiSans VF Bold" pitchFamily="2" charset="-122"/>
                <a:ea typeface="MiSans VF Bold" pitchFamily="2" charset="-122"/>
                <a:cs typeface="MiSans VF Bold" pitchFamily="2" charset="-122"/>
                <a:sym typeface="SimHei"/>
              </a:rPr>
              <a:t>02</a:t>
            </a:r>
            <a:r>
              <a:rPr lang="zh-CN" altLang="en-US" sz="2000" b="1" dirty="0">
                <a:solidFill>
                  <a:srgbClr val="65161C"/>
                </a:solidFill>
                <a:latin typeface="MiSans VF Bold" pitchFamily="2" charset="-122"/>
                <a:ea typeface="MiSans VF Bold" pitchFamily="2" charset="-122"/>
                <a:cs typeface="MiSans VF Bold" pitchFamily="2" charset="-122"/>
                <a:sym typeface="SimHei"/>
              </a:rPr>
              <a:t> 这是小标题</a:t>
            </a:r>
            <a:endParaRPr lang="en-US" altLang="zh-CN" sz="2000" b="1" dirty="0">
              <a:solidFill>
                <a:srgbClr val="65161C"/>
              </a:solidFill>
              <a:latin typeface="MiSans VF Bold" pitchFamily="2" charset="-122"/>
              <a:ea typeface="MiSans VF Bold" pitchFamily="2" charset="-122"/>
              <a:cs typeface="MiSans VF Bold" pitchFamily="2" charset="-122"/>
              <a:sym typeface="SimHei"/>
            </a:endParaRPr>
          </a:p>
        </p:txBody>
      </p:sp>
      <p:sp>
        <p:nvSpPr>
          <p:cNvPr id="8" name="文本框 7">
            <a:extLst>
              <a:ext uri="{FF2B5EF4-FFF2-40B4-BE49-F238E27FC236}">
                <a16:creationId xmlns:a16="http://schemas.microsoft.com/office/drawing/2014/main" id="{B1519D09-3379-076C-C724-554FCA263C32}"/>
              </a:ext>
            </a:extLst>
          </p:cNvPr>
          <p:cNvSpPr txBox="1"/>
          <p:nvPr/>
        </p:nvSpPr>
        <p:spPr>
          <a:xfrm>
            <a:off x="524798" y="3211552"/>
            <a:ext cx="5115516" cy="1754326"/>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6" name="文本框 5">
            <a:extLst>
              <a:ext uri="{FF2B5EF4-FFF2-40B4-BE49-F238E27FC236}">
                <a16:creationId xmlns:a16="http://schemas.microsoft.com/office/drawing/2014/main" id="{FB95ECA7-900C-F05F-6454-FBF4C1D684F5}"/>
              </a:ext>
            </a:extLst>
          </p:cNvPr>
          <p:cNvSpPr txBox="1"/>
          <p:nvPr/>
        </p:nvSpPr>
        <p:spPr>
          <a:xfrm>
            <a:off x="6528694" y="3211552"/>
            <a:ext cx="5138506" cy="2277547"/>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a:t>
            </a: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3716774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3FD81-8C4D-2E7A-B231-A433E92FE4EB}"/>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7D63899F-5C54-FD04-94AF-6999C7CD855A}"/>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0B45113C-1566-FDE9-613D-214C865A1D29}"/>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88F2E0EC-721C-71DD-5190-8DEC134CAD8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F08E4B21-7C93-2670-1912-95617392948E}"/>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9600106A-81AF-CEAF-641E-615798D9A850}"/>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078B7436-6CA5-048B-9877-46C9D6AD4382}"/>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75E1536-6255-3D13-4B36-FE80B00A6C17}"/>
              </a:ext>
            </a:extLst>
          </p:cNvPr>
          <p:cNvSpPr/>
          <p:nvPr/>
        </p:nvSpPr>
        <p:spPr>
          <a:xfrm>
            <a:off x="524798" y="1206344"/>
            <a:ext cx="9838401"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这是三列文案</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cxnSp>
        <p:nvCxnSpPr>
          <p:cNvPr id="10" name="直线连接符 9">
            <a:extLst>
              <a:ext uri="{FF2B5EF4-FFF2-40B4-BE49-F238E27FC236}">
                <a16:creationId xmlns:a16="http://schemas.microsoft.com/office/drawing/2014/main" id="{6FE85158-B01B-8264-40A9-EA1FDF9EEF7C}"/>
              </a:ext>
            </a:extLst>
          </p:cNvPr>
          <p:cNvCxnSpPr>
            <a:cxnSpLocks/>
          </p:cNvCxnSpPr>
          <p:nvPr/>
        </p:nvCxnSpPr>
        <p:spPr>
          <a:xfrm>
            <a:off x="524799" y="2161018"/>
            <a:ext cx="11208485" cy="0"/>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3F4501C-1623-7C4B-5C58-44ED212D5E54}"/>
              </a:ext>
            </a:extLst>
          </p:cNvPr>
          <p:cNvSpPr txBox="1"/>
          <p:nvPr/>
        </p:nvSpPr>
        <p:spPr>
          <a:xfrm>
            <a:off x="514208" y="3519328"/>
            <a:ext cx="2788738" cy="1077218"/>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p>
        </p:txBody>
      </p:sp>
      <p:cxnSp>
        <p:nvCxnSpPr>
          <p:cNvPr id="13" name="直线连接符 12">
            <a:extLst>
              <a:ext uri="{FF2B5EF4-FFF2-40B4-BE49-F238E27FC236}">
                <a16:creationId xmlns:a16="http://schemas.microsoft.com/office/drawing/2014/main" id="{5CE4FFE3-0CA0-2F90-2BAD-14975E70E198}"/>
              </a:ext>
            </a:extLst>
          </p:cNvPr>
          <p:cNvCxnSpPr>
            <a:cxnSpLocks/>
          </p:cNvCxnSpPr>
          <p:nvPr/>
        </p:nvCxnSpPr>
        <p:spPr>
          <a:xfrm>
            <a:off x="4270690" y="2161018"/>
            <a:ext cx="0" cy="3724494"/>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cxnSp>
        <p:nvCxnSpPr>
          <p:cNvPr id="12" name="直线连接符 11">
            <a:extLst>
              <a:ext uri="{FF2B5EF4-FFF2-40B4-BE49-F238E27FC236}">
                <a16:creationId xmlns:a16="http://schemas.microsoft.com/office/drawing/2014/main" id="{D9E771F4-47D3-FFEF-715F-4E338730B102}"/>
              </a:ext>
            </a:extLst>
          </p:cNvPr>
          <p:cNvCxnSpPr>
            <a:cxnSpLocks/>
          </p:cNvCxnSpPr>
          <p:nvPr/>
        </p:nvCxnSpPr>
        <p:spPr>
          <a:xfrm>
            <a:off x="7998800" y="2161018"/>
            <a:ext cx="0" cy="3724494"/>
          </a:xfrm>
          <a:prstGeom prst="line">
            <a:avLst/>
          </a:prstGeom>
          <a:ln>
            <a:solidFill>
              <a:srgbClr val="655348">
                <a:alpha val="10000"/>
              </a:srgbClr>
            </a:solidFill>
          </a:ln>
        </p:spPr>
        <p:style>
          <a:lnRef idx="1">
            <a:schemeClr val="accent1"/>
          </a:lnRef>
          <a:fillRef idx="0">
            <a:schemeClr val="accent1"/>
          </a:fillRef>
          <a:effectRef idx="0">
            <a:schemeClr val="accent1"/>
          </a:effectRef>
          <a:fontRef idx="minor">
            <a:schemeClr val="tx1"/>
          </a:fontRef>
        </p:style>
      </p:cxnSp>
      <p:sp>
        <p:nvSpPr>
          <p:cNvPr id="20" name="AutoShape 5">
            <a:extLst>
              <a:ext uri="{FF2B5EF4-FFF2-40B4-BE49-F238E27FC236}">
                <a16:creationId xmlns:a16="http://schemas.microsoft.com/office/drawing/2014/main" id="{84BD9170-C567-7496-C3B6-F8F6B2332F7A}"/>
              </a:ext>
            </a:extLst>
          </p:cNvPr>
          <p:cNvSpPr/>
          <p:nvPr/>
        </p:nvSpPr>
        <p:spPr>
          <a:xfrm>
            <a:off x="514213" y="2532397"/>
            <a:ext cx="2788733"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5161C"/>
                </a:solidFill>
                <a:latin typeface="MiSans VF Bold" pitchFamily="2" charset="-122"/>
                <a:ea typeface="MiSans VF Bold" pitchFamily="2" charset="-122"/>
                <a:cs typeface="MiSans VF Bold" pitchFamily="2" charset="-122"/>
                <a:sym typeface="SimHei"/>
              </a:rPr>
              <a:t>01</a:t>
            </a:r>
          </a:p>
          <a:p>
            <a:pPr>
              <a:defRPr/>
            </a:pPr>
            <a:r>
              <a:rPr lang="zh-CN" altLang="en-US" sz="2000" b="1" dirty="0">
                <a:solidFill>
                  <a:srgbClr val="65161C"/>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65161C"/>
              </a:solidFill>
              <a:latin typeface="MiSans VF Bold" pitchFamily="2" charset="-122"/>
              <a:ea typeface="MiSans VF Bold" pitchFamily="2" charset="-122"/>
              <a:cs typeface="MiSans VF Bold" pitchFamily="2" charset="-122"/>
              <a:sym typeface="SimHei"/>
            </a:endParaRPr>
          </a:p>
        </p:txBody>
      </p:sp>
      <p:sp>
        <p:nvSpPr>
          <p:cNvPr id="11" name="AutoShape 5">
            <a:extLst>
              <a:ext uri="{FF2B5EF4-FFF2-40B4-BE49-F238E27FC236}">
                <a16:creationId xmlns:a16="http://schemas.microsoft.com/office/drawing/2014/main" id="{F4D53DE8-1CEB-53A0-B90A-2BB947781FBA}"/>
              </a:ext>
            </a:extLst>
          </p:cNvPr>
          <p:cNvSpPr/>
          <p:nvPr/>
        </p:nvSpPr>
        <p:spPr>
          <a:xfrm>
            <a:off x="4740376" y="2532397"/>
            <a:ext cx="2788738"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5161C"/>
                </a:solidFill>
                <a:latin typeface="MiSans VF Bold" pitchFamily="2" charset="-122"/>
                <a:ea typeface="MiSans VF Bold" pitchFamily="2" charset="-122"/>
                <a:cs typeface="MiSans VF Bold" pitchFamily="2" charset="-122"/>
                <a:sym typeface="SimHei"/>
              </a:rPr>
              <a:t>02</a:t>
            </a:r>
          </a:p>
          <a:p>
            <a:pPr>
              <a:defRPr/>
            </a:pPr>
            <a:r>
              <a:rPr lang="zh-CN" altLang="en-US" sz="2000" b="1" dirty="0">
                <a:solidFill>
                  <a:srgbClr val="65161C"/>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65161C"/>
              </a:solidFill>
              <a:latin typeface="MiSans VF Bold" pitchFamily="2" charset="-122"/>
              <a:ea typeface="MiSans VF Bold" pitchFamily="2" charset="-122"/>
              <a:cs typeface="MiSans VF Bold" pitchFamily="2" charset="-122"/>
              <a:sym typeface="SimHei"/>
            </a:endParaRPr>
          </a:p>
        </p:txBody>
      </p:sp>
      <p:sp>
        <p:nvSpPr>
          <p:cNvPr id="14" name="AutoShape 5">
            <a:extLst>
              <a:ext uri="{FF2B5EF4-FFF2-40B4-BE49-F238E27FC236}">
                <a16:creationId xmlns:a16="http://schemas.microsoft.com/office/drawing/2014/main" id="{5510F43E-1984-9D00-0F7E-643265755C74}"/>
              </a:ext>
            </a:extLst>
          </p:cNvPr>
          <p:cNvSpPr/>
          <p:nvPr/>
        </p:nvSpPr>
        <p:spPr>
          <a:xfrm>
            <a:off x="8582206" y="2532397"/>
            <a:ext cx="2839660"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en-US" altLang="zh-CN" sz="2000" b="1" dirty="0">
                <a:solidFill>
                  <a:srgbClr val="65161C"/>
                </a:solidFill>
                <a:latin typeface="MiSans VF Bold" pitchFamily="2" charset="-122"/>
                <a:ea typeface="MiSans VF Bold" pitchFamily="2" charset="-122"/>
                <a:cs typeface="MiSans VF Bold" pitchFamily="2" charset="-122"/>
                <a:sym typeface="SimHei"/>
              </a:rPr>
              <a:t>03</a:t>
            </a:r>
          </a:p>
          <a:p>
            <a:pPr>
              <a:defRPr/>
            </a:pPr>
            <a:r>
              <a:rPr lang="zh-CN" altLang="en-US" sz="2000" b="1" dirty="0">
                <a:solidFill>
                  <a:srgbClr val="65161C"/>
                </a:solidFill>
                <a:latin typeface="MiSans VF Bold" pitchFamily="2" charset="-122"/>
                <a:ea typeface="MiSans VF Bold" pitchFamily="2" charset="-122"/>
                <a:cs typeface="MiSans VF Bold" pitchFamily="2" charset="-122"/>
                <a:sym typeface="SimHei"/>
              </a:rPr>
              <a:t>这是小标题</a:t>
            </a:r>
            <a:endParaRPr lang="en-US" altLang="zh-CN" sz="2000" b="1" dirty="0">
              <a:solidFill>
                <a:srgbClr val="65161C"/>
              </a:solidFill>
              <a:latin typeface="MiSans VF Bold" pitchFamily="2" charset="-122"/>
              <a:ea typeface="MiSans VF Bold" pitchFamily="2" charset="-122"/>
              <a:cs typeface="MiSans VF Bold" pitchFamily="2" charset="-122"/>
              <a:sym typeface="SimHei"/>
            </a:endParaRPr>
          </a:p>
        </p:txBody>
      </p:sp>
      <p:sp>
        <p:nvSpPr>
          <p:cNvPr id="19" name="文本框 18">
            <a:extLst>
              <a:ext uri="{FF2B5EF4-FFF2-40B4-BE49-F238E27FC236}">
                <a16:creationId xmlns:a16="http://schemas.microsoft.com/office/drawing/2014/main" id="{ED537360-A3A8-496E-9593-6C78A2CFB9C6}"/>
              </a:ext>
            </a:extLst>
          </p:cNvPr>
          <p:cNvSpPr txBox="1"/>
          <p:nvPr/>
        </p:nvSpPr>
        <p:spPr>
          <a:xfrm>
            <a:off x="4740375"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
        <p:nvSpPr>
          <p:cNvPr id="21" name="文本框 20">
            <a:extLst>
              <a:ext uri="{FF2B5EF4-FFF2-40B4-BE49-F238E27FC236}">
                <a16:creationId xmlns:a16="http://schemas.microsoft.com/office/drawing/2014/main" id="{D6726CE7-5603-E0C2-752E-9527D88E0FAF}"/>
              </a:ext>
            </a:extLst>
          </p:cNvPr>
          <p:cNvSpPr txBox="1"/>
          <p:nvPr/>
        </p:nvSpPr>
        <p:spPr>
          <a:xfrm>
            <a:off x="8633128" y="3519328"/>
            <a:ext cx="2788738" cy="1415772"/>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阐述品牌标志更新的设计理念</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这里是一段文案，这里是一段文案这里是一段文案这里是一段文案。这里是一段文案，这里是一段文案这里是一段文案这里是一段文案。</a:t>
            </a:r>
            <a:endParaRPr lang="en-US" altLang="zh-CN" sz="1200" dirty="0">
              <a:solidFill>
                <a:srgbClr val="65161C">
                  <a:alpha val="80000"/>
                </a:srgbClr>
              </a:solidFill>
              <a:latin typeface="MiSans VF Light" pitchFamily="2" charset="-122"/>
              <a:ea typeface="MiSans VF Light" pitchFamily="2" charset="-122"/>
              <a:cs typeface="MiSans VF Light" pitchFamily="2" charset="-122"/>
              <a:sym typeface="SimHei"/>
            </a:endParaRPr>
          </a:p>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a:t>
            </a:r>
          </a:p>
        </p:txBody>
      </p:sp>
    </p:spTree>
    <p:extLst>
      <p:ext uri="{BB962C8B-B14F-4D97-AF65-F5344CB8AC3E}">
        <p14:creationId xmlns:p14="http://schemas.microsoft.com/office/powerpoint/2010/main" val="22302499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56D42-03E7-1A8B-E125-C51771EBD336}"/>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C622ECD-500A-0C92-D1CE-930651CD7945}"/>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131AEA49-1E70-E022-B818-12E045065410}"/>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BRAND</a:t>
              </a:r>
              <a:r>
                <a:rPr lang="zh-CN" altLang="en-US" sz="800" dirty="0">
                  <a:solidFill>
                    <a:srgbClr val="655348">
                      <a:alpha val="50000"/>
                    </a:srgbClr>
                  </a:solidFill>
                  <a:latin typeface="MiSans VF Light" pitchFamily="2" charset="-122"/>
                  <a:ea typeface="MiSans VF Light" pitchFamily="2" charset="-122"/>
                  <a:cs typeface="MiSans VF Light" pitchFamily="2" charset="-122"/>
                  <a:sym typeface="JetBrains Mono"/>
                </a:rPr>
                <a:t> </a:t>
              </a: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IDENTITY</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4" name="AutoShape 2">
              <a:extLst>
                <a:ext uri="{FF2B5EF4-FFF2-40B4-BE49-F238E27FC236}">
                  <a16:creationId xmlns:a16="http://schemas.microsoft.com/office/drawing/2014/main" id="{CB5D33EF-1846-9B1B-AF27-5A9FF9179169}"/>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2026</a:t>
              </a:r>
              <a:endParaRPr lang="en-US" sz="800" dirty="0">
                <a:solidFill>
                  <a:srgbClr val="655348">
                    <a:alpha val="50000"/>
                  </a:srgbClr>
                </a:solidFill>
                <a:latin typeface="MiSans VF Light" pitchFamily="2" charset="-122"/>
                <a:ea typeface="MiSans VF Light" pitchFamily="2" charset="-122"/>
                <a:cs typeface="MiSans VF Light" pitchFamily="2" charset="-122"/>
              </a:endParaRPr>
            </a:p>
          </p:txBody>
        </p:sp>
        <p:sp>
          <p:nvSpPr>
            <p:cNvPr id="7" name="AutoShape 2">
              <a:extLst>
                <a:ext uri="{FF2B5EF4-FFF2-40B4-BE49-F238E27FC236}">
                  <a16:creationId xmlns:a16="http://schemas.microsoft.com/office/drawing/2014/main" id="{A96BF789-A9EC-FF1D-6EE0-3AD83C00437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alpha val="50000"/>
                    </a:srgbClr>
                  </a:solidFill>
                  <a:latin typeface="MiSans VF Light" pitchFamily="2" charset="-122"/>
                  <a:ea typeface="MiSans VF Light" pitchFamily="2" charset="-122"/>
                  <a:cs typeface="MiSans VF Light" pitchFamily="2" charset="-122"/>
                  <a:sym typeface="JetBrains Mono"/>
                </a:rPr>
                <a:t>PAGES</a:t>
              </a:r>
              <a:endParaRPr lang="en-US" sz="800" dirty="0">
                <a:solidFill>
                  <a:srgbClr val="EE5059">
                    <a:alpha val="50000"/>
                  </a:srgbClr>
                </a:solidFill>
                <a:latin typeface="MiSans VF Light" pitchFamily="2" charset="-122"/>
                <a:ea typeface="MiSans VF Light" pitchFamily="2" charset="-122"/>
                <a:cs typeface="MiSans VF Light" pitchFamily="2" charset="-122"/>
              </a:endParaRPr>
            </a:p>
          </p:txBody>
        </p:sp>
      </p:grpSp>
      <p:sp>
        <p:nvSpPr>
          <p:cNvPr id="9" name="AutoShape 2">
            <a:extLst>
              <a:ext uri="{FF2B5EF4-FFF2-40B4-BE49-F238E27FC236}">
                <a16:creationId xmlns:a16="http://schemas.microsoft.com/office/drawing/2014/main" id="{08F5986F-E04F-2B27-65E9-C8DBB67314B8}"/>
              </a:ext>
            </a:extLst>
          </p:cNvPr>
          <p:cNvSpPr/>
          <p:nvPr/>
        </p:nvSpPr>
        <p:spPr>
          <a:xfrm>
            <a:off x="524797" y="6295670"/>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altLang="zh-CN" sz="800" dirty="0">
                <a:solidFill>
                  <a:srgbClr val="655348">
                    <a:alpha val="50000"/>
                  </a:srgbClr>
                </a:solidFill>
                <a:latin typeface="MiSans VF Light" pitchFamily="2" charset="-122"/>
                <a:ea typeface="MiSans VF Light" pitchFamily="2" charset="-122"/>
                <a:cs typeface="MiSans VF Light" pitchFamily="2" charset="-122"/>
                <a:sym typeface="JetBrains Mono"/>
              </a:rPr>
              <a:t>YUANBAO</a:t>
            </a:r>
            <a:endParaRPr lang="en-US" sz="800" dirty="0">
              <a:solidFill>
                <a:srgbClr val="655348">
                  <a:alpha val="50000"/>
                </a:srgbClr>
              </a:solidFill>
              <a:latin typeface="MiSans VF Light" pitchFamily="2" charset="-122"/>
              <a:ea typeface="MiSans VF Light" pitchFamily="2" charset="-122"/>
              <a:cs typeface="MiSans VF Light" pitchFamily="2" charset="-122"/>
              <a:sym typeface="JetBrains Mono"/>
            </a:endParaRPr>
          </a:p>
        </p:txBody>
      </p:sp>
      <p:sp>
        <p:nvSpPr>
          <p:cNvPr id="17" name="文本框 16">
            <a:extLst>
              <a:ext uri="{FF2B5EF4-FFF2-40B4-BE49-F238E27FC236}">
                <a16:creationId xmlns:a16="http://schemas.microsoft.com/office/drawing/2014/main" id="{DCE83B95-29A5-947E-5DB3-187F95E5CBD0}"/>
              </a:ext>
            </a:extLst>
          </p:cNvPr>
          <p:cNvSpPr txBox="1"/>
          <p:nvPr/>
        </p:nvSpPr>
        <p:spPr>
          <a:xfrm>
            <a:off x="9765793" y="1206343"/>
            <a:ext cx="1967492" cy="307777"/>
          </a:xfrm>
          <a:prstGeom prst="rect">
            <a:avLst/>
          </a:prstGeom>
          <a:noFill/>
        </p:spPr>
        <p:txBody>
          <a:bodyPr wrap="square">
            <a:spAutoFit/>
          </a:bodyPr>
          <a:lstStyle/>
          <a:p>
            <a:pPr algn="r">
              <a:defRPr/>
            </a:pPr>
            <a:r>
              <a:rPr lang="en-US" altLang="zh-CN" b="1" i="1" dirty="0">
                <a:solidFill>
                  <a:srgbClr val="65161C"/>
                </a:solidFill>
                <a:latin typeface="Didot" panose="02000503000000020003" pitchFamily="2" charset="-79"/>
                <a:ea typeface="MiSans VF Bold" pitchFamily="2" charset="-122"/>
                <a:cs typeface="Didot" panose="02000503000000020003" pitchFamily="2" charset="-79"/>
                <a:sym typeface="SimHei"/>
              </a:rPr>
              <a:t>TITLE</a:t>
            </a:r>
            <a:endParaRPr lang="en-US" altLang="zh-CN" sz="1400" b="1" i="1" u="none" strike="noStrike" dirty="0">
              <a:solidFill>
                <a:srgbClr val="65161C"/>
              </a:solidFill>
              <a:latin typeface="Didot" panose="02000503000000020003" pitchFamily="2" charset="-79"/>
              <a:ea typeface="MiSans VF Bold" pitchFamily="2" charset="-122"/>
              <a:cs typeface="Didot" panose="02000503000000020003" pitchFamily="2" charset="-79"/>
              <a:sym typeface="SimHei"/>
            </a:endParaRPr>
          </a:p>
        </p:txBody>
      </p:sp>
      <p:sp>
        <p:nvSpPr>
          <p:cNvPr id="5" name="AutoShape 5">
            <a:extLst>
              <a:ext uri="{FF2B5EF4-FFF2-40B4-BE49-F238E27FC236}">
                <a16:creationId xmlns:a16="http://schemas.microsoft.com/office/drawing/2014/main" id="{E53B9922-51DF-FCFF-E55E-66B08B599EEC}"/>
              </a:ext>
            </a:extLst>
          </p:cNvPr>
          <p:cNvSpPr/>
          <p:nvPr/>
        </p:nvSpPr>
        <p:spPr>
          <a:xfrm>
            <a:off x="524799" y="1206344"/>
            <a:ext cx="4495436" cy="615553"/>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4000" b="1" dirty="0">
                <a:solidFill>
                  <a:srgbClr val="65161C"/>
                </a:solidFill>
                <a:latin typeface="MiSans VF Bold" pitchFamily="2" charset="-122"/>
                <a:ea typeface="MiSans VF Bold" pitchFamily="2" charset="-122"/>
                <a:cs typeface="MiSans VF Bold" pitchFamily="2" charset="-122"/>
                <a:sym typeface="SimHei"/>
              </a:rPr>
              <a:t>这是四组内容</a:t>
            </a:r>
            <a:endParaRPr lang="en-US" altLang="zh-CN" sz="4000" b="1" dirty="0">
              <a:solidFill>
                <a:srgbClr val="65161C"/>
              </a:solidFill>
              <a:latin typeface="MiSans VF Bold" pitchFamily="2" charset="-122"/>
              <a:ea typeface="MiSans VF Bold" pitchFamily="2" charset="-122"/>
              <a:cs typeface="MiSans VF Bold" pitchFamily="2" charset="-122"/>
              <a:sym typeface="SimHei"/>
            </a:endParaRPr>
          </a:p>
        </p:txBody>
      </p:sp>
      <p:sp>
        <p:nvSpPr>
          <p:cNvPr id="6" name="矩形 5">
            <a:extLst>
              <a:ext uri="{FF2B5EF4-FFF2-40B4-BE49-F238E27FC236}">
                <a16:creationId xmlns:a16="http://schemas.microsoft.com/office/drawing/2014/main" id="{FEB81666-1C20-1EFA-1D42-2C2AF9CB3990}"/>
              </a:ext>
            </a:extLst>
          </p:cNvPr>
          <p:cNvSpPr/>
          <p:nvPr/>
        </p:nvSpPr>
        <p:spPr>
          <a:xfrm>
            <a:off x="3337401" y="2161017"/>
            <a:ext cx="2770674" cy="3821329"/>
          </a:xfrm>
          <a:prstGeom prst="rect">
            <a:avLst/>
          </a:prstGeom>
          <a:solidFill>
            <a:srgbClr val="EE50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5" name="矩形 14">
            <a:extLst>
              <a:ext uri="{FF2B5EF4-FFF2-40B4-BE49-F238E27FC236}">
                <a16:creationId xmlns:a16="http://schemas.microsoft.com/office/drawing/2014/main" id="{D3A212B5-CE15-6C8C-CF6C-DBEB4EC619C3}"/>
              </a:ext>
            </a:extLst>
          </p:cNvPr>
          <p:cNvSpPr/>
          <p:nvPr/>
        </p:nvSpPr>
        <p:spPr>
          <a:xfrm>
            <a:off x="6150006" y="2161017"/>
            <a:ext cx="2770674" cy="3821329"/>
          </a:xfrm>
          <a:prstGeom prst="rect">
            <a:avLst/>
          </a:prstGeom>
          <a:solidFill>
            <a:srgbClr val="65161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6" name="矩形 15">
            <a:extLst>
              <a:ext uri="{FF2B5EF4-FFF2-40B4-BE49-F238E27FC236}">
                <a16:creationId xmlns:a16="http://schemas.microsoft.com/office/drawing/2014/main" id="{722DE899-2D2B-01C0-9DB5-77A85CE2AB4D}"/>
              </a:ext>
            </a:extLst>
          </p:cNvPr>
          <p:cNvSpPr/>
          <p:nvPr/>
        </p:nvSpPr>
        <p:spPr>
          <a:xfrm>
            <a:off x="524796" y="2161017"/>
            <a:ext cx="2770674" cy="38213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8" name="矩形 17">
            <a:extLst>
              <a:ext uri="{FF2B5EF4-FFF2-40B4-BE49-F238E27FC236}">
                <a16:creationId xmlns:a16="http://schemas.microsoft.com/office/drawing/2014/main" id="{FFBCF46D-4BC4-5DF1-EFAE-8761B68878B2}"/>
              </a:ext>
            </a:extLst>
          </p:cNvPr>
          <p:cNvSpPr/>
          <p:nvPr/>
        </p:nvSpPr>
        <p:spPr>
          <a:xfrm>
            <a:off x="8962610" y="2161017"/>
            <a:ext cx="2770674" cy="3821329"/>
          </a:xfrm>
          <a:prstGeom prst="rect">
            <a:avLst/>
          </a:prstGeom>
          <a:solidFill>
            <a:srgbClr val="09060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090609"/>
              </a:solidFill>
            </a:endParaRPr>
          </a:p>
        </p:txBody>
      </p:sp>
      <p:sp>
        <p:nvSpPr>
          <p:cNvPr id="22" name="AutoShape 2">
            <a:extLst>
              <a:ext uri="{FF2B5EF4-FFF2-40B4-BE49-F238E27FC236}">
                <a16:creationId xmlns:a16="http://schemas.microsoft.com/office/drawing/2014/main" id="{73E5062A-D3D4-13B8-20D2-C8C6D80254BA}"/>
              </a:ext>
            </a:extLst>
          </p:cNvPr>
          <p:cNvSpPr/>
          <p:nvPr/>
        </p:nvSpPr>
        <p:spPr>
          <a:xfrm>
            <a:off x="690202" y="2295779"/>
            <a:ext cx="2432106"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01</a:t>
            </a:r>
          </a:p>
        </p:txBody>
      </p:sp>
      <p:sp>
        <p:nvSpPr>
          <p:cNvPr id="23" name="AutoShape 5">
            <a:extLst>
              <a:ext uri="{FF2B5EF4-FFF2-40B4-BE49-F238E27FC236}">
                <a16:creationId xmlns:a16="http://schemas.microsoft.com/office/drawing/2014/main" id="{493DAB02-3340-2E61-8696-44B5A9480EB7}"/>
              </a:ext>
            </a:extLst>
          </p:cNvPr>
          <p:cNvSpPr/>
          <p:nvPr/>
        </p:nvSpPr>
        <p:spPr>
          <a:xfrm>
            <a:off x="694080"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65161C"/>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65161C"/>
              </a:solidFill>
              <a:latin typeface="MiSans VF Demibold" pitchFamily="2" charset="-122"/>
              <a:ea typeface="MiSans VF Demibold" pitchFamily="2" charset="-122"/>
              <a:cs typeface="MiSans VF Demibold" pitchFamily="2" charset="-122"/>
              <a:sym typeface="SimHei"/>
            </a:endParaRPr>
          </a:p>
        </p:txBody>
      </p:sp>
      <p:sp>
        <p:nvSpPr>
          <p:cNvPr id="24" name="文本框 23">
            <a:extLst>
              <a:ext uri="{FF2B5EF4-FFF2-40B4-BE49-F238E27FC236}">
                <a16:creationId xmlns:a16="http://schemas.microsoft.com/office/drawing/2014/main" id="{80E520F8-7FD7-2A5E-CBDF-E9FFB2E9FB9E}"/>
              </a:ext>
            </a:extLst>
          </p:cNvPr>
          <p:cNvSpPr txBox="1"/>
          <p:nvPr/>
        </p:nvSpPr>
        <p:spPr>
          <a:xfrm>
            <a:off x="694080"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6" name="AutoShape 5">
            <a:extLst>
              <a:ext uri="{FF2B5EF4-FFF2-40B4-BE49-F238E27FC236}">
                <a16:creationId xmlns:a16="http://schemas.microsoft.com/office/drawing/2014/main" id="{95F6DFF3-EC29-1BEB-7134-12FF3940FFA1}"/>
              </a:ext>
            </a:extLst>
          </p:cNvPr>
          <p:cNvSpPr/>
          <p:nvPr/>
        </p:nvSpPr>
        <p:spPr>
          <a:xfrm>
            <a:off x="3509199"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65161C"/>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65161C"/>
              </a:solidFill>
              <a:latin typeface="MiSans VF Demibold" pitchFamily="2" charset="-122"/>
              <a:ea typeface="MiSans VF Demibold" pitchFamily="2" charset="-122"/>
              <a:cs typeface="MiSans VF Demibold" pitchFamily="2" charset="-122"/>
              <a:sym typeface="SimHei"/>
            </a:endParaRPr>
          </a:p>
        </p:txBody>
      </p:sp>
      <p:sp>
        <p:nvSpPr>
          <p:cNvPr id="27" name="文本框 26">
            <a:extLst>
              <a:ext uri="{FF2B5EF4-FFF2-40B4-BE49-F238E27FC236}">
                <a16:creationId xmlns:a16="http://schemas.microsoft.com/office/drawing/2014/main" id="{C92C47EB-CFA7-4A32-3B20-F7328BD33BD4}"/>
              </a:ext>
            </a:extLst>
          </p:cNvPr>
          <p:cNvSpPr txBox="1"/>
          <p:nvPr/>
        </p:nvSpPr>
        <p:spPr>
          <a:xfrm>
            <a:off x="3509199"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65161C">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29" name="AutoShape 2">
            <a:extLst>
              <a:ext uri="{FF2B5EF4-FFF2-40B4-BE49-F238E27FC236}">
                <a16:creationId xmlns:a16="http://schemas.microsoft.com/office/drawing/2014/main" id="{7F0AAD2C-9B4C-02E9-F19C-37848927CBEA}"/>
              </a:ext>
            </a:extLst>
          </p:cNvPr>
          <p:cNvSpPr/>
          <p:nvPr/>
        </p:nvSpPr>
        <p:spPr>
          <a:xfrm>
            <a:off x="3509199"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65161C"/>
                </a:solidFill>
                <a:latin typeface="Didot" panose="02000503000000020003" pitchFamily="2" charset="-79"/>
                <a:ea typeface="MiSans VF Bold" pitchFamily="2" charset="-122"/>
                <a:cs typeface="Didot" panose="02000503000000020003" pitchFamily="2" charset="-79"/>
                <a:sym typeface="ChillYunmoGothicBold"/>
              </a:rPr>
              <a:t>02</a:t>
            </a:r>
          </a:p>
        </p:txBody>
      </p:sp>
      <p:sp>
        <p:nvSpPr>
          <p:cNvPr id="31" name="AutoShape 5">
            <a:extLst>
              <a:ext uri="{FF2B5EF4-FFF2-40B4-BE49-F238E27FC236}">
                <a16:creationId xmlns:a16="http://schemas.microsoft.com/office/drawing/2014/main" id="{2BA66D56-EE33-C6F7-877B-F2CF6050D06F}"/>
              </a:ext>
            </a:extLst>
          </p:cNvPr>
          <p:cNvSpPr/>
          <p:nvPr/>
        </p:nvSpPr>
        <p:spPr>
          <a:xfrm>
            <a:off x="6316793"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EF2E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EF2E8"/>
              </a:solidFill>
              <a:latin typeface="MiSans VF Demibold" pitchFamily="2" charset="-122"/>
              <a:ea typeface="MiSans VF Demibold" pitchFamily="2" charset="-122"/>
              <a:cs typeface="MiSans VF Demibold" pitchFamily="2" charset="-122"/>
              <a:sym typeface="SimHei"/>
            </a:endParaRPr>
          </a:p>
        </p:txBody>
      </p:sp>
      <p:sp>
        <p:nvSpPr>
          <p:cNvPr id="32" name="文本框 31">
            <a:extLst>
              <a:ext uri="{FF2B5EF4-FFF2-40B4-BE49-F238E27FC236}">
                <a16:creationId xmlns:a16="http://schemas.microsoft.com/office/drawing/2014/main" id="{A4AB5211-EAF9-5E86-92D5-7C933B2E9B74}"/>
              </a:ext>
            </a:extLst>
          </p:cNvPr>
          <p:cNvSpPr txBox="1"/>
          <p:nvPr/>
        </p:nvSpPr>
        <p:spPr>
          <a:xfrm>
            <a:off x="6316793"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3" name="AutoShape 2">
            <a:extLst>
              <a:ext uri="{FF2B5EF4-FFF2-40B4-BE49-F238E27FC236}">
                <a16:creationId xmlns:a16="http://schemas.microsoft.com/office/drawing/2014/main" id="{621AF9BD-F6EB-1276-E8FB-CCEAA09D0BD0}"/>
              </a:ext>
            </a:extLst>
          </p:cNvPr>
          <p:cNvSpPr/>
          <p:nvPr/>
        </p:nvSpPr>
        <p:spPr>
          <a:xfrm>
            <a:off x="6316793"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EF2E8"/>
                </a:solidFill>
                <a:latin typeface="Didot" panose="02000503000000020003" pitchFamily="2" charset="-79"/>
                <a:ea typeface="MiSans VF Bold" pitchFamily="2" charset="-122"/>
                <a:cs typeface="Didot" panose="02000503000000020003" pitchFamily="2" charset="-79"/>
                <a:sym typeface="ChillYunmoGothicBold"/>
              </a:rPr>
              <a:t>03</a:t>
            </a:r>
          </a:p>
        </p:txBody>
      </p:sp>
      <p:sp>
        <p:nvSpPr>
          <p:cNvPr id="34" name="AutoShape 5">
            <a:extLst>
              <a:ext uri="{FF2B5EF4-FFF2-40B4-BE49-F238E27FC236}">
                <a16:creationId xmlns:a16="http://schemas.microsoft.com/office/drawing/2014/main" id="{23BDED98-DD94-A756-4A86-D8C9F7E4B51F}"/>
              </a:ext>
            </a:extLst>
          </p:cNvPr>
          <p:cNvSpPr/>
          <p:nvPr/>
        </p:nvSpPr>
        <p:spPr>
          <a:xfrm>
            <a:off x="9137266" y="4754487"/>
            <a:ext cx="2432106" cy="246221"/>
          </a:xfrm>
          <a:prstGeom prst="rect">
            <a:avLst/>
          </a:prstGeom>
          <a:noFill/>
          <a:ln w="16933" cap="flat" cmpd="sng">
            <a:noFill/>
            <a:prstDash val="solid"/>
            <a:round/>
          </a:ln>
        </p:spPr>
        <p:txBody>
          <a:bodyPr vert="horz" wrap="square" lIns="0" tIns="0" rIns="0" bIns="0" rtlCol="0" anchor="t" anchorCtr="0">
            <a:spAutoFit/>
          </a:bodyPr>
          <a:lstStyle/>
          <a:p>
            <a:pPr>
              <a:defRPr/>
            </a:pPr>
            <a:r>
              <a:rPr lang="zh-CN" altLang="en-US" sz="1600" dirty="0">
                <a:solidFill>
                  <a:srgbClr val="FEF2E8"/>
                </a:solidFill>
                <a:latin typeface="MiSans VF Demibold" pitchFamily="2" charset="-122"/>
                <a:ea typeface="MiSans VF Demibold" pitchFamily="2" charset="-122"/>
                <a:cs typeface="MiSans VF Demibold" pitchFamily="2" charset="-122"/>
                <a:sym typeface="SimHei"/>
              </a:rPr>
              <a:t>这是小标题</a:t>
            </a:r>
            <a:endParaRPr lang="en-US" altLang="zh-CN" sz="1600" dirty="0">
              <a:solidFill>
                <a:srgbClr val="FEF2E8"/>
              </a:solidFill>
              <a:latin typeface="MiSans VF Demibold" pitchFamily="2" charset="-122"/>
              <a:ea typeface="MiSans VF Demibold" pitchFamily="2" charset="-122"/>
              <a:cs typeface="MiSans VF Demibold" pitchFamily="2" charset="-122"/>
              <a:sym typeface="SimHei"/>
            </a:endParaRPr>
          </a:p>
        </p:txBody>
      </p:sp>
      <p:sp>
        <p:nvSpPr>
          <p:cNvPr id="35" name="文本框 34">
            <a:extLst>
              <a:ext uri="{FF2B5EF4-FFF2-40B4-BE49-F238E27FC236}">
                <a16:creationId xmlns:a16="http://schemas.microsoft.com/office/drawing/2014/main" id="{7881EBDD-B6A6-7D0E-915F-3F06878DF33A}"/>
              </a:ext>
            </a:extLst>
          </p:cNvPr>
          <p:cNvSpPr txBox="1"/>
          <p:nvPr/>
        </p:nvSpPr>
        <p:spPr>
          <a:xfrm>
            <a:off x="9137266" y="5115367"/>
            <a:ext cx="2432107" cy="553998"/>
          </a:xfrm>
          <a:prstGeom prst="rect">
            <a:avLst/>
          </a:prstGeom>
          <a:noFill/>
        </p:spPr>
        <p:txBody>
          <a:bodyPr wrap="square" lIns="0" tIns="0" rIns="0" bIns="0" anchor="t" anchorCtr="0">
            <a:spAutoFit/>
          </a:bodyPr>
          <a:lstStyle/>
          <a:p>
            <a:pPr>
              <a:spcBef>
                <a:spcPts val="1200"/>
              </a:spcBef>
              <a:defRPr/>
            </a:pPr>
            <a:r>
              <a:rPr lang="zh-CN" altLang="en-US" sz="1200" dirty="0">
                <a:solidFill>
                  <a:srgbClr val="FEF2E8">
                    <a:alpha val="80000"/>
                  </a:srgbClr>
                </a:solidFill>
                <a:latin typeface="MiSans VF Light" pitchFamily="2" charset="-122"/>
                <a:ea typeface="MiSans VF Light" pitchFamily="2" charset="-122"/>
                <a:cs typeface="MiSans VF Light" pitchFamily="2" charset="-122"/>
                <a:sym typeface="SimHei"/>
              </a:rPr>
              <a:t>这里是一段文案，这里是一段文案，这里是一段文案。最多最多不要超过三行。</a:t>
            </a:r>
          </a:p>
        </p:txBody>
      </p:sp>
      <p:sp>
        <p:nvSpPr>
          <p:cNvPr id="36" name="AutoShape 2">
            <a:extLst>
              <a:ext uri="{FF2B5EF4-FFF2-40B4-BE49-F238E27FC236}">
                <a16:creationId xmlns:a16="http://schemas.microsoft.com/office/drawing/2014/main" id="{EA2C6C3F-2767-43CA-A5B5-E4FE8311C370}"/>
              </a:ext>
            </a:extLst>
          </p:cNvPr>
          <p:cNvSpPr/>
          <p:nvPr/>
        </p:nvSpPr>
        <p:spPr>
          <a:xfrm>
            <a:off x="9137266" y="2295779"/>
            <a:ext cx="2363139" cy="615553"/>
          </a:xfrm>
          <a:prstGeom prst="roundRect">
            <a:avLst>
              <a:gd name="adj" fmla="val 0"/>
            </a:avLst>
          </a:prstGeom>
          <a:noFill/>
          <a:ln w="25400" cap="flat" cmpd="sng">
            <a:noFill/>
            <a:prstDash val="solid"/>
            <a:round/>
          </a:ln>
        </p:spPr>
        <p:txBody>
          <a:bodyPr vert="horz" wrap="square" lIns="0" tIns="0" rIns="0" bIns="0" rtlCol="0" anchor="ctr" anchorCtr="0">
            <a:spAutoFit/>
          </a:bodyPr>
          <a:lstStyle/>
          <a:p>
            <a:pPr>
              <a:defRPr/>
            </a:pPr>
            <a:r>
              <a:rPr lang="en-US" altLang="zh-CN" sz="4000" b="1" i="1" dirty="0">
                <a:solidFill>
                  <a:srgbClr val="FEF2E8"/>
                </a:solidFill>
                <a:latin typeface="Didot" panose="02000503000000020003" pitchFamily="2" charset="-79"/>
                <a:ea typeface="MiSans VF Bold" pitchFamily="2" charset="-122"/>
                <a:cs typeface="Didot" panose="02000503000000020003" pitchFamily="2" charset="-79"/>
                <a:sym typeface="ChillYunmoGothicBold"/>
              </a:rPr>
              <a:t>04</a:t>
            </a:r>
          </a:p>
        </p:txBody>
      </p:sp>
    </p:spTree>
    <p:extLst>
      <p:ext uri="{BB962C8B-B14F-4D97-AF65-F5344CB8AC3E}">
        <p14:creationId xmlns:p14="http://schemas.microsoft.com/office/powerpoint/2010/main" val="3762049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65161C"/>
        </a:solidFill>
        <a:effectLst/>
      </p:bgPr>
    </p:bg>
    <p:spTree>
      <p:nvGrpSpPr>
        <p:cNvPr id="1" name="">
          <a:extLst>
            <a:ext uri="{FF2B5EF4-FFF2-40B4-BE49-F238E27FC236}">
              <a16:creationId xmlns:a16="http://schemas.microsoft.com/office/drawing/2014/main" id="{7349FDC5-FDF4-7FD2-780E-5EE89B8A1795}"/>
            </a:ext>
          </a:extLst>
        </p:cNvPr>
        <p:cNvGrpSpPr/>
        <p:nvPr/>
      </p:nvGrpSpPr>
      <p:grpSpPr>
        <a:xfrm>
          <a:off x="0" y="0"/>
          <a:ext cx="0" cy="0"/>
          <a:chOff x="0" y="0"/>
          <a:chExt cx="0" cy="0"/>
        </a:xfrm>
      </p:grpSpPr>
      <p:grpSp>
        <p:nvGrpSpPr>
          <p:cNvPr id="73" name="组合 72">
            <a:extLst>
              <a:ext uri="{FF2B5EF4-FFF2-40B4-BE49-F238E27FC236}">
                <a16:creationId xmlns:a16="http://schemas.microsoft.com/office/drawing/2014/main" id="{0EA2F5DE-0853-C193-C3CD-9D48178B25EC}"/>
              </a:ext>
            </a:extLst>
          </p:cNvPr>
          <p:cNvGrpSpPr/>
          <p:nvPr/>
        </p:nvGrpSpPr>
        <p:grpSpPr>
          <a:xfrm>
            <a:off x="-239398" y="-1280369"/>
            <a:ext cx="12667766" cy="9418738"/>
            <a:chOff x="-239398" y="-1280369"/>
            <a:chExt cx="12667766" cy="9418738"/>
          </a:xfrm>
        </p:grpSpPr>
        <p:cxnSp>
          <p:nvCxnSpPr>
            <p:cNvPr id="33" name="直线连接符 32">
              <a:extLst>
                <a:ext uri="{FF2B5EF4-FFF2-40B4-BE49-F238E27FC236}">
                  <a16:creationId xmlns:a16="http://schemas.microsoft.com/office/drawing/2014/main" id="{710FF954-B43A-BE19-3FD1-355DCC412BE8}"/>
                </a:ext>
              </a:extLst>
            </p:cNvPr>
            <p:cNvCxnSpPr>
              <a:cxnSpLocks/>
            </p:cNvCxnSpPr>
            <p:nvPr/>
          </p:nvCxnSpPr>
          <p:spPr>
            <a:xfrm>
              <a:off x="11945342" y="-1280369"/>
              <a:ext cx="19544" cy="94187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7" name="直线连接符 36">
              <a:extLst>
                <a:ext uri="{FF2B5EF4-FFF2-40B4-BE49-F238E27FC236}">
                  <a16:creationId xmlns:a16="http://schemas.microsoft.com/office/drawing/2014/main" id="{8A192D3D-B8CF-E04E-52E2-05F76B348CE8}"/>
                </a:ext>
              </a:extLst>
            </p:cNvPr>
            <p:cNvCxnSpPr>
              <a:cxnSpLocks/>
            </p:cNvCxnSpPr>
            <p:nvPr/>
          </p:nvCxnSpPr>
          <p:spPr>
            <a:xfrm>
              <a:off x="243628" y="-1280369"/>
              <a:ext cx="19544" cy="94187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8" name="直线连接符 37">
              <a:extLst>
                <a:ext uri="{FF2B5EF4-FFF2-40B4-BE49-F238E27FC236}">
                  <a16:creationId xmlns:a16="http://schemas.microsoft.com/office/drawing/2014/main" id="{2FB95525-E33D-A777-53F7-D923D18A8264}"/>
                </a:ext>
              </a:extLst>
            </p:cNvPr>
            <p:cNvCxnSpPr>
              <a:cxnSpLocks/>
            </p:cNvCxnSpPr>
            <p:nvPr/>
          </p:nvCxnSpPr>
          <p:spPr>
            <a:xfrm>
              <a:off x="524797" y="385358"/>
              <a:ext cx="0" cy="60829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5490951A-7D22-C497-E212-A791A8FEA45E}"/>
                </a:ext>
              </a:extLst>
            </p:cNvPr>
            <p:cNvCxnSpPr>
              <a:cxnSpLocks/>
            </p:cNvCxnSpPr>
            <p:nvPr/>
          </p:nvCxnSpPr>
          <p:spPr>
            <a:xfrm flipH="1">
              <a:off x="-213761" y="6442064"/>
              <a:ext cx="12642129" cy="26232"/>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40" name="直线连接符 39">
              <a:extLst>
                <a:ext uri="{FF2B5EF4-FFF2-40B4-BE49-F238E27FC236}">
                  <a16:creationId xmlns:a16="http://schemas.microsoft.com/office/drawing/2014/main" id="{28A931E2-CCF1-A8EC-F133-DE46BC4603AB}"/>
                </a:ext>
              </a:extLst>
            </p:cNvPr>
            <p:cNvCxnSpPr>
              <a:cxnSpLocks/>
            </p:cNvCxnSpPr>
            <p:nvPr/>
          </p:nvCxnSpPr>
          <p:spPr>
            <a:xfrm flipH="1">
              <a:off x="-239398" y="359072"/>
              <a:ext cx="12667766" cy="26286"/>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61" name="直线连接符 60">
              <a:extLst>
                <a:ext uri="{FF2B5EF4-FFF2-40B4-BE49-F238E27FC236}">
                  <a16:creationId xmlns:a16="http://schemas.microsoft.com/office/drawing/2014/main" id="{3DF79375-123D-8DC5-BDDB-E9333B501C76}"/>
                </a:ext>
              </a:extLst>
            </p:cNvPr>
            <p:cNvCxnSpPr>
              <a:cxnSpLocks/>
            </p:cNvCxnSpPr>
            <p:nvPr/>
          </p:nvCxnSpPr>
          <p:spPr>
            <a:xfrm>
              <a:off x="6074941" y="-1280369"/>
              <a:ext cx="19544" cy="94187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0" name="直线连接符 69">
              <a:extLst>
                <a:ext uri="{FF2B5EF4-FFF2-40B4-BE49-F238E27FC236}">
                  <a16:creationId xmlns:a16="http://schemas.microsoft.com/office/drawing/2014/main" id="{A274FC72-51A4-2C18-9663-6EB86BD49650}"/>
                </a:ext>
              </a:extLst>
            </p:cNvPr>
            <p:cNvCxnSpPr>
              <a:cxnSpLocks/>
            </p:cNvCxnSpPr>
            <p:nvPr/>
          </p:nvCxnSpPr>
          <p:spPr>
            <a:xfrm>
              <a:off x="11733284" y="359233"/>
              <a:ext cx="0" cy="6082938"/>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cxnSp>
          <p:nvCxnSpPr>
            <p:cNvPr id="72" name="直线连接符 71">
              <a:extLst>
                <a:ext uri="{FF2B5EF4-FFF2-40B4-BE49-F238E27FC236}">
                  <a16:creationId xmlns:a16="http://schemas.microsoft.com/office/drawing/2014/main" id="{C61EC69F-3F8F-B7B4-0417-F2A8DA49E1A4}"/>
                </a:ext>
              </a:extLst>
            </p:cNvPr>
            <p:cNvCxnSpPr>
              <a:cxnSpLocks/>
            </p:cNvCxnSpPr>
            <p:nvPr/>
          </p:nvCxnSpPr>
          <p:spPr>
            <a:xfrm flipH="1">
              <a:off x="-239398" y="3426122"/>
              <a:ext cx="12667766" cy="26286"/>
            </a:xfrm>
            <a:prstGeom prst="line">
              <a:avLst/>
            </a:prstGeom>
            <a:ln w="6350" cmpd="sng">
              <a:solidFill>
                <a:srgbClr val="EE5059">
                  <a:alpha val="20240"/>
                </a:srgbClr>
              </a:solidFill>
              <a:prstDash val="solid"/>
            </a:ln>
          </p:spPr>
          <p:style>
            <a:lnRef idx="1">
              <a:schemeClr val="accent1"/>
            </a:lnRef>
            <a:fillRef idx="0">
              <a:schemeClr val="accent1"/>
            </a:fillRef>
            <a:effectRef idx="0">
              <a:schemeClr val="accent1"/>
            </a:effectRef>
            <a:fontRef idx="minor">
              <a:schemeClr val="tx1"/>
            </a:fontRef>
          </p:style>
        </p:cxnSp>
      </p:grpSp>
      <p:sp>
        <p:nvSpPr>
          <p:cNvPr id="17" name="AutoShape 2">
            <a:extLst>
              <a:ext uri="{FF2B5EF4-FFF2-40B4-BE49-F238E27FC236}">
                <a16:creationId xmlns:a16="http://schemas.microsoft.com/office/drawing/2014/main" id="{085295BA-ABF1-D39D-B79C-76D7BB6F58C7}"/>
              </a:ext>
            </a:extLst>
          </p:cNvPr>
          <p:cNvSpPr/>
          <p:nvPr/>
        </p:nvSpPr>
        <p:spPr>
          <a:xfrm>
            <a:off x="524799" y="4604127"/>
            <a:ext cx="11208479" cy="1795363"/>
          </a:xfrm>
          <a:prstGeom prst="roundRect">
            <a:avLst>
              <a:gd name="adj" fmla="val 0"/>
            </a:avLst>
          </a:prstGeom>
          <a:noFill/>
          <a:ln w="25400" cap="flat" cmpd="sng">
            <a:noFill/>
            <a:prstDash val="solid"/>
            <a:round/>
          </a:ln>
        </p:spPr>
        <p:txBody>
          <a:bodyPr vert="horz" wrap="square" lIns="0" tIns="0" rIns="0" bIns="0" rtlCol="0" anchor="b" anchorCtr="0">
            <a:spAutoFit/>
          </a:bodyPr>
          <a:lstStyle/>
          <a:p>
            <a:pPr>
              <a:lnSpc>
                <a:spcPts val="7000"/>
              </a:lnSpc>
              <a:defRPr/>
            </a:pPr>
            <a:r>
              <a:rPr lang="zh-CN" altLang="en-US" sz="6200" b="1" dirty="0">
                <a:solidFill>
                  <a:srgbClr val="E84C54"/>
                </a:solidFill>
                <a:latin typeface="MiSans VF Bold" pitchFamily="2" charset="-122"/>
                <a:ea typeface="MiSans VF Bold" pitchFamily="2" charset="-122"/>
                <a:cs typeface="MiSans VF Bold" pitchFamily="2" charset="-122"/>
                <a:sym typeface="ChillYunmoGothicBold"/>
              </a:rPr>
              <a:t>谢谢观看</a:t>
            </a:r>
            <a:endParaRPr lang="en-US" altLang="zh-CN" sz="6200" b="1" dirty="0">
              <a:solidFill>
                <a:srgbClr val="E84C54"/>
              </a:solidFill>
              <a:latin typeface="MiSans VF Bold" pitchFamily="2" charset="-122"/>
              <a:ea typeface="MiSans VF Bold" pitchFamily="2" charset="-122"/>
              <a:cs typeface="MiSans VF Bold" pitchFamily="2" charset="-122"/>
            </a:endParaRPr>
          </a:p>
          <a:p>
            <a:pPr>
              <a:lnSpc>
                <a:spcPts val="7000"/>
              </a:lnSpc>
              <a:defRPr/>
            </a:pPr>
            <a:r>
              <a:rPr lang="en-US" altLang="zh-CN" sz="6200" b="1" i="1" dirty="0">
                <a:solidFill>
                  <a:srgbClr val="E84C54"/>
                </a:solidFill>
                <a:latin typeface="Didot" panose="02000503000000020003" pitchFamily="2" charset="-79"/>
                <a:ea typeface="MiSans VF Bold" pitchFamily="2" charset="-122"/>
                <a:cs typeface="Didot" panose="02000503000000020003" pitchFamily="2" charset="-79"/>
                <a:sym typeface="ChillYunmoGothicBold"/>
              </a:rPr>
              <a:t>THANKS</a:t>
            </a:r>
            <a:r>
              <a:rPr lang="zh-CN" altLang="en-US" sz="6200" b="1" i="1" dirty="0">
                <a:solidFill>
                  <a:srgbClr val="E84C54"/>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E84C54"/>
                </a:solidFill>
                <a:latin typeface="Didot" panose="02000503000000020003" pitchFamily="2" charset="-79"/>
                <a:ea typeface="MiSans VF Bold" pitchFamily="2" charset="-122"/>
                <a:cs typeface="Didot" panose="02000503000000020003" pitchFamily="2" charset="-79"/>
                <a:sym typeface="ChillYunmoGothicBold"/>
              </a:rPr>
              <a:t>FOR</a:t>
            </a:r>
            <a:r>
              <a:rPr lang="zh-CN" altLang="en-US" sz="6200" b="1" i="1" dirty="0">
                <a:solidFill>
                  <a:srgbClr val="E84C54"/>
                </a:solidFill>
                <a:latin typeface="Didot" panose="02000503000000020003" pitchFamily="2" charset="-79"/>
                <a:ea typeface="MiSans VF Bold" pitchFamily="2" charset="-122"/>
                <a:cs typeface="Didot" panose="02000503000000020003" pitchFamily="2" charset="-79"/>
                <a:sym typeface="ChillYunmoGothicBold"/>
              </a:rPr>
              <a:t> </a:t>
            </a:r>
            <a:r>
              <a:rPr lang="en-US" altLang="zh-CN" sz="6200" b="1" i="1" dirty="0">
                <a:solidFill>
                  <a:srgbClr val="E84C54"/>
                </a:solidFill>
                <a:latin typeface="Didot" panose="02000503000000020003" pitchFamily="2" charset="-79"/>
                <a:ea typeface="MiSans VF Bold" pitchFamily="2" charset="-122"/>
                <a:cs typeface="Didot" panose="02000503000000020003" pitchFamily="2" charset="-79"/>
                <a:sym typeface="ChillYunmoGothicBold"/>
              </a:rPr>
              <a:t>WATCHING</a:t>
            </a:r>
          </a:p>
        </p:txBody>
      </p:sp>
      <p:grpSp>
        <p:nvGrpSpPr>
          <p:cNvPr id="2" name="组合 1">
            <a:extLst>
              <a:ext uri="{FF2B5EF4-FFF2-40B4-BE49-F238E27FC236}">
                <a16:creationId xmlns:a16="http://schemas.microsoft.com/office/drawing/2014/main" id="{257ACB28-3EED-3F65-E9BE-2B42F329609E}"/>
              </a:ext>
            </a:extLst>
          </p:cNvPr>
          <p:cNvGrpSpPr/>
          <p:nvPr/>
        </p:nvGrpSpPr>
        <p:grpSpPr>
          <a:xfrm>
            <a:off x="524797" y="385358"/>
            <a:ext cx="11208487" cy="141577"/>
            <a:chOff x="524797" y="385358"/>
            <a:chExt cx="11208487" cy="141577"/>
          </a:xfrm>
        </p:grpSpPr>
        <p:sp>
          <p:nvSpPr>
            <p:cNvPr id="3" name="AutoShape 2">
              <a:extLst>
                <a:ext uri="{FF2B5EF4-FFF2-40B4-BE49-F238E27FC236}">
                  <a16:creationId xmlns:a16="http://schemas.microsoft.com/office/drawing/2014/main" id="{F431B32F-9C1F-4103-F9F6-2350B5AC7C03}"/>
                </a:ext>
              </a:extLst>
            </p:cNvPr>
            <p:cNvSpPr/>
            <p:nvPr/>
          </p:nvSpPr>
          <p:spPr>
            <a:xfrm>
              <a:off x="524797" y="385358"/>
              <a:ext cx="3077046" cy="141577"/>
            </a:xfrm>
            <a:prstGeom prst="rect">
              <a:avLst/>
            </a:prstGeom>
            <a:noFill/>
            <a:ln w="16933" cap="flat" cmpd="sng">
              <a:noFill/>
              <a:prstDash val="solid"/>
              <a:round/>
            </a:ln>
          </p:spPr>
          <p:txBody>
            <a:bodyPr vert="horz" wrap="square" lIns="0" tIns="0" rIns="0" bIns="0" rtlCol="0" anchor="t" anchorCtr="0">
              <a:spAutoFit/>
            </a:bodyPr>
            <a:lstStyle/>
            <a:p>
              <a:pPr>
                <a:lnSpc>
                  <a:spcPct val="125000"/>
                </a:lnSpc>
                <a:defRPr/>
              </a:pPr>
              <a:r>
                <a:rPr lang="en-US" sz="800" dirty="0">
                  <a:solidFill>
                    <a:srgbClr val="EE5059"/>
                  </a:solidFill>
                  <a:latin typeface="MiSans VF Demibold" pitchFamily="2" charset="-122"/>
                  <a:ea typeface="MiSans VF Demibold" pitchFamily="2" charset="-122"/>
                  <a:cs typeface="MiSans VF Demibold" pitchFamily="2" charset="-122"/>
                  <a:sym typeface="JetBrains Mono"/>
                </a:rPr>
                <a:t>BRAND</a:t>
              </a:r>
              <a:r>
                <a:rPr lang="zh-CN" altLang="en-US" sz="800" dirty="0">
                  <a:solidFill>
                    <a:srgbClr val="EE5059"/>
                  </a:solidFill>
                  <a:latin typeface="MiSans VF Demibold" pitchFamily="2" charset="-122"/>
                  <a:ea typeface="MiSans VF Demibold" pitchFamily="2" charset="-122"/>
                  <a:cs typeface="MiSans VF Demibold" pitchFamily="2" charset="-122"/>
                  <a:sym typeface="JetBrains Mono"/>
                </a:rPr>
                <a:t> </a:t>
              </a:r>
              <a:r>
                <a:rPr lang="en-US" altLang="zh-CN" sz="800" dirty="0">
                  <a:solidFill>
                    <a:srgbClr val="EE5059"/>
                  </a:solidFill>
                  <a:latin typeface="MiSans VF Demibold" pitchFamily="2" charset="-122"/>
                  <a:ea typeface="MiSans VF Demibold" pitchFamily="2" charset="-122"/>
                  <a:cs typeface="MiSans VF Demibold" pitchFamily="2" charset="-122"/>
                  <a:sym typeface="JetBrains Mono"/>
                </a:rPr>
                <a:t>IDENTITY</a:t>
              </a:r>
              <a:endParaRPr lang="en-US" sz="800" dirty="0">
                <a:solidFill>
                  <a:srgbClr val="EE5059"/>
                </a:solidFill>
                <a:latin typeface="MiSans VF Demibold" pitchFamily="2" charset="-122"/>
                <a:ea typeface="MiSans VF Demibold" pitchFamily="2" charset="-122"/>
                <a:cs typeface="MiSans VF Demibold" pitchFamily="2" charset="-122"/>
                <a:sym typeface="JetBrains Mono"/>
              </a:endParaRPr>
            </a:p>
          </p:txBody>
        </p:sp>
        <p:sp>
          <p:nvSpPr>
            <p:cNvPr id="4" name="AutoShape 2">
              <a:extLst>
                <a:ext uri="{FF2B5EF4-FFF2-40B4-BE49-F238E27FC236}">
                  <a16:creationId xmlns:a16="http://schemas.microsoft.com/office/drawing/2014/main" id="{6DC2AEBD-02CA-4EC1-3D3D-04B1C782DEE1}"/>
                </a:ext>
              </a:extLst>
            </p:cNvPr>
            <p:cNvSpPr/>
            <p:nvPr/>
          </p:nvSpPr>
          <p:spPr>
            <a:xfrm>
              <a:off x="5640314" y="385358"/>
              <a:ext cx="911371" cy="141577"/>
            </a:xfrm>
            <a:prstGeom prst="rect">
              <a:avLst/>
            </a:prstGeom>
            <a:noFill/>
            <a:ln w="16933" cap="flat" cmpd="sng">
              <a:noFill/>
              <a:prstDash val="solid"/>
              <a:round/>
            </a:ln>
          </p:spPr>
          <p:txBody>
            <a:bodyPr vert="horz" wrap="square" lIns="0" tIns="0" rIns="0" bIns="0" rtlCol="0" anchor="t" anchorCtr="0">
              <a:spAutoFit/>
            </a:bodyPr>
            <a:lstStyle/>
            <a:p>
              <a:pPr algn="ctr">
                <a:lnSpc>
                  <a:spcPct val="125000"/>
                </a:lnSpc>
                <a:defRPr/>
              </a:pPr>
              <a:r>
                <a:rPr lang="en-US" altLang="zh-CN" sz="800" dirty="0">
                  <a:solidFill>
                    <a:srgbClr val="EE5059"/>
                  </a:solidFill>
                  <a:latin typeface="MiSans VF Demibold" pitchFamily="2" charset="-122"/>
                  <a:ea typeface="MiSans VF Demibold" pitchFamily="2" charset="-122"/>
                  <a:cs typeface="MiSans VF Demibold" pitchFamily="2" charset="-122"/>
                  <a:sym typeface="JetBrains Mono"/>
                </a:rPr>
                <a:t>2026</a:t>
              </a:r>
              <a:endParaRPr lang="en-US" sz="800" dirty="0">
                <a:solidFill>
                  <a:srgbClr val="EE5059"/>
                </a:solidFill>
                <a:latin typeface="MiSans VF Demibold" pitchFamily="2" charset="-122"/>
                <a:ea typeface="MiSans VF Demibold" pitchFamily="2" charset="-122"/>
                <a:cs typeface="MiSans VF Demibold" pitchFamily="2" charset="-122"/>
              </a:endParaRPr>
            </a:p>
          </p:txBody>
        </p:sp>
        <p:sp>
          <p:nvSpPr>
            <p:cNvPr id="5" name="AutoShape 2">
              <a:extLst>
                <a:ext uri="{FF2B5EF4-FFF2-40B4-BE49-F238E27FC236}">
                  <a16:creationId xmlns:a16="http://schemas.microsoft.com/office/drawing/2014/main" id="{F9DE4BDF-B21D-76D5-1E11-5F37DD1FCEE5}"/>
                </a:ext>
              </a:extLst>
            </p:cNvPr>
            <p:cNvSpPr/>
            <p:nvPr/>
          </p:nvSpPr>
          <p:spPr>
            <a:xfrm>
              <a:off x="8133284" y="385358"/>
              <a:ext cx="3600000" cy="141577"/>
            </a:xfrm>
            <a:prstGeom prst="rect">
              <a:avLst/>
            </a:prstGeom>
            <a:noFill/>
            <a:ln w="16933" cap="flat" cmpd="sng">
              <a:noFill/>
              <a:prstDash val="solid"/>
              <a:round/>
            </a:ln>
          </p:spPr>
          <p:txBody>
            <a:bodyPr vert="horz" wrap="square" lIns="0" tIns="0" rIns="0" bIns="0" rtlCol="0" anchor="t" anchorCtr="0">
              <a:spAutoFit/>
            </a:bodyPr>
            <a:lstStyle/>
            <a:p>
              <a:pPr algn="r">
                <a:lnSpc>
                  <a:spcPct val="125000"/>
                </a:lnSpc>
                <a:defRPr/>
              </a:pPr>
              <a:r>
                <a:rPr lang="en-US" sz="800" dirty="0">
                  <a:solidFill>
                    <a:srgbClr val="EE5059"/>
                  </a:solidFill>
                  <a:latin typeface="MiSans VF Demibold" pitchFamily="2" charset="-122"/>
                  <a:ea typeface="MiSans VF Demibold" pitchFamily="2" charset="-122"/>
                  <a:cs typeface="MiSans VF Demibold" pitchFamily="2" charset="-122"/>
                  <a:sym typeface="JetBrains Mono"/>
                </a:rPr>
                <a:t>COVER</a:t>
              </a:r>
              <a:endParaRPr lang="en-US" sz="800" dirty="0">
                <a:solidFill>
                  <a:srgbClr val="EE5059"/>
                </a:solidFill>
                <a:latin typeface="MiSans VF Demibold" pitchFamily="2" charset="-122"/>
                <a:ea typeface="MiSans VF Demibold" pitchFamily="2" charset="-122"/>
                <a:cs typeface="MiSans VF Demibold" pitchFamily="2" charset="-122"/>
              </a:endParaRPr>
            </a:p>
          </p:txBody>
        </p:sp>
      </p:grpSp>
    </p:spTree>
    <p:extLst>
      <p:ext uri="{BB962C8B-B14F-4D97-AF65-F5344CB8AC3E}">
        <p14:creationId xmlns:p14="http://schemas.microsoft.com/office/powerpoint/2010/main" val="711464613"/>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F1BCB72-47A7-154D-B48F-676CE577D7B9}"/>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商务-橙黑" id="{CA2A6BEA-C645-764A-85DF-7208A746DD44}" vid="{312940A9-D1B4-6B48-B3B8-47ECED890AF0}"/>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主题​​</Template>
  <TotalTime>125</TotalTime>
  <Words>2019</Words>
  <Application>Microsoft Macintosh PowerPoint</Application>
  <PresentationFormat>宽屏</PresentationFormat>
  <Paragraphs>267</Paragraphs>
  <Slides>22</Slides>
  <Notes>3</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22</vt:i4>
      </vt:variant>
    </vt:vector>
  </HeadingPairs>
  <TitlesOfParts>
    <vt:vector size="30" baseType="lpstr">
      <vt:lpstr>MiSans VF Bold</vt:lpstr>
      <vt:lpstr>MiSans VF Demibold</vt:lpstr>
      <vt:lpstr>MiSans VF Light</vt:lpstr>
      <vt:lpstr>MiSans VF Thin</vt:lpstr>
      <vt:lpstr>Arial</vt:lpstr>
      <vt:lpstr>Didot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T209833</dc:creator>
  <cp:lastModifiedBy>T209833</cp:lastModifiedBy>
  <cp:revision>9</cp:revision>
  <dcterms:created xsi:type="dcterms:W3CDTF">2026-06-02T14:06:00Z</dcterms:created>
  <dcterms:modified xsi:type="dcterms:W3CDTF">2026-06-08T10:40:22Z</dcterms:modified>
</cp:coreProperties>
</file>