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FF"/>
    <a:srgbClr val="1B8CFF"/>
    <a:srgbClr val="53C2FF"/>
    <a:srgbClr val="16C9F8"/>
    <a:srgbClr val="B7EDFF"/>
    <a:srgbClr val="8CD5FF"/>
    <a:srgbClr val="18CBFB"/>
    <a:srgbClr val="78DAFF"/>
    <a:srgbClr val="57E1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58"/>
  </p:normalViewPr>
  <p:slideViewPr>
    <p:cSldViewPr snapToGrid="0">
      <p:cViewPr>
        <p:scale>
          <a:sx n="75" d="100"/>
          <a:sy n="75" d="100"/>
        </p:scale>
        <p:origin x="1424" y="1144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007E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007EFF"/>
              </a:solidFill>
              <a:ln w="19050">
                <a:solidFill>
                  <a:srgbClr val="007EFF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6DFF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6DFF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6DFF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6DFF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6DFF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1B3-94E7-0ECC-BE53-8EA47D86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A1F9BDBE-1E97-9D86-4DC5-D78E25A45B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950CA0A4-DD55-7E1F-F5AE-9BE9F31C45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E090D465-BEB5-05E3-C7D9-A49785EE1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9E586328-777F-27B5-C252-03E57B6FF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84E35C90-4AC1-97B8-FEC1-75209307D5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98B29545-C202-377F-1A8A-830356A71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79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D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16C9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B7E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1B8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7D64BF-07B0-1305-188A-BF4FD65C8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BFE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1B8CF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1B8CFF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1B8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163A5F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163A5F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163A5F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BFE3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163A5F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1B8C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57E1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BFE3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57E1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1B8C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C2717D0-9D00-29F9-5E7E-B92DD870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845" y="878029"/>
            <a:ext cx="3239220" cy="24429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A640FED-D49A-743F-1F8D-109FD3BAF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3"/>
            <a:ext cx="3240335" cy="2443828"/>
          </a:xfrm>
          <a:prstGeom prst="rect">
            <a:avLst/>
          </a:prstGeom>
        </p:spPr>
      </p:pic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1B8CF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57E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57E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57E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57E1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1B8C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1B8C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1B8C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1B8C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BFE3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BFE3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BFE3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BFE3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1B8CF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8510707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6DFF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006DFF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6DFF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006DFF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6DFF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006DFF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6DFF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006DFF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6DFF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006DFF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1B8CF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BFE3FF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0B5BFF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1B8CFF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57E1FF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1B8CF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006DFF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1B8C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BFE3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2959591118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006DFF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006DFF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006DFF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57E1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1B8C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1B8C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D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2BD08-1CD7-07E9-97D8-3E4C6275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88659740-B16E-EC5A-143E-3AFD18E1BA41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FBA5C764-DAF9-5AFB-D633-574BD5BF027D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AD612F30-A822-2CF3-0769-F905B4AE3DE7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CONCLUSIO</a:t>
              </a: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DA771566-D673-8A6F-FBE8-EC425F5536D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3BDCBB2-76AD-EF3C-0E2A-394DB7A7F02F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85BA845-26CE-ECC6-A080-A59ECDF8DE62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9B0D56C-B051-E6CC-2F47-1F31F3CE1098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B1B998C-2D61-F4E5-1759-0985EE911730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16C9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B3E45B0-F66C-51E3-E885-6142DD3A714D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B7E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D95E6BC-0FC6-D0A3-9D1E-EBE9A7354EEF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C4C7245-8DCB-8DE6-5AE0-EEE7AE3F36D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1DBD2BC-ADB2-8ED1-39B9-6A5416E152AC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80C624A-8D01-BF70-0211-22279DD1FF8C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1B8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9573475-B72E-2E29-8E29-0F6B1F9BDCAA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7E613E2-6815-CEB1-6A7D-9374D02F900E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BDE464F-8C01-C482-5B3C-F5C5BC645CF3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1F4E8A5-C1D0-C315-15B2-2A723C59F3E5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7DD83777-913F-706D-A5C0-0B4E0AD19671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DE5EAE43-3429-55BC-B37F-133C3F0F0F1A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03D95FFC-0EBE-798E-BAFC-27D137CC7B0F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29283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19</cp:revision>
  <dcterms:created xsi:type="dcterms:W3CDTF">2026-05-27T19:33:57Z</dcterms:created>
  <dcterms:modified xsi:type="dcterms:W3CDTF">2026-06-16T08:06:20Z</dcterms:modified>
</cp:coreProperties>
</file>