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422"/>
    <a:srgbClr val="F164A9"/>
    <a:srgbClr val="FCFFAF"/>
    <a:srgbClr val="F8C0D4"/>
    <a:srgbClr val="F4F4F4"/>
    <a:srgbClr val="F4BAB9"/>
    <a:srgbClr val="E64635"/>
    <a:srgbClr val="F8BBBC"/>
    <a:srgbClr val="F4CEE3"/>
    <a:srgbClr val="EA5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58"/>
  </p:normalViewPr>
  <p:slideViewPr>
    <p:cSldViewPr snapToGrid="0">
      <p:cViewPr>
        <p:scale>
          <a:sx n="89" d="100"/>
          <a:sy n="89" d="100"/>
        </p:scale>
        <p:origin x="896" y="840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EB5422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EB5422"/>
              </a:solidFill>
              <a:ln w="19050">
                <a:solidFill>
                  <a:srgbClr val="EB5422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43F5E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43F5E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43F5E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43F5E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43F5E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3312-86DA-A441-1ED5-8972F880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98821D51-7056-A108-217D-5F4794908F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2331D9CB-D4DC-D75D-F61F-78E77D54AA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54A3EB65-1095-2830-0340-15688654E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6ADB96AE-F879-DC8A-0458-C50C3590C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7E9D212C-FE0F-4557-E2F0-F7A409619D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A6C5B5EF-1D79-4890-0932-CC49528BE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965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FA8B-761C-0392-48C5-84DCA9C4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A4F0A952-DE0F-C074-2DCD-C12C2F00D0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12BF18D7-5034-02FD-0783-11829371E6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10A5A912-1EC6-010A-B58D-5B60A44A8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45602E1B-7538-5320-660A-E91A3D589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73C76086-E789-0299-3D3B-43DAC684CD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E709DC6D-8A29-ED84-B286-D116E3FA0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70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FCF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EA5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bg1"/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bg1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323E6C2-2AB2-E279-ED13-21D00CC53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F8C0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EB5422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EA55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5A2435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5A2435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5A2435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4BAB9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5A2435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EB542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164A9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F8C0D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F164A9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EB542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EDCC92-6F6F-0FAF-6A70-B87C0A90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878030"/>
            <a:ext cx="3240335" cy="24438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BC71A3-D241-A9DE-7BDF-0CD4EAAD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2"/>
            <a:ext cx="3240335" cy="244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164A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F164A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B86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B86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B86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B86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5C8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5C8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5C8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5C8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EB5422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EB5422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EB5422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EB5422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5C8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849294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43F5E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F43F5E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43F5E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F43F5E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43F5E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F43F5E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43F5E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F43F5E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43F5E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F43F5E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5C8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F8C0D4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8B5CF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EB5422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FFB86B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FF5C8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solidFill>
                <a:srgbClr val="EB5422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FF5C8A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EB542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1620514399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solidFill>
                <a:srgbClr val="EB5422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EB5422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solidFill>
                <a:srgbClr val="EB5422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FCFFA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EB542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EB542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2D45B-7C89-0EB8-A7B9-0945BA68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1DEEF6-71BC-A042-FCC0-B69C4FFD0B56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36F4173A-71CA-4732-E9AD-05B6FD77FDAB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85FEA458-F418-EEA6-519C-58F74F79303D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980828BA-4570-933F-5DE2-9692477ADBC5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89ABD99-4F02-9C82-AA04-2238FFBF8A86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49E1C2D-AF44-4D97-8862-4E2255AAC358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05C0565-FF32-29BA-5950-E691AA7C8DA5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CA34E93-6E91-F38C-C98F-ACE9F0FC7083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FCF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BE9C3F5-BCF4-5454-B534-484165130524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EA5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1BA348E-9E3B-FF8F-BCAF-96930E70BD1D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A62A22F-5719-40F2-CA2C-4612C8887B38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B48748C-645B-4BC5-37A0-4DC0A657D393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D7F847E-4502-FF9D-7B4F-AEDE91ED8493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C8CCC74F-D1D7-FBB8-BBEB-2350F35DFC51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605C422-9624-1A96-B2FD-E6B095C3CBBB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55F662D-3DB5-64F9-B729-F19EBA16CA7F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CF4879-F225-009F-9FC8-514E15E72EF6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bg1"/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bg1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C0C232D6-6CF1-4E24-EEF6-AA06C27695F1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A9B13168-AF5A-A3E2-04C1-BF9F6016FEF0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4CD14911-D37B-9F0C-B37E-5C6C022033A2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4182034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C4D09-91C1-D2F0-F8BC-66BDE01E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8AE1E1-174A-96A2-05DA-1347CCA1B4C6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8C55883-9CC3-2F7F-7BB7-581BD8C6F39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91815ACB-A8AA-98DF-F05D-CE4795A0B4E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1F7E6628-3B23-D087-22D2-65A68AA7A25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CONCLUSION</a:t>
              </a: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8B93D418-F368-4340-1CA0-816D5E931A7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034D8C-AD73-B85C-D050-B12068F1C8E8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E0F6355-786F-44E2-9829-03D81E3D979F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4DB22A4-644F-6420-2F64-F6C212151B5C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643EA3C-F264-4BD2-A327-E61F736487FD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FFB8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FBA937E-686F-0ED4-59A0-97CC77611D7D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F5C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2237A6A-D2E3-7813-A5EC-37C77C37E510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AF4FFF0-F277-277B-3835-FDC3054C53C6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5B5AFE7-446D-3486-B42D-09044E85C755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B9348E6-B3A5-2261-DE08-6287A3A84E94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FFD6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4E60DDB-7DE2-4BC0-6DB0-C4B0410770EE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F8854CC-69B7-49E4-432A-F3BD865B10D3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BDED29A-2BD8-973F-EE01-B3D9CAF38F9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6EB5712-8E88-4E7A-E283-E9656D3B7C6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5" name="AutoShape 7">
            <a:extLst>
              <a:ext uri="{FF2B5EF4-FFF2-40B4-BE49-F238E27FC236}">
                <a16:creationId xmlns:a16="http://schemas.microsoft.com/office/drawing/2014/main" id="{0F25E5C5-71A4-9EA2-6EF0-731C379D0222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B4047F4-A4BF-4383-505B-57F91D2E7C9C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4088830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849</Words>
  <Application>Microsoft Macintosh PowerPoint</Application>
  <PresentationFormat>宽屏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18</cp:revision>
  <dcterms:created xsi:type="dcterms:W3CDTF">2026-05-27T19:33:57Z</dcterms:created>
  <dcterms:modified xsi:type="dcterms:W3CDTF">2026-06-16T09:15:23Z</dcterms:modified>
</cp:coreProperties>
</file>